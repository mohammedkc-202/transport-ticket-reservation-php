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62" r:id="rId2"/>
    <p:sldId id="260" r:id="rId3"/>
    <p:sldId id="261" r:id="rId4"/>
    <p:sldId id="263" r:id="rId5"/>
    <p:sldId id="265" r:id="rId6"/>
    <p:sldId id="267" r:id="rId7"/>
    <p:sldId id="266" r:id="rId8"/>
    <p:sldId id="268" r:id="rId9"/>
    <p:sldId id="270" r:id="rId10"/>
    <p:sldId id="271" r:id="rId11"/>
    <p:sldId id="279" r:id="rId12"/>
    <p:sldId id="278" r:id="rId13"/>
    <p:sldId id="292" r:id="rId14"/>
    <p:sldId id="293" r:id="rId15"/>
    <p:sldId id="294"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5" r:id="rId29"/>
    <p:sldId id="296" r:id="rId30"/>
    <p:sldId id="315" r:id="rId31"/>
    <p:sldId id="316" r:id="rId32"/>
    <p:sldId id="317" r:id="rId33"/>
    <p:sldId id="318" r:id="rId34"/>
    <p:sldId id="319" r:id="rId35"/>
    <p:sldId id="320" r:id="rId36"/>
    <p:sldId id="321" r:id="rId37"/>
    <p:sldId id="301" r:id="rId38"/>
    <p:sldId id="322" r:id="rId39"/>
    <p:sldId id="323" r:id="rId40"/>
    <p:sldId id="324" r:id="rId41"/>
    <p:sldId id="272" r:id="rId42"/>
    <p:sldId id="274" r:id="rId43"/>
    <p:sldId id="273" r:id="rId44"/>
    <p:sldId id="275" r:id="rId45"/>
    <p:sldId id="276" r:id="rId46"/>
    <p:sldId id="277"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1" id="{E97CB026-FA2D-4767-B225-09D0339F4C3E}">
          <p14:sldIdLst>
            <p14:sldId id="262"/>
          </p14:sldIdLst>
        </p14:section>
        <p14:section name="Table Des MATIERES" id="{DA405B6E-CC6A-40CD-8810-F0705333E5F7}">
          <p14:sldIdLst>
            <p14:sldId id="260"/>
            <p14:sldId id="261"/>
          </p14:sldIdLst>
        </p14:section>
        <p14:section name="Contexte Générale" id="{CCE2B379-BE6B-4036-BEFC-EDFAC0813799}">
          <p14:sldIdLst>
            <p14:sldId id="263"/>
            <p14:sldId id="265"/>
            <p14:sldId id="267"/>
            <p14:sldId id="266"/>
            <p14:sldId id="268"/>
          </p14:sldIdLst>
        </p14:section>
        <p14:section name="Les fonctionnalité du system" id="{76040DC0-4022-4BF1-AD83-8D88705F6386}">
          <p14:sldIdLst>
            <p14:sldId id="270"/>
            <p14:sldId id="271"/>
          </p14:sldIdLst>
        </p14:section>
        <p14:section name="Conception et Technologie Logicielle" id="{699947CA-B149-47B1-B8F3-C0B9C8B5F995}">
          <p14:sldIdLst>
            <p14:sldId id="279"/>
            <p14:sldId id="278"/>
            <p14:sldId id="292"/>
            <p14:sldId id="293"/>
            <p14:sldId id="294"/>
            <p14:sldId id="280"/>
            <p14:sldId id="281"/>
            <p14:sldId id="282"/>
          </p14:sldIdLst>
        </p14:section>
        <p14:section name="Technologie Logicielle" id="{9B9AC848-1C47-402B-99E4-316F1D44C1C5}">
          <p14:sldIdLst>
            <p14:sldId id="283"/>
            <p14:sldId id="284"/>
            <p14:sldId id="285"/>
            <p14:sldId id="286"/>
            <p14:sldId id="287"/>
            <p14:sldId id="288"/>
            <p14:sldId id="289"/>
            <p14:sldId id="290"/>
            <p14:sldId id="291"/>
          </p14:sldIdLst>
        </p14:section>
        <p14:section name="Réalisation Application web" id="{3F4D5D69-F01C-448E-A694-1D303FDF3E51}">
          <p14:sldIdLst>
            <p14:sldId id="295"/>
            <p14:sldId id="296"/>
            <p14:sldId id="315"/>
            <p14:sldId id="316"/>
            <p14:sldId id="317"/>
            <p14:sldId id="318"/>
            <p14:sldId id="319"/>
            <p14:sldId id="320"/>
            <p14:sldId id="321"/>
            <p14:sldId id="301"/>
            <p14:sldId id="322"/>
            <p14:sldId id="323"/>
            <p14:sldId id="324"/>
          </p14:sldIdLst>
        </p14:section>
        <p14:section name="Conclusion" id="{FA5BD88F-F2DE-4B89-9A6C-EE90D290B67D}">
          <p14:sldIdLst>
            <p14:sldId id="272"/>
            <p14:sldId id="274"/>
          </p14:sldIdLst>
        </p14:section>
        <p14:section name="Prespectives" id="{32A43A6B-4039-4E54-B672-D8D933463BFC}">
          <p14:sldIdLst>
            <p14:sldId id="273"/>
            <p14:sldId id="275"/>
            <p14:sldId id="276"/>
          </p14:sldIdLst>
        </p14:section>
        <p14:section name="Fin" id="{76FBF341-3968-4A46-9C7B-ECF39FBDEA4B}">
          <p14:sldIdLst>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EDD"/>
    <a:srgbClr val="22223B"/>
    <a:srgbClr val="3C3C68"/>
    <a:srgbClr val="4A4E69"/>
    <a:srgbClr val="9A8C98"/>
    <a:srgbClr val="C9ADA7"/>
    <a:srgbClr val="E07A5F"/>
    <a:srgbClr val="F77F00"/>
    <a:srgbClr val="EF233C"/>
    <a:srgbClr val="E639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557" autoAdjust="0"/>
  </p:normalViewPr>
  <p:slideViewPr>
    <p:cSldViewPr snapToGrid="0" showGuides="1">
      <p:cViewPr varScale="1">
        <p:scale>
          <a:sx n="71" d="100"/>
          <a:sy n="71" d="100"/>
        </p:scale>
        <p:origin x="54"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D535D-23F1-4721-8E8D-D78C61B66040}" type="datetimeFigureOut">
              <a:rPr lang="fr-FR" smtClean="0"/>
              <a:t>11/06/2024</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C38F9E-739D-4730-99B3-BBA10E8C035D}" type="slidenum">
              <a:rPr lang="fr-FR" smtClean="0"/>
              <a:t>‹N°›</a:t>
            </a:fld>
            <a:endParaRPr lang="fr-FR"/>
          </a:p>
        </p:txBody>
      </p:sp>
    </p:spTree>
    <p:extLst>
      <p:ext uri="{BB962C8B-B14F-4D97-AF65-F5344CB8AC3E}">
        <p14:creationId xmlns:p14="http://schemas.microsoft.com/office/powerpoint/2010/main" val="1368329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a:t>
            </a:fld>
            <a:endParaRPr lang="fr-FR"/>
          </a:p>
        </p:txBody>
      </p:sp>
    </p:spTree>
    <p:extLst>
      <p:ext uri="{BB962C8B-B14F-4D97-AF65-F5344CB8AC3E}">
        <p14:creationId xmlns:p14="http://schemas.microsoft.com/office/powerpoint/2010/main" val="1382652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a:t>
            </a:fld>
            <a:endParaRPr lang="fr-FR"/>
          </a:p>
        </p:txBody>
      </p:sp>
    </p:spTree>
    <p:extLst>
      <p:ext uri="{BB962C8B-B14F-4D97-AF65-F5344CB8AC3E}">
        <p14:creationId xmlns:p14="http://schemas.microsoft.com/office/powerpoint/2010/main" val="3051681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a:t>
            </a:fld>
            <a:endParaRPr lang="fr-FR"/>
          </a:p>
        </p:txBody>
      </p:sp>
    </p:spTree>
    <p:extLst>
      <p:ext uri="{BB962C8B-B14F-4D97-AF65-F5344CB8AC3E}">
        <p14:creationId xmlns:p14="http://schemas.microsoft.com/office/powerpoint/2010/main" val="3329993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a:t>
            </a:fld>
            <a:endParaRPr lang="fr-FR"/>
          </a:p>
        </p:txBody>
      </p:sp>
    </p:spTree>
    <p:extLst>
      <p:ext uri="{BB962C8B-B14F-4D97-AF65-F5344CB8AC3E}">
        <p14:creationId xmlns:p14="http://schemas.microsoft.com/office/powerpoint/2010/main" val="1053180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8</a:t>
            </a:fld>
            <a:endParaRPr lang="fr-FR"/>
          </a:p>
        </p:txBody>
      </p:sp>
    </p:spTree>
    <p:extLst>
      <p:ext uri="{BB962C8B-B14F-4D97-AF65-F5344CB8AC3E}">
        <p14:creationId xmlns:p14="http://schemas.microsoft.com/office/powerpoint/2010/main" val="387668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9</a:t>
            </a:fld>
            <a:endParaRPr lang="fr-FR"/>
          </a:p>
        </p:txBody>
      </p:sp>
    </p:spTree>
    <p:extLst>
      <p:ext uri="{BB962C8B-B14F-4D97-AF65-F5344CB8AC3E}">
        <p14:creationId xmlns:p14="http://schemas.microsoft.com/office/powerpoint/2010/main" val="459881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10</a:t>
            </a:fld>
            <a:endParaRPr lang="fr-FR"/>
          </a:p>
        </p:txBody>
      </p:sp>
    </p:spTree>
    <p:extLst>
      <p:ext uri="{BB962C8B-B14F-4D97-AF65-F5344CB8AC3E}">
        <p14:creationId xmlns:p14="http://schemas.microsoft.com/office/powerpoint/2010/main" val="2789073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11</a:t>
            </a:fld>
            <a:endParaRPr lang="fr-FR"/>
          </a:p>
        </p:txBody>
      </p:sp>
    </p:spTree>
    <p:extLst>
      <p:ext uri="{BB962C8B-B14F-4D97-AF65-F5344CB8AC3E}">
        <p14:creationId xmlns:p14="http://schemas.microsoft.com/office/powerpoint/2010/main" val="71700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12</a:t>
            </a:fld>
            <a:endParaRPr lang="fr-FR"/>
          </a:p>
        </p:txBody>
      </p:sp>
    </p:spTree>
    <p:extLst>
      <p:ext uri="{BB962C8B-B14F-4D97-AF65-F5344CB8AC3E}">
        <p14:creationId xmlns:p14="http://schemas.microsoft.com/office/powerpoint/2010/main" val="4128372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13</a:t>
            </a:fld>
            <a:endParaRPr lang="fr-FR"/>
          </a:p>
        </p:txBody>
      </p:sp>
    </p:spTree>
    <p:extLst>
      <p:ext uri="{BB962C8B-B14F-4D97-AF65-F5344CB8AC3E}">
        <p14:creationId xmlns:p14="http://schemas.microsoft.com/office/powerpoint/2010/main" val="3914629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14</a:t>
            </a:fld>
            <a:endParaRPr lang="fr-FR"/>
          </a:p>
        </p:txBody>
      </p:sp>
    </p:spTree>
    <p:extLst>
      <p:ext uri="{BB962C8B-B14F-4D97-AF65-F5344CB8AC3E}">
        <p14:creationId xmlns:p14="http://schemas.microsoft.com/office/powerpoint/2010/main" val="1197519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15</a:t>
            </a:fld>
            <a:endParaRPr lang="fr-FR"/>
          </a:p>
        </p:txBody>
      </p:sp>
    </p:spTree>
    <p:extLst>
      <p:ext uri="{BB962C8B-B14F-4D97-AF65-F5344CB8AC3E}">
        <p14:creationId xmlns:p14="http://schemas.microsoft.com/office/powerpoint/2010/main" val="3646540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16</a:t>
            </a:fld>
            <a:endParaRPr lang="fr-FR"/>
          </a:p>
        </p:txBody>
      </p:sp>
    </p:spTree>
    <p:extLst>
      <p:ext uri="{BB962C8B-B14F-4D97-AF65-F5344CB8AC3E}">
        <p14:creationId xmlns:p14="http://schemas.microsoft.com/office/powerpoint/2010/main" val="251182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17</a:t>
            </a:fld>
            <a:endParaRPr lang="fr-FR"/>
          </a:p>
        </p:txBody>
      </p:sp>
    </p:spTree>
    <p:extLst>
      <p:ext uri="{BB962C8B-B14F-4D97-AF65-F5344CB8AC3E}">
        <p14:creationId xmlns:p14="http://schemas.microsoft.com/office/powerpoint/2010/main" val="3903032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18</a:t>
            </a:fld>
            <a:endParaRPr lang="fr-FR"/>
          </a:p>
        </p:txBody>
      </p:sp>
    </p:spTree>
    <p:extLst>
      <p:ext uri="{BB962C8B-B14F-4D97-AF65-F5344CB8AC3E}">
        <p14:creationId xmlns:p14="http://schemas.microsoft.com/office/powerpoint/2010/main" val="4012397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19</a:t>
            </a:fld>
            <a:endParaRPr lang="fr-FR"/>
          </a:p>
        </p:txBody>
      </p:sp>
    </p:spTree>
    <p:extLst>
      <p:ext uri="{BB962C8B-B14F-4D97-AF65-F5344CB8AC3E}">
        <p14:creationId xmlns:p14="http://schemas.microsoft.com/office/powerpoint/2010/main" val="660747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20</a:t>
            </a:fld>
            <a:endParaRPr lang="fr-FR"/>
          </a:p>
        </p:txBody>
      </p:sp>
    </p:spTree>
    <p:extLst>
      <p:ext uri="{BB962C8B-B14F-4D97-AF65-F5344CB8AC3E}">
        <p14:creationId xmlns:p14="http://schemas.microsoft.com/office/powerpoint/2010/main" val="2050361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21</a:t>
            </a:fld>
            <a:endParaRPr lang="fr-FR"/>
          </a:p>
        </p:txBody>
      </p:sp>
    </p:spTree>
    <p:extLst>
      <p:ext uri="{BB962C8B-B14F-4D97-AF65-F5344CB8AC3E}">
        <p14:creationId xmlns:p14="http://schemas.microsoft.com/office/powerpoint/2010/main" val="3331940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22</a:t>
            </a:fld>
            <a:endParaRPr lang="fr-FR"/>
          </a:p>
        </p:txBody>
      </p:sp>
    </p:spTree>
    <p:extLst>
      <p:ext uri="{BB962C8B-B14F-4D97-AF65-F5344CB8AC3E}">
        <p14:creationId xmlns:p14="http://schemas.microsoft.com/office/powerpoint/2010/main" val="2750391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23</a:t>
            </a:fld>
            <a:endParaRPr lang="fr-FR"/>
          </a:p>
        </p:txBody>
      </p:sp>
    </p:spTree>
    <p:extLst>
      <p:ext uri="{BB962C8B-B14F-4D97-AF65-F5344CB8AC3E}">
        <p14:creationId xmlns:p14="http://schemas.microsoft.com/office/powerpoint/2010/main" val="2564993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24</a:t>
            </a:fld>
            <a:endParaRPr lang="fr-FR"/>
          </a:p>
        </p:txBody>
      </p:sp>
    </p:spTree>
    <p:extLst>
      <p:ext uri="{BB962C8B-B14F-4D97-AF65-F5344CB8AC3E}">
        <p14:creationId xmlns:p14="http://schemas.microsoft.com/office/powerpoint/2010/main" val="1945552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25</a:t>
            </a:fld>
            <a:endParaRPr lang="fr-FR"/>
          </a:p>
        </p:txBody>
      </p:sp>
    </p:spTree>
    <p:extLst>
      <p:ext uri="{BB962C8B-B14F-4D97-AF65-F5344CB8AC3E}">
        <p14:creationId xmlns:p14="http://schemas.microsoft.com/office/powerpoint/2010/main" val="3916105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26</a:t>
            </a:fld>
            <a:endParaRPr lang="fr-FR"/>
          </a:p>
        </p:txBody>
      </p:sp>
    </p:spTree>
    <p:extLst>
      <p:ext uri="{BB962C8B-B14F-4D97-AF65-F5344CB8AC3E}">
        <p14:creationId xmlns:p14="http://schemas.microsoft.com/office/powerpoint/2010/main" val="1860167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27</a:t>
            </a:fld>
            <a:endParaRPr lang="fr-FR"/>
          </a:p>
        </p:txBody>
      </p:sp>
    </p:spTree>
    <p:extLst>
      <p:ext uri="{BB962C8B-B14F-4D97-AF65-F5344CB8AC3E}">
        <p14:creationId xmlns:p14="http://schemas.microsoft.com/office/powerpoint/2010/main" val="1257512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28</a:t>
            </a:fld>
            <a:endParaRPr lang="fr-FR"/>
          </a:p>
        </p:txBody>
      </p:sp>
    </p:spTree>
    <p:extLst>
      <p:ext uri="{BB962C8B-B14F-4D97-AF65-F5344CB8AC3E}">
        <p14:creationId xmlns:p14="http://schemas.microsoft.com/office/powerpoint/2010/main" val="17024554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29</a:t>
            </a:fld>
            <a:endParaRPr lang="fr-FR"/>
          </a:p>
        </p:txBody>
      </p:sp>
    </p:spTree>
    <p:extLst>
      <p:ext uri="{BB962C8B-B14F-4D97-AF65-F5344CB8AC3E}">
        <p14:creationId xmlns:p14="http://schemas.microsoft.com/office/powerpoint/2010/main" val="2329952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30</a:t>
            </a:fld>
            <a:endParaRPr lang="fr-FR"/>
          </a:p>
        </p:txBody>
      </p:sp>
    </p:spTree>
    <p:extLst>
      <p:ext uri="{BB962C8B-B14F-4D97-AF65-F5344CB8AC3E}">
        <p14:creationId xmlns:p14="http://schemas.microsoft.com/office/powerpoint/2010/main" val="401228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31</a:t>
            </a:fld>
            <a:endParaRPr lang="fr-FR"/>
          </a:p>
        </p:txBody>
      </p:sp>
    </p:spTree>
    <p:extLst>
      <p:ext uri="{BB962C8B-B14F-4D97-AF65-F5344CB8AC3E}">
        <p14:creationId xmlns:p14="http://schemas.microsoft.com/office/powerpoint/2010/main" val="887536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32</a:t>
            </a:fld>
            <a:endParaRPr lang="fr-FR"/>
          </a:p>
        </p:txBody>
      </p:sp>
    </p:spTree>
    <p:extLst>
      <p:ext uri="{BB962C8B-B14F-4D97-AF65-F5344CB8AC3E}">
        <p14:creationId xmlns:p14="http://schemas.microsoft.com/office/powerpoint/2010/main" val="3523153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33</a:t>
            </a:fld>
            <a:endParaRPr lang="fr-FR"/>
          </a:p>
        </p:txBody>
      </p:sp>
    </p:spTree>
    <p:extLst>
      <p:ext uri="{BB962C8B-B14F-4D97-AF65-F5344CB8AC3E}">
        <p14:creationId xmlns:p14="http://schemas.microsoft.com/office/powerpoint/2010/main" val="477576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34</a:t>
            </a:fld>
            <a:endParaRPr lang="fr-FR"/>
          </a:p>
        </p:txBody>
      </p:sp>
    </p:spTree>
    <p:extLst>
      <p:ext uri="{BB962C8B-B14F-4D97-AF65-F5344CB8AC3E}">
        <p14:creationId xmlns:p14="http://schemas.microsoft.com/office/powerpoint/2010/main" val="29597064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35</a:t>
            </a:fld>
            <a:endParaRPr lang="fr-FR"/>
          </a:p>
        </p:txBody>
      </p:sp>
    </p:spTree>
    <p:extLst>
      <p:ext uri="{BB962C8B-B14F-4D97-AF65-F5344CB8AC3E}">
        <p14:creationId xmlns:p14="http://schemas.microsoft.com/office/powerpoint/2010/main" val="6738985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36</a:t>
            </a:fld>
            <a:endParaRPr lang="fr-FR"/>
          </a:p>
        </p:txBody>
      </p:sp>
    </p:spTree>
    <p:extLst>
      <p:ext uri="{BB962C8B-B14F-4D97-AF65-F5344CB8AC3E}">
        <p14:creationId xmlns:p14="http://schemas.microsoft.com/office/powerpoint/2010/main" val="1663578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37</a:t>
            </a:fld>
            <a:endParaRPr lang="fr-FR"/>
          </a:p>
        </p:txBody>
      </p:sp>
    </p:spTree>
    <p:extLst>
      <p:ext uri="{BB962C8B-B14F-4D97-AF65-F5344CB8AC3E}">
        <p14:creationId xmlns:p14="http://schemas.microsoft.com/office/powerpoint/2010/main" val="28429933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38</a:t>
            </a:fld>
            <a:endParaRPr lang="fr-FR"/>
          </a:p>
        </p:txBody>
      </p:sp>
    </p:spTree>
    <p:extLst>
      <p:ext uri="{BB962C8B-B14F-4D97-AF65-F5344CB8AC3E}">
        <p14:creationId xmlns:p14="http://schemas.microsoft.com/office/powerpoint/2010/main" val="37196338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39</a:t>
            </a:fld>
            <a:endParaRPr lang="fr-FR"/>
          </a:p>
        </p:txBody>
      </p:sp>
    </p:spTree>
    <p:extLst>
      <p:ext uri="{BB962C8B-B14F-4D97-AF65-F5344CB8AC3E}">
        <p14:creationId xmlns:p14="http://schemas.microsoft.com/office/powerpoint/2010/main" val="2863859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40</a:t>
            </a:fld>
            <a:endParaRPr lang="fr-FR"/>
          </a:p>
        </p:txBody>
      </p:sp>
    </p:spTree>
    <p:extLst>
      <p:ext uri="{BB962C8B-B14F-4D97-AF65-F5344CB8AC3E}">
        <p14:creationId xmlns:p14="http://schemas.microsoft.com/office/powerpoint/2010/main" val="997296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41</a:t>
            </a:fld>
            <a:endParaRPr lang="fr-FR"/>
          </a:p>
        </p:txBody>
      </p:sp>
    </p:spTree>
    <p:extLst>
      <p:ext uri="{BB962C8B-B14F-4D97-AF65-F5344CB8AC3E}">
        <p14:creationId xmlns:p14="http://schemas.microsoft.com/office/powerpoint/2010/main" val="25456654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42</a:t>
            </a:fld>
            <a:endParaRPr lang="fr-FR"/>
          </a:p>
        </p:txBody>
      </p:sp>
    </p:spTree>
    <p:extLst>
      <p:ext uri="{BB962C8B-B14F-4D97-AF65-F5344CB8AC3E}">
        <p14:creationId xmlns:p14="http://schemas.microsoft.com/office/powerpoint/2010/main" val="1887530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43</a:t>
            </a:fld>
            <a:endParaRPr lang="fr-FR"/>
          </a:p>
        </p:txBody>
      </p:sp>
    </p:spTree>
    <p:extLst>
      <p:ext uri="{BB962C8B-B14F-4D97-AF65-F5344CB8AC3E}">
        <p14:creationId xmlns:p14="http://schemas.microsoft.com/office/powerpoint/2010/main" val="9384398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44</a:t>
            </a:fld>
            <a:endParaRPr lang="fr-FR"/>
          </a:p>
        </p:txBody>
      </p:sp>
    </p:spTree>
    <p:extLst>
      <p:ext uri="{BB962C8B-B14F-4D97-AF65-F5344CB8AC3E}">
        <p14:creationId xmlns:p14="http://schemas.microsoft.com/office/powerpoint/2010/main" val="36301469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45</a:t>
            </a:fld>
            <a:endParaRPr lang="fr-FR"/>
          </a:p>
        </p:txBody>
      </p:sp>
    </p:spTree>
    <p:extLst>
      <p:ext uri="{BB962C8B-B14F-4D97-AF65-F5344CB8AC3E}">
        <p14:creationId xmlns:p14="http://schemas.microsoft.com/office/powerpoint/2010/main" val="23828798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0C38F9E-739D-4730-99B3-BBA10E8C035D}" type="slidenum">
              <a:rPr lang="fr-FR" smtClean="0"/>
              <a:t>46</a:t>
            </a:fld>
            <a:endParaRPr lang="fr-FR"/>
          </a:p>
        </p:txBody>
      </p:sp>
    </p:spTree>
    <p:extLst>
      <p:ext uri="{BB962C8B-B14F-4D97-AF65-F5344CB8AC3E}">
        <p14:creationId xmlns:p14="http://schemas.microsoft.com/office/powerpoint/2010/main" val="2779933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1242-DFB6-C20E-28D9-ECAC5FD500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D3A28258-6EB7-9E21-FBC5-5ED14D5840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2BE2D731-17B8-BB28-6164-A42499A690EA}"/>
              </a:ext>
            </a:extLst>
          </p:cNvPr>
          <p:cNvSpPr>
            <a:spLocks noGrp="1"/>
          </p:cNvSpPr>
          <p:nvPr>
            <p:ph type="dt" sz="half" idx="10"/>
          </p:nvPr>
        </p:nvSpPr>
        <p:spPr/>
        <p:txBody>
          <a:bodyPr/>
          <a:lstStyle/>
          <a:p>
            <a:fld id="{04EA5A27-5221-46A4-AFC0-A49D68819B7E}" type="datetime1">
              <a:rPr lang="fr-FR" smtClean="0"/>
              <a:t>11/06/2024</a:t>
            </a:fld>
            <a:endParaRPr lang="fr-FR"/>
          </a:p>
        </p:txBody>
      </p:sp>
      <p:sp>
        <p:nvSpPr>
          <p:cNvPr id="5" name="Footer Placeholder 4">
            <a:extLst>
              <a:ext uri="{FF2B5EF4-FFF2-40B4-BE49-F238E27FC236}">
                <a16:creationId xmlns:a16="http://schemas.microsoft.com/office/drawing/2014/main" id="{3A54B19B-103C-534C-CFC5-63FE7F5B820C}"/>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E28D9E57-39FE-DF8D-053E-86DF9DB44DEA}"/>
              </a:ext>
            </a:extLst>
          </p:cNvPr>
          <p:cNvSpPr>
            <a:spLocks noGrp="1"/>
          </p:cNvSpPr>
          <p:nvPr>
            <p:ph type="sldNum" sz="quarter" idx="12"/>
          </p:nvPr>
        </p:nvSpPr>
        <p:spPr>
          <a:xfrm>
            <a:off x="11569700" y="6356348"/>
            <a:ext cx="392400" cy="365125"/>
          </a:xfrm>
        </p:spPr>
        <p:txBody>
          <a:bodyPr vert="horz" lIns="91440" tIns="45720" rIns="91440" bIns="45720" rtlCol="0" anchor="ctr"/>
          <a:lstStyle>
            <a:lvl1pPr>
              <a:defRPr lang="fr-FR" sz="1300" b="1" smtClean="0">
                <a:solidFill>
                  <a:schemeClr val="bg1"/>
                </a:solidFill>
                <a:latin typeface="Nunito Sans" pitchFamily="2" charset="0"/>
              </a:defRPr>
            </a:lvl1pPr>
          </a:lstStyle>
          <a:p>
            <a:pPr algn="ctr"/>
            <a:fld id="{DD31AE6B-CDAB-407E-9BC6-E294FE5CDB12}" type="slidenum">
              <a:rPr lang="fr-FR" smtClean="0"/>
              <a:pPr algn="ctr"/>
              <a:t>‹N°›</a:t>
            </a:fld>
            <a:endParaRPr lang="fr-FR"/>
          </a:p>
        </p:txBody>
      </p:sp>
    </p:spTree>
    <p:extLst>
      <p:ext uri="{BB962C8B-B14F-4D97-AF65-F5344CB8AC3E}">
        <p14:creationId xmlns:p14="http://schemas.microsoft.com/office/powerpoint/2010/main" val="17079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A625-C6A4-6545-E8C1-24BACF6504E1}"/>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A82388C3-43C1-2C6F-4CF4-AFD8C6BFC1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6DAB8DC-A978-42DD-2D73-321EFEDF919E}"/>
              </a:ext>
            </a:extLst>
          </p:cNvPr>
          <p:cNvSpPr>
            <a:spLocks noGrp="1"/>
          </p:cNvSpPr>
          <p:nvPr>
            <p:ph type="dt" sz="half" idx="10"/>
          </p:nvPr>
        </p:nvSpPr>
        <p:spPr/>
        <p:txBody>
          <a:bodyPr/>
          <a:lstStyle/>
          <a:p>
            <a:fld id="{FF3C4D5A-DD49-4155-BE5D-D4967D46FB6C}" type="datetime1">
              <a:rPr lang="fr-FR" smtClean="0"/>
              <a:t>11/06/2024</a:t>
            </a:fld>
            <a:endParaRPr lang="fr-FR"/>
          </a:p>
        </p:txBody>
      </p:sp>
      <p:sp>
        <p:nvSpPr>
          <p:cNvPr id="5" name="Footer Placeholder 4">
            <a:extLst>
              <a:ext uri="{FF2B5EF4-FFF2-40B4-BE49-F238E27FC236}">
                <a16:creationId xmlns:a16="http://schemas.microsoft.com/office/drawing/2014/main" id="{CEE2C1D2-9F4E-2D1D-24D2-37B53547D1A3}"/>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A89D863-36E2-2537-F97D-F33F582AE016}"/>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3875688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D7DB-2056-B492-B748-D2FD63AE05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DDA8BBC0-168F-B2D0-BA73-95EACB259B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F2E826-97FC-D8BF-4492-43ABE074FC95}"/>
              </a:ext>
            </a:extLst>
          </p:cNvPr>
          <p:cNvSpPr>
            <a:spLocks noGrp="1"/>
          </p:cNvSpPr>
          <p:nvPr>
            <p:ph type="dt" sz="half" idx="10"/>
          </p:nvPr>
        </p:nvSpPr>
        <p:spPr/>
        <p:txBody>
          <a:bodyPr/>
          <a:lstStyle/>
          <a:p>
            <a:fld id="{02E7887D-EA3F-4557-A1C3-2FB6F1C3B171}" type="datetime1">
              <a:rPr lang="fr-FR" smtClean="0"/>
              <a:t>11/06/2024</a:t>
            </a:fld>
            <a:endParaRPr lang="fr-FR"/>
          </a:p>
        </p:txBody>
      </p:sp>
      <p:sp>
        <p:nvSpPr>
          <p:cNvPr id="5" name="Footer Placeholder 4">
            <a:extLst>
              <a:ext uri="{FF2B5EF4-FFF2-40B4-BE49-F238E27FC236}">
                <a16:creationId xmlns:a16="http://schemas.microsoft.com/office/drawing/2014/main" id="{1E6C959B-D925-6EA2-4C1D-9935AE59C2F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785C67CA-2B86-E84D-6F48-9682D2C9B710}"/>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347583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CFE81-9977-1E0C-4826-D466F2B4E102}"/>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D9A423F-45ED-2430-513F-80590F92BC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3B26EE96-A1E2-C8A9-B9F3-669FA48646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63562B50-571F-F23C-678A-35ECEE3603E9}"/>
              </a:ext>
            </a:extLst>
          </p:cNvPr>
          <p:cNvSpPr>
            <a:spLocks noGrp="1"/>
          </p:cNvSpPr>
          <p:nvPr>
            <p:ph type="dt" sz="half" idx="10"/>
          </p:nvPr>
        </p:nvSpPr>
        <p:spPr/>
        <p:txBody>
          <a:bodyPr/>
          <a:lstStyle/>
          <a:p>
            <a:fld id="{F98AD825-6C82-4F10-8C55-34E9BEDD61B2}" type="datetime1">
              <a:rPr lang="fr-FR" smtClean="0"/>
              <a:t>11/06/2024</a:t>
            </a:fld>
            <a:endParaRPr lang="fr-FR"/>
          </a:p>
        </p:txBody>
      </p:sp>
      <p:sp>
        <p:nvSpPr>
          <p:cNvPr id="6" name="Footer Placeholder 5">
            <a:extLst>
              <a:ext uri="{FF2B5EF4-FFF2-40B4-BE49-F238E27FC236}">
                <a16:creationId xmlns:a16="http://schemas.microsoft.com/office/drawing/2014/main" id="{4034CF37-9C07-710B-8A20-7859CDBA53B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A078CE76-6899-3865-AC83-F4CA2575D5A9}"/>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1076286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7C49-6EE9-69F6-40BB-50FC9DABE2E9}"/>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6C3E6975-3754-2ABF-4772-9A5AA65603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2A32CE-D4EC-73AE-233C-2656BD9CC5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6BF7677D-30E7-8D50-ACFF-826F2CCAB2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03DC03-FA31-FBAE-E201-9079FB275B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FD82BCB9-91B3-3C53-DDC7-F46E1ECDD474}"/>
              </a:ext>
            </a:extLst>
          </p:cNvPr>
          <p:cNvSpPr>
            <a:spLocks noGrp="1"/>
          </p:cNvSpPr>
          <p:nvPr>
            <p:ph type="dt" sz="half" idx="10"/>
          </p:nvPr>
        </p:nvSpPr>
        <p:spPr/>
        <p:txBody>
          <a:bodyPr/>
          <a:lstStyle/>
          <a:p>
            <a:fld id="{40B69C60-1B11-43E4-9C3B-5DF4BAE0AE57}" type="datetime1">
              <a:rPr lang="fr-FR" smtClean="0"/>
              <a:t>11/06/2024</a:t>
            </a:fld>
            <a:endParaRPr lang="fr-FR"/>
          </a:p>
        </p:txBody>
      </p:sp>
      <p:sp>
        <p:nvSpPr>
          <p:cNvPr id="8" name="Footer Placeholder 7">
            <a:extLst>
              <a:ext uri="{FF2B5EF4-FFF2-40B4-BE49-F238E27FC236}">
                <a16:creationId xmlns:a16="http://schemas.microsoft.com/office/drawing/2014/main" id="{5D4E6623-0317-20DF-7B45-E682673E0E34}"/>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0BAA6B2A-7689-EF3E-7E85-13A089361725}"/>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2827324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8B809-3AA5-764B-A233-435CDF81082F}"/>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D6BE9EEB-E243-E9BA-4C75-677F09B9F467}"/>
              </a:ext>
            </a:extLst>
          </p:cNvPr>
          <p:cNvSpPr>
            <a:spLocks noGrp="1"/>
          </p:cNvSpPr>
          <p:nvPr>
            <p:ph type="dt" sz="half" idx="10"/>
          </p:nvPr>
        </p:nvSpPr>
        <p:spPr/>
        <p:txBody>
          <a:bodyPr/>
          <a:lstStyle/>
          <a:p>
            <a:fld id="{10998320-529E-43ED-A404-7E71B712CA9D}" type="datetime1">
              <a:rPr lang="fr-FR" smtClean="0"/>
              <a:t>11/06/2024</a:t>
            </a:fld>
            <a:endParaRPr lang="fr-FR"/>
          </a:p>
        </p:txBody>
      </p:sp>
      <p:sp>
        <p:nvSpPr>
          <p:cNvPr id="4" name="Footer Placeholder 3">
            <a:extLst>
              <a:ext uri="{FF2B5EF4-FFF2-40B4-BE49-F238E27FC236}">
                <a16:creationId xmlns:a16="http://schemas.microsoft.com/office/drawing/2014/main" id="{945AAE60-49BD-6A8F-8914-1BE2E52D81D6}"/>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CEDBBFFC-B314-A16F-46C6-13544773BDBD}"/>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361764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7D3AB-C9F6-6737-C654-E3818233BC3C}"/>
              </a:ext>
            </a:extLst>
          </p:cNvPr>
          <p:cNvSpPr>
            <a:spLocks noGrp="1"/>
          </p:cNvSpPr>
          <p:nvPr>
            <p:ph type="dt" sz="half" idx="10"/>
          </p:nvPr>
        </p:nvSpPr>
        <p:spPr/>
        <p:txBody>
          <a:bodyPr/>
          <a:lstStyle/>
          <a:p>
            <a:fld id="{4A78C019-A4E5-42F2-B31B-0D1636647041}" type="datetime1">
              <a:rPr lang="fr-FR" smtClean="0"/>
              <a:t>11/06/2024</a:t>
            </a:fld>
            <a:endParaRPr lang="fr-FR"/>
          </a:p>
        </p:txBody>
      </p:sp>
      <p:sp>
        <p:nvSpPr>
          <p:cNvPr id="3" name="Footer Placeholder 2">
            <a:extLst>
              <a:ext uri="{FF2B5EF4-FFF2-40B4-BE49-F238E27FC236}">
                <a16:creationId xmlns:a16="http://schemas.microsoft.com/office/drawing/2014/main" id="{EA20466B-507D-B188-BD96-E23829CFB93F}"/>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BFF2AA3C-D030-E2A6-10CB-5288080639D3}"/>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1930998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C622-75E8-1002-3F6C-951AF36A1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C85894F8-72F4-CDC4-48EF-FD179846C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1889D1C3-AD43-D9D2-9636-9CCC6B9A02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FA52E0-E38E-B37E-2610-292EDB0D46BE}"/>
              </a:ext>
            </a:extLst>
          </p:cNvPr>
          <p:cNvSpPr>
            <a:spLocks noGrp="1"/>
          </p:cNvSpPr>
          <p:nvPr>
            <p:ph type="dt" sz="half" idx="10"/>
          </p:nvPr>
        </p:nvSpPr>
        <p:spPr/>
        <p:txBody>
          <a:bodyPr/>
          <a:lstStyle/>
          <a:p>
            <a:fld id="{188A1D3B-34F0-4AEB-AF97-3092E254D51B}" type="datetime1">
              <a:rPr lang="fr-FR" smtClean="0"/>
              <a:t>11/06/2024</a:t>
            </a:fld>
            <a:endParaRPr lang="fr-FR"/>
          </a:p>
        </p:txBody>
      </p:sp>
      <p:sp>
        <p:nvSpPr>
          <p:cNvPr id="6" name="Footer Placeholder 5">
            <a:extLst>
              <a:ext uri="{FF2B5EF4-FFF2-40B4-BE49-F238E27FC236}">
                <a16:creationId xmlns:a16="http://schemas.microsoft.com/office/drawing/2014/main" id="{517BB1AF-935A-BBA7-67DC-8A285721BAC5}"/>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A099B741-CD5C-628C-F609-1FBF38CCF87A}"/>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3790656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AD36-DA1F-21C5-9879-593AB4D86D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49F98A65-3153-3515-9304-7757AF9973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677E65AC-50C9-B766-D878-0A15DC870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8E2164-841C-961C-F135-D75078ACEE6D}"/>
              </a:ext>
            </a:extLst>
          </p:cNvPr>
          <p:cNvSpPr>
            <a:spLocks noGrp="1"/>
          </p:cNvSpPr>
          <p:nvPr>
            <p:ph type="dt" sz="half" idx="10"/>
          </p:nvPr>
        </p:nvSpPr>
        <p:spPr/>
        <p:txBody>
          <a:bodyPr/>
          <a:lstStyle/>
          <a:p>
            <a:fld id="{8A7FA2EC-E105-4E81-8E14-DC132DB01750}" type="datetime1">
              <a:rPr lang="fr-FR" smtClean="0"/>
              <a:t>11/06/2024</a:t>
            </a:fld>
            <a:endParaRPr lang="fr-FR"/>
          </a:p>
        </p:txBody>
      </p:sp>
      <p:sp>
        <p:nvSpPr>
          <p:cNvPr id="6" name="Footer Placeholder 5">
            <a:extLst>
              <a:ext uri="{FF2B5EF4-FFF2-40B4-BE49-F238E27FC236}">
                <a16:creationId xmlns:a16="http://schemas.microsoft.com/office/drawing/2014/main" id="{82591A28-39E4-204E-7493-A4140BBA5E64}"/>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EA4E78BF-498B-4C6F-ADC1-3917A57DC110}"/>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2296688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410C-E0DF-D3A9-5700-C06AB19F6ACA}"/>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7D4FA82B-53F1-1693-85F8-A8B35C8D23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87600282-8841-9110-C916-3DB48186FBC9}"/>
              </a:ext>
            </a:extLst>
          </p:cNvPr>
          <p:cNvSpPr>
            <a:spLocks noGrp="1"/>
          </p:cNvSpPr>
          <p:nvPr>
            <p:ph type="dt" sz="half" idx="10"/>
          </p:nvPr>
        </p:nvSpPr>
        <p:spPr/>
        <p:txBody>
          <a:bodyPr/>
          <a:lstStyle/>
          <a:p>
            <a:fld id="{C462175C-9500-4913-BA43-4CF06AECA4CD}" type="datetime1">
              <a:rPr lang="fr-FR" smtClean="0"/>
              <a:t>11/06/2024</a:t>
            </a:fld>
            <a:endParaRPr lang="fr-FR"/>
          </a:p>
        </p:txBody>
      </p:sp>
      <p:sp>
        <p:nvSpPr>
          <p:cNvPr id="5" name="Footer Placeholder 4">
            <a:extLst>
              <a:ext uri="{FF2B5EF4-FFF2-40B4-BE49-F238E27FC236}">
                <a16:creationId xmlns:a16="http://schemas.microsoft.com/office/drawing/2014/main" id="{F613FA31-0DDC-DE21-7171-48E2CBB4F67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F8BD269-10E7-B2C8-BDF6-29A38E1B790B}"/>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934101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10247-255E-93CE-607A-254024BFDB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1EB24DB1-59F2-837A-0615-8EA27A5C7E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1EC552A-CFE5-4707-9125-9DA3CA674DC9}"/>
              </a:ext>
            </a:extLst>
          </p:cNvPr>
          <p:cNvSpPr>
            <a:spLocks noGrp="1"/>
          </p:cNvSpPr>
          <p:nvPr>
            <p:ph type="dt" sz="half" idx="10"/>
          </p:nvPr>
        </p:nvSpPr>
        <p:spPr/>
        <p:txBody>
          <a:bodyPr/>
          <a:lstStyle/>
          <a:p>
            <a:fld id="{F27D1887-E642-4B72-9190-788777A8D1FD}" type="datetime1">
              <a:rPr lang="fr-FR" smtClean="0"/>
              <a:t>11/06/2024</a:t>
            </a:fld>
            <a:endParaRPr lang="fr-FR"/>
          </a:p>
        </p:txBody>
      </p:sp>
      <p:sp>
        <p:nvSpPr>
          <p:cNvPr id="5" name="Footer Placeholder 4">
            <a:extLst>
              <a:ext uri="{FF2B5EF4-FFF2-40B4-BE49-F238E27FC236}">
                <a16:creationId xmlns:a16="http://schemas.microsoft.com/office/drawing/2014/main" id="{1E86ECA8-AE8E-6000-698D-3D855E9EE57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75710BF-C395-C0AB-B1B2-189BF5C3DF61}"/>
              </a:ext>
            </a:extLst>
          </p:cNvPr>
          <p:cNvSpPr>
            <a:spLocks noGrp="1"/>
          </p:cNvSpPr>
          <p:nvPr>
            <p:ph type="sldNum" sz="quarter" idx="12"/>
          </p:nvPr>
        </p:nvSpPr>
        <p:spPr/>
        <p:txBody>
          <a:bodyPr/>
          <a:lstStyle/>
          <a:p>
            <a:fld id="{DD31AE6B-CDAB-407E-9BC6-E294FE5CDB12}" type="slidenum">
              <a:rPr lang="fr-FR" smtClean="0"/>
              <a:t>‹N°›</a:t>
            </a:fld>
            <a:endParaRPr lang="fr-FR"/>
          </a:p>
        </p:txBody>
      </p:sp>
    </p:spTree>
    <p:extLst>
      <p:ext uri="{BB962C8B-B14F-4D97-AF65-F5344CB8AC3E}">
        <p14:creationId xmlns:p14="http://schemas.microsoft.com/office/powerpoint/2010/main" val="1448597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30073-B428-8132-B553-85C2CACC52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443D449C-3CA3-B473-A4CB-9FCE1D062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A9CA44B-1C44-4AE2-43A9-38AA4C0934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EBD1E4-AC9B-453E-98E2-098DCE27F191}" type="datetime1">
              <a:rPr lang="fr-FR" smtClean="0"/>
              <a:t>11/06/2024</a:t>
            </a:fld>
            <a:endParaRPr lang="fr-FR"/>
          </a:p>
        </p:txBody>
      </p:sp>
      <p:sp>
        <p:nvSpPr>
          <p:cNvPr id="5" name="Footer Placeholder 4">
            <a:extLst>
              <a:ext uri="{FF2B5EF4-FFF2-40B4-BE49-F238E27FC236}">
                <a16:creationId xmlns:a16="http://schemas.microsoft.com/office/drawing/2014/main" id="{CA5823F4-C843-E887-1434-D4C414E455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DC50FD5E-EAA4-B01A-30B0-B470F84B57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1AE6B-CDAB-407E-9BC6-E294FE5CDB12}" type="slidenum">
              <a:rPr lang="fr-FR" smtClean="0"/>
              <a:t>‹N°›</a:t>
            </a:fld>
            <a:endParaRPr lang="fr-FR"/>
          </a:p>
        </p:txBody>
      </p:sp>
    </p:spTree>
    <p:extLst>
      <p:ext uri="{BB962C8B-B14F-4D97-AF65-F5344CB8AC3E}">
        <p14:creationId xmlns:p14="http://schemas.microsoft.com/office/powerpoint/2010/main" val="23723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5.png"/><Relationship Id="rId7" Type="http://schemas.openxmlformats.org/officeDocument/2006/relationships/image" Target="../media/image9.sv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5.png"/><Relationship Id="rId7" Type="http://schemas.openxmlformats.org/officeDocument/2006/relationships/image" Target="../media/image9.sv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9.svg"/><Relationship Id="rId4" Type="http://schemas.openxmlformats.org/officeDocument/2006/relationships/image" Target="../media/image12.png"/><Relationship Id="rId9" Type="http://schemas.openxmlformats.org/officeDocument/2006/relationships/image" Target="../media/image23.sv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9.svg"/><Relationship Id="rId4" Type="http://schemas.openxmlformats.org/officeDocument/2006/relationships/image" Target="../media/image12.png"/><Relationship Id="rId9"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17.pn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0.pn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slide" Target="slide19.xml"/><Relationship Id="rId18" Type="http://schemas.openxmlformats.org/officeDocument/2006/relationships/slide" Target="slide15.xml"/><Relationship Id="rId3" Type="http://schemas.openxmlformats.org/officeDocument/2006/relationships/image" Target="../media/image32.png"/><Relationship Id="rId7" Type="http://schemas.openxmlformats.org/officeDocument/2006/relationships/slide" Target="slide17.xml"/><Relationship Id="rId12" Type="http://schemas.openxmlformats.org/officeDocument/2006/relationships/image" Target="../media/image35.png"/><Relationship Id="rId17" Type="http://schemas.openxmlformats.org/officeDocument/2006/relationships/slide" Target="slide12.xml"/><Relationship Id="rId2" Type="http://schemas.openxmlformats.org/officeDocument/2006/relationships/notesSlide" Target="../notesSlides/notesSlide9.xml"/><Relationship Id="rId16" Type="http://schemas.openxmlformats.org/officeDocument/2006/relationships/image" Target="../media/image37.sv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25.png"/><Relationship Id="rId5" Type="http://schemas.openxmlformats.org/officeDocument/2006/relationships/image" Target="../media/image23.png"/><Relationship Id="rId15" Type="http://schemas.openxmlformats.org/officeDocument/2006/relationships/image" Target="../media/image27.png"/><Relationship Id="rId10" Type="http://schemas.openxmlformats.org/officeDocument/2006/relationships/slide" Target="slide18.xml"/><Relationship Id="rId4" Type="http://schemas.openxmlformats.org/officeDocument/2006/relationships/slide" Target="slide16.xml"/><Relationship Id="rId9" Type="http://schemas.openxmlformats.org/officeDocument/2006/relationships/image" Target="../media/image34.png"/><Relationship Id="rId1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slide" Target="slide19.xml"/><Relationship Id="rId18" Type="http://schemas.openxmlformats.org/officeDocument/2006/relationships/slide" Target="slide15.xml"/><Relationship Id="rId3" Type="http://schemas.openxmlformats.org/officeDocument/2006/relationships/image" Target="../media/image32.png"/><Relationship Id="rId7" Type="http://schemas.openxmlformats.org/officeDocument/2006/relationships/slide" Target="slide17.xml"/><Relationship Id="rId12" Type="http://schemas.openxmlformats.org/officeDocument/2006/relationships/image" Target="../media/image35.png"/><Relationship Id="rId17" Type="http://schemas.openxmlformats.org/officeDocument/2006/relationships/slide" Target="slide12.xml"/><Relationship Id="rId2" Type="http://schemas.openxmlformats.org/officeDocument/2006/relationships/notesSlide" Target="../notesSlides/notesSlide10.xml"/><Relationship Id="rId16" Type="http://schemas.openxmlformats.org/officeDocument/2006/relationships/image" Target="../media/image37.sv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25.png"/><Relationship Id="rId5" Type="http://schemas.openxmlformats.org/officeDocument/2006/relationships/image" Target="../media/image23.png"/><Relationship Id="rId15" Type="http://schemas.openxmlformats.org/officeDocument/2006/relationships/image" Target="../media/image27.png"/><Relationship Id="rId10" Type="http://schemas.openxmlformats.org/officeDocument/2006/relationships/slide" Target="slide18.xml"/><Relationship Id="rId4" Type="http://schemas.openxmlformats.org/officeDocument/2006/relationships/slide" Target="slide16.xml"/><Relationship Id="rId9" Type="http://schemas.openxmlformats.org/officeDocument/2006/relationships/image" Target="../media/image34.png"/><Relationship Id="rId1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slide" Target="slide19.xml"/><Relationship Id="rId18" Type="http://schemas.openxmlformats.org/officeDocument/2006/relationships/slide" Target="slide15.xml"/><Relationship Id="rId3" Type="http://schemas.openxmlformats.org/officeDocument/2006/relationships/image" Target="../media/image32.png"/><Relationship Id="rId7" Type="http://schemas.openxmlformats.org/officeDocument/2006/relationships/slide" Target="slide17.xml"/><Relationship Id="rId12" Type="http://schemas.openxmlformats.org/officeDocument/2006/relationships/image" Target="../media/image35.png"/><Relationship Id="rId17" Type="http://schemas.openxmlformats.org/officeDocument/2006/relationships/slide" Target="slide12.xml"/><Relationship Id="rId2" Type="http://schemas.openxmlformats.org/officeDocument/2006/relationships/notesSlide" Target="../notesSlides/notesSlide11.xml"/><Relationship Id="rId16" Type="http://schemas.openxmlformats.org/officeDocument/2006/relationships/image" Target="../media/image37.sv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25.png"/><Relationship Id="rId5" Type="http://schemas.openxmlformats.org/officeDocument/2006/relationships/image" Target="../media/image23.png"/><Relationship Id="rId15" Type="http://schemas.openxmlformats.org/officeDocument/2006/relationships/image" Target="../media/image27.png"/><Relationship Id="rId10" Type="http://schemas.openxmlformats.org/officeDocument/2006/relationships/slide" Target="slide18.xml"/><Relationship Id="rId4" Type="http://schemas.openxmlformats.org/officeDocument/2006/relationships/slide" Target="slide16.xml"/><Relationship Id="rId9" Type="http://schemas.openxmlformats.org/officeDocument/2006/relationships/image" Target="../media/image34.png"/><Relationship Id="rId1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slide" Target="slide19.xml"/><Relationship Id="rId18" Type="http://schemas.openxmlformats.org/officeDocument/2006/relationships/slide" Target="slide15.xml"/><Relationship Id="rId3" Type="http://schemas.openxmlformats.org/officeDocument/2006/relationships/image" Target="../media/image32.png"/><Relationship Id="rId7" Type="http://schemas.openxmlformats.org/officeDocument/2006/relationships/slide" Target="slide17.xml"/><Relationship Id="rId12" Type="http://schemas.openxmlformats.org/officeDocument/2006/relationships/image" Target="../media/image35.png"/><Relationship Id="rId17" Type="http://schemas.openxmlformats.org/officeDocument/2006/relationships/slide" Target="slide12.xml"/><Relationship Id="rId2" Type="http://schemas.openxmlformats.org/officeDocument/2006/relationships/notesSlide" Target="../notesSlides/notesSlide12.xml"/><Relationship Id="rId16" Type="http://schemas.openxmlformats.org/officeDocument/2006/relationships/image" Target="../media/image37.sv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25.png"/><Relationship Id="rId5" Type="http://schemas.openxmlformats.org/officeDocument/2006/relationships/image" Target="../media/image23.png"/><Relationship Id="rId15" Type="http://schemas.openxmlformats.org/officeDocument/2006/relationships/image" Target="../media/image27.png"/><Relationship Id="rId10" Type="http://schemas.openxmlformats.org/officeDocument/2006/relationships/slide" Target="slide18.xml"/><Relationship Id="rId4" Type="http://schemas.openxmlformats.org/officeDocument/2006/relationships/slide" Target="slide16.xml"/><Relationship Id="rId9" Type="http://schemas.openxmlformats.org/officeDocument/2006/relationships/image" Target="../media/image34.png"/><Relationship Id="rId1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1.png"/><Relationship Id="rId12" Type="http://schemas.openxmlformats.org/officeDocument/2006/relationships/image" Target="../media/image45.svg"/><Relationship Id="rId2" Type="http://schemas.openxmlformats.org/officeDocument/2006/relationships/notesSlide" Target="../notesSlides/notesSlide16.xml"/><Relationship Id="rId16" Type="http://schemas.openxmlformats.org/officeDocument/2006/relationships/image" Target="../media/image40.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37.png"/><Relationship Id="rId5" Type="http://schemas.openxmlformats.org/officeDocument/2006/relationships/image" Target="../media/image30.png"/><Relationship Id="rId15" Type="http://schemas.openxmlformats.org/officeDocument/2006/relationships/image" Target="../media/image48.svg"/><Relationship Id="rId10" Type="http://schemas.openxmlformats.org/officeDocument/2006/relationships/image" Target="../media/image43.svg"/><Relationship Id="rId4" Type="http://schemas.openxmlformats.org/officeDocument/2006/relationships/image" Target="../media/image29.png"/><Relationship Id="rId9" Type="http://schemas.openxmlformats.org/officeDocument/2006/relationships/image" Target="../media/image36.png"/><Relationship Id="rId1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6.png"/><Relationship Id="rId12" Type="http://schemas.microsoft.com/office/2007/relationships/hdphoto" Target="../media/hdphoto5.wdp"/><Relationship Id="rId2" Type="http://schemas.openxmlformats.org/officeDocument/2006/relationships/notesSlide" Target="../notesSlides/notesSlide17.xml"/><Relationship Id="rId16" Type="http://schemas.openxmlformats.org/officeDocument/2006/relationships/image" Target="../media/image40.png"/><Relationship Id="rId1" Type="http://schemas.openxmlformats.org/officeDocument/2006/relationships/slideLayout" Target="../slideLayouts/slideLayout1.xml"/><Relationship Id="rId6" Type="http://schemas.microsoft.com/office/2007/relationships/hdphoto" Target="../media/hdphoto4.wdp"/><Relationship Id="rId11" Type="http://schemas.openxmlformats.org/officeDocument/2006/relationships/image" Target="../media/image42.png"/><Relationship Id="rId5" Type="http://schemas.openxmlformats.org/officeDocument/2006/relationships/image" Target="../media/image41.png"/><Relationship Id="rId15" Type="http://schemas.openxmlformats.org/officeDocument/2006/relationships/image" Target="../media/image48.svg"/><Relationship Id="rId10" Type="http://schemas.openxmlformats.org/officeDocument/2006/relationships/image" Target="../media/image45.svg"/><Relationship Id="rId4" Type="http://schemas.openxmlformats.org/officeDocument/2006/relationships/image" Target="../media/image29.png"/><Relationship Id="rId9" Type="http://schemas.openxmlformats.org/officeDocument/2006/relationships/image" Target="../media/image37.png"/><Relationship Id="rId14"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3" Type="http://schemas.openxmlformats.org/officeDocument/2006/relationships/image" Target="../media/image28.png"/><Relationship Id="rId7" Type="http://schemas.microsoft.com/office/2007/relationships/hdphoto" Target="../media/hdphoto4.wdp"/><Relationship Id="rId12" Type="http://schemas.openxmlformats.org/officeDocument/2006/relationships/image" Target="../media/image39.png"/><Relationship Id="rId2" Type="http://schemas.openxmlformats.org/officeDocument/2006/relationships/notesSlide" Target="../notesSlides/notesSlide18.xml"/><Relationship Id="rId16" Type="http://schemas.microsoft.com/office/2007/relationships/hdphoto" Target="../media/hdphoto6.wdp"/><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5.svg"/><Relationship Id="rId5" Type="http://schemas.openxmlformats.org/officeDocument/2006/relationships/image" Target="../media/image29.png"/><Relationship Id="rId15" Type="http://schemas.openxmlformats.org/officeDocument/2006/relationships/image" Target="../media/image44.png"/><Relationship Id="rId10"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0.png"/></Relationships>
</file>

<file path=ppt/slides/_rels/slide22.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6.png"/><Relationship Id="rId12" Type="http://schemas.microsoft.com/office/2007/relationships/hdphoto" Target="../media/hdphoto6.wdp"/><Relationship Id="rId2" Type="http://schemas.openxmlformats.org/officeDocument/2006/relationships/notesSlide" Target="../notesSlides/notesSlide19.xml"/><Relationship Id="rId16" Type="http://schemas.openxmlformats.org/officeDocument/2006/relationships/image" Target="../media/image40.png"/><Relationship Id="rId1" Type="http://schemas.openxmlformats.org/officeDocument/2006/relationships/slideLayout" Target="../slideLayouts/slideLayout1.xml"/><Relationship Id="rId6" Type="http://schemas.microsoft.com/office/2007/relationships/hdphoto" Target="../media/hdphoto4.wdp"/><Relationship Id="rId11" Type="http://schemas.openxmlformats.org/officeDocument/2006/relationships/image" Target="../media/image44.png"/><Relationship Id="rId5" Type="http://schemas.openxmlformats.org/officeDocument/2006/relationships/image" Target="../media/image41.png"/><Relationship Id="rId15" Type="http://schemas.openxmlformats.org/officeDocument/2006/relationships/image" Target="../media/image48.svg"/><Relationship Id="rId10" Type="http://schemas.openxmlformats.org/officeDocument/2006/relationships/image" Target="../media/image45.svg"/><Relationship Id="rId4" Type="http://schemas.openxmlformats.org/officeDocument/2006/relationships/image" Target="../media/image45.png"/><Relationship Id="rId9" Type="http://schemas.openxmlformats.org/officeDocument/2006/relationships/image" Target="../media/image37.png"/><Relationship Id="rId14" Type="http://schemas.openxmlformats.org/officeDocument/2006/relationships/image" Target="../media/image39.png"/></Relationships>
</file>

<file path=ppt/slides/_rels/slide23.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6.png"/><Relationship Id="rId12" Type="http://schemas.microsoft.com/office/2007/relationships/hdphoto" Target="../media/hdphoto6.wdp"/><Relationship Id="rId2" Type="http://schemas.openxmlformats.org/officeDocument/2006/relationships/notesSlide" Target="../notesSlides/notesSlide20.xml"/><Relationship Id="rId16" Type="http://schemas.openxmlformats.org/officeDocument/2006/relationships/image" Target="../media/image40.png"/><Relationship Id="rId1" Type="http://schemas.openxmlformats.org/officeDocument/2006/relationships/slideLayout" Target="../slideLayouts/slideLayout1.xml"/><Relationship Id="rId6" Type="http://schemas.microsoft.com/office/2007/relationships/hdphoto" Target="../media/hdphoto4.wdp"/><Relationship Id="rId11" Type="http://schemas.openxmlformats.org/officeDocument/2006/relationships/image" Target="../media/image44.png"/><Relationship Id="rId5" Type="http://schemas.openxmlformats.org/officeDocument/2006/relationships/image" Target="../media/image41.png"/><Relationship Id="rId15" Type="http://schemas.openxmlformats.org/officeDocument/2006/relationships/image" Target="../media/image48.svg"/><Relationship Id="rId10" Type="http://schemas.openxmlformats.org/officeDocument/2006/relationships/image" Target="../media/image45.svg"/><Relationship Id="rId4" Type="http://schemas.openxmlformats.org/officeDocument/2006/relationships/image" Target="../media/image29.png"/><Relationship Id="rId9" Type="http://schemas.openxmlformats.org/officeDocument/2006/relationships/image" Target="../media/image46.png"/><Relationship Id="rId14" Type="http://schemas.openxmlformats.org/officeDocument/2006/relationships/image" Target="../media/image39.png"/></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8.svg"/><Relationship Id="rId3" Type="http://schemas.openxmlformats.org/officeDocument/2006/relationships/image" Target="../media/image28.png"/><Relationship Id="rId7" Type="http://schemas.microsoft.com/office/2007/relationships/hdphoto" Target="../media/hdphoto4.wdp"/><Relationship Id="rId12" Type="http://schemas.openxmlformats.org/officeDocument/2006/relationships/image" Target="../media/image39.png"/><Relationship Id="rId2" Type="http://schemas.openxmlformats.org/officeDocument/2006/relationships/notesSlide" Target="../notesSlides/notesSlide21.xml"/><Relationship Id="rId16" Type="http://schemas.openxmlformats.org/officeDocument/2006/relationships/image" Target="../media/image45.svg"/><Relationship Id="rId1" Type="http://schemas.openxmlformats.org/officeDocument/2006/relationships/slideLayout" Target="../slideLayouts/slideLayout1.xml"/><Relationship Id="rId6" Type="http://schemas.openxmlformats.org/officeDocument/2006/relationships/image" Target="../media/image41.png"/><Relationship Id="rId11" Type="http://schemas.microsoft.com/office/2007/relationships/hdphoto" Target="../media/hdphoto6.wdp"/><Relationship Id="rId5" Type="http://schemas.openxmlformats.org/officeDocument/2006/relationships/image" Target="../media/image29.png"/><Relationship Id="rId15" Type="http://schemas.openxmlformats.org/officeDocument/2006/relationships/image" Target="../media/image37.png"/><Relationship Id="rId10" Type="http://schemas.openxmlformats.org/officeDocument/2006/relationships/image" Target="../media/image44.png"/><Relationship Id="rId4" Type="http://schemas.openxmlformats.org/officeDocument/2006/relationships/image" Target="../media/image47.png"/><Relationship Id="rId9" Type="http://schemas.openxmlformats.org/officeDocument/2006/relationships/image" Target="../media/image43.svg"/><Relationship Id="rId14"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8.svg"/><Relationship Id="rId3" Type="http://schemas.openxmlformats.org/officeDocument/2006/relationships/image" Target="../media/image48.png"/><Relationship Id="rId7" Type="http://schemas.microsoft.com/office/2007/relationships/hdphoto" Target="../media/hdphoto4.wdp"/><Relationship Id="rId12" Type="http://schemas.openxmlformats.org/officeDocument/2006/relationships/image" Target="../media/image39.png"/><Relationship Id="rId2" Type="http://schemas.openxmlformats.org/officeDocument/2006/relationships/notesSlide" Target="../notesSlides/notesSlide22.xml"/><Relationship Id="rId16" Type="http://schemas.openxmlformats.org/officeDocument/2006/relationships/image" Target="../media/image45.svg"/><Relationship Id="rId1" Type="http://schemas.openxmlformats.org/officeDocument/2006/relationships/slideLayout" Target="../slideLayouts/slideLayout1.xml"/><Relationship Id="rId6" Type="http://schemas.openxmlformats.org/officeDocument/2006/relationships/image" Target="../media/image41.png"/><Relationship Id="rId11" Type="http://schemas.microsoft.com/office/2007/relationships/hdphoto" Target="../media/hdphoto6.wdp"/><Relationship Id="rId5" Type="http://schemas.openxmlformats.org/officeDocument/2006/relationships/image" Target="../media/image29.png"/><Relationship Id="rId15" Type="http://schemas.openxmlformats.org/officeDocument/2006/relationships/image" Target="../media/image37.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0.png"/></Relationships>
</file>

<file path=ppt/slides/_rels/slide26.xml.rels><?xml version="1.0" encoding="UTF-8" standalone="yes"?>
<Relationships xmlns="http://schemas.openxmlformats.org/package/2006/relationships"><Relationship Id="rId8" Type="http://schemas.openxmlformats.org/officeDocument/2006/relationships/image" Target="../media/image36.png"/><Relationship Id="rId13" Type="http://schemas.microsoft.com/office/2007/relationships/hdphoto" Target="../media/hdphoto6.wdp"/><Relationship Id="rId3" Type="http://schemas.openxmlformats.org/officeDocument/2006/relationships/image" Target="../media/image28.png"/><Relationship Id="rId7" Type="http://schemas.microsoft.com/office/2007/relationships/hdphoto" Target="../media/hdphoto4.wdp"/><Relationship Id="rId12" Type="http://schemas.openxmlformats.org/officeDocument/2006/relationships/image" Target="../media/image44.png"/><Relationship Id="rId2" Type="http://schemas.openxmlformats.org/officeDocument/2006/relationships/notesSlide" Target="../notesSlides/notesSlide23.xml"/><Relationship Id="rId16"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5.svg"/><Relationship Id="rId5" Type="http://schemas.openxmlformats.org/officeDocument/2006/relationships/image" Target="../media/image29.png"/><Relationship Id="rId15" Type="http://schemas.openxmlformats.org/officeDocument/2006/relationships/image" Target="../media/image48.svg"/><Relationship Id="rId10"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9.png"/></Relationships>
</file>

<file path=ppt/slides/_rels/slide27.xml.rels><?xml version="1.0" encoding="UTF-8" standalone="yes"?>
<Relationships xmlns="http://schemas.openxmlformats.org/package/2006/relationships"><Relationship Id="rId8" Type="http://schemas.openxmlformats.org/officeDocument/2006/relationships/image" Target="../media/image36.png"/><Relationship Id="rId13" Type="http://schemas.microsoft.com/office/2007/relationships/hdphoto" Target="../media/hdphoto6.wdp"/><Relationship Id="rId3" Type="http://schemas.openxmlformats.org/officeDocument/2006/relationships/image" Target="../media/image28.png"/><Relationship Id="rId7" Type="http://schemas.microsoft.com/office/2007/relationships/hdphoto" Target="../media/hdphoto4.wdp"/><Relationship Id="rId12" Type="http://schemas.openxmlformats.org/officeDocument/2006/relationships/image" Target="../media/image44.png"/><Relationship Id="rId2" Type="http://schemas.openxmlformats.org/officeDocument/2006/relationships/notesSlide" Target="../notesSlides/notesSlide24.xml"/><Relationship Id="rId16"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5.svg"/><Relationship Id="rId5" Type="http://schemas.openxmlformats.org/officeDocument/2006/relationships/image" Target="../media/image29.png"/><Relationship Id="rId15" Type="http://schemas.openxmlformats.org/officeDocument/2006/relationships/image" Target="../media/image48.svg"/><Relationship Id="rId10"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59.png"/><Relationship Id="rId18" Type="http://schemas.openxmlformats.org/officeDocument/2006/relationships/slide" Target="slide31.xml"/><Relationship Id="rId26" Type="http://schemas.openxmlformats.org/officeDocument/2006/relationships/image" Target="../media/image68.svg"/><Relationship Id="rId3" Type="http://schemas.openxmlformats.org/officeDocument/2006/relationships/image" Target="../media/image50.jpg"/><Relationship Id="rId21" Type="http://schemas.openxmlformats.org/officeDocument/2006/relationships/image" Target="../media/image61.png"/><Relationship Id="rId7" Type="http://schemas.openxmlformats.org/officeDocument/2006/relationships/image" Target="../media/image54.png"/><Relationship Id="rId12" Type="http://schemas.openxmlformats.org/officeDocument/2006/relationships/slide" Target="slide29.xml"/><Relationship Id="rId17" Type="http://schemas.openxmlformats.org/officeDocument/2006/relationships/image" Target="../media/image62.svg"/><Relationship Id="rId25" Type="http://schemas.openxmlformats.org/officeDocument/2006/relationships/image" Target="../media/image63.png"/><Relationship Id="rId2" Type="http://schemas.openxmlformats.org/officeDocument/2006/relationships/notesSlide" Target="../notesSlides/notesSlide25.xml"/><Relationship Id="rId16" Type="http://schemas.openxmlformats.org/officeDocument/2006/relationships/image" Target="../media/image60.png"/><Relationship Id="rId20" Type="http://schemas.openxmlformats.org/officeDocument/2006/relationships/slide" Target="slide33.xml"/><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66.svg"/><Relationship Id="rId5" Type="http://schemas.openxmlformats.org/officeDocument/2006/relationships/image" Target="../media/image52.png"/><Relationship Id="rId15" Type="http://schemas.openxmlformats.org/officeDocument/2006/relationships/slide" Target="slide30.xml"/><Relationship Id="rId23" Type="http://schemas.openxmlformats.org/officeDocument/2006/relationships/image" Target="../media/image62.png"/><Relationship Id="rId28" Type="http://schemas.openxmlformats.org/officeDocument/2006/relationships/image" Target="../media/image70.svg"/><Relationship Id="rId10" Type="http://schemas.openxmlformats.org/officeDocument/2006/relationships/image" Target="../media/image57.png"/><Relationship Id="rId19" Type="http://schemas.openxmlformats.org/officeDocument/2006/relationships/slide" Target="slide32.xml"/><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0.svg"/><Relationship Id="rId22" Type="http://schemas.openxmlformats.org/officeDocument/2006/relationships/image" Target="../media/image64.svg"/><Relationship Id="rId27" Type="http://schemas.openxmlformats.org/officeDocument/2006/relationships/image" Target="../media/image64.png"/></Relationships>
</file>

<file path=ppt/slides/_rels/slide29.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4.svg"/><Relationship Id="rId18" Type="http://schemas.openxmlformats.org/officeDocument/2006/relationships/image" Target="../media/image64.png"/><Relationship Id="rId26" Type="http://schemas.openxmlformats.org/officeDocument/2006/relationships/image" Target="../media/image57.png"/><Relationship Id="rId3" Type="http://schemas.openxmlformats.org/officeDocument/2006/relationships/slide" Target="slide29.xml"/><Relationship Id="rId21" Type="http://schemas.openxmlformats.org/officeDocument/2006/relationships/image" Target="../media/image52.png"/><Relationship Id="rId7" Type="http://schemas.openxmlformats.org/officeDocument/2006/relationships/image" Target="../media/image60.png"/><Relationship Id="rId12" Type="http://schemas.openxmlformats.org/officeDocument/2006/relationships/image" Target="../media/image61.png"/><Relationship Id="rId17" Type="http://schemas.openxmlformats.org/officeDocument/2006/relationships/image" Target="../media/image68.svg"/><Relationship Id="rId25" Type="http://schemas.openxmlformats.org/officeDocument/2006/relationships/image" Target="../media/image56.png"/><Relationship Id="rId2" Type="http://schemas.openxmlformats.org/officeDocument/2006/relationships/notesSlide" Target="../notesSlides/notesSlide26.xml"/><Relationship Id="rId16" Type="http://schemas.openxmlformats.org/officeDocument/2006/relationships/image" Target="../media/image63.png"/><Relationship Id="rId20"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slide" Target="slide30.xml"/><Relationship Id="rId11" Type="http://schemas.openxmlformats.org/officeDocument/2006/relationships/slide" Target="slide33.xml"/><Relationship Id="rId24" Type="http://schemas.openxmlformats.org/officeDocument/2006/relationships/image" Target="../media/image55.png"/><Relationship Id="rId5" Type="http://schemas.openxmlformats.org/officeDocument/2006/relationships/image" Target="../media/image60.svg"/><Relationship Id="rId15" Type="http://schemas.openxmlformats.org/officeDocument/2006/relationships/image" Target="../media/image66.svg"/><Relationship Id="rId23" Type="http://schemas.openxmlformats.org/officeDocument/2006/relationships/image" Target="../media/image54.png"/><Relationship Id="rId10" Type="http://schemas.openxmlformats.org/officeDocument/2006/relationships/slide" Target="slide32.xml"/><Relationship Id="rId19" Type="http://schemas.openxmlformats.org/officeDocument/2006/relationships/image" Target="../media/image70.svg"/><Relationship Id="rId4" Type="http://schemas.openxmlformats.org/officeDocument/2006/relationships/image" Target="../media/image59.png"/><Relationship Id="rId9" Type="http://schemas.openxmlformats.org/officeDocument/2006/relationships/slide" Target="slide31.xml"/><Relationship Id="rId14" Type="http://schemas.openxmlformats.org/officeDocument/2006/relationships/image" Target="../media/image62.png"/><Relationship Id="rId22" Type="http://schemas.openxmlformats.org/officeDocument/2006/relationships/image" Target="../media/image53.png"/><Relationship Id="rId27" Type="http://schemas.openxmlformats.org/officeDocument/2006/relationships/image" Target="../media/image58.png"/></Relationships>
</file>

<file path=ppt/slides/_rels/slide30.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62.png"/><Relationship Id="rId18" Type="http://schemas.openxmlformats.org/officeDocument/2006/relationships/image" Target="../media/image70.svg"/><Relationship Id="rId26" Type="http://schemas.openxmlformats.org/officeDocument/2006/relationships/image" Target="../media/image58.png"/><Relationship Id="rId3" Type="http://schemas.openxmlformats.org/officeDocument/2006/relationships/slide" Target="slide29.xml"/><Relationship Id="rId21" Type="http://schemas.openxmlformats.org/officeDocument/2006/relationships/image" Target="../media/image53.png"/><Relationship Id="rId7" Type="http://schemas.openxmlformats.org/officeDocument/2006/relationships/image" Target="../media/image65.png"/><Relationship Id="rId12" Type="http://schemas.openxmlformats.org/officeDocument/2006/relationships/image" Target="../media/image64.svg"/><Relationship Id="rId17" Type="http://schemas.openxmlformats.org/officeDocument/2006/relationships/image" Target="../media/image64.png"/><Relationship Id="rId25" Type="http://schemas.openxmlformats.org/officeDocument/2006/relationships/image" Target="../media/image57.png"/><Relationship Id="rId2" Type="http://schemas.openxmlformats.org/officeDocument/2006/relationships/notesSlide" Target="../notesSlides/notesSlide27.xml"/><Relationship Id="rId16" Type="http://schemas.openxmlformats.org/officeDocument/2006/relationships/image" Target="../media/image68.svg"/><Relationship Id="rId20"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slide" Target="slide31.xml"/><Relationship Id="rId11" Type="http://schemas.openxmlformats.org/officeDocument/2006/relationships/image" Target="../media/image61.png"/><Relationship Id="rId24" Type="http://schemas.openxmlformats.org/officeDocument/2006/relationships/image" Target="../media/image56.png"/><Relationship Id="rId5" Type="http://schemas.openxmlformats.org/officeDocument/2006/relationships/image" Target="../media/image60.svg"/><Relationship Id="rId15" Type="http://schemas.openxmlformats.org/officeDocument/2006/relationships/image" Target="../media/image63.png"/><Relationship Id="rId23" Type="http://schemas.openxmlformats.org/officeDocument/2006/relationships/image" Target="../media/image55.png"/><Relationship Id="rId10" Type="http://schemas.openxmlformats.org/officeDocument/2006/relationships/slide" Target="slide33.xml"/><Relationship Id="rId19" Type="http://schemas.openxmlformats.org/officeDocument/2006/relationships/image" Target="../media/image51.png"/><Relationship Id="rId4" Type="http://schemas.openxmlformats.org/officeDocument/2006/relationships/image" Target="../media/image59.png"/><Relationship Id="rId9" Type="http://schemas.openxmlformats.org/officeDocument/2006/relationships/slide" Target="slide32.xml"/><Relationship Id="rId14" Type="http://schemas.openxmlformats.org/officeDocument/2006/relationships/image" Target="../media/image66.svg"/><Relationship Id="rId22" Type="http://schemas.openxmlformats.org/officeDocument/2006/relationships/image" Target="../media/image54.png"/></Relationships>
</file>

<file path=ppt/slides/_rels/slide31.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62.png"/><Relationship Id="rId18" Type="http://schemas.openxmlformats.org/officeDocument/2006/relationships/image" Target="../media/image70.svg"/><Relationship Id="rId26" Type="http://schemas.openxmlformats.org/officeDocument/2006/relationships/image" Target="../media/image58.png"/><Relationship Id="rId3" Type="http://schemas.openxmlformats.org/officeDocument/2006/relationships/slide" Target="slide29.xml"/><Relationship Id="rId21" Type="http://schemas.openxmlformats.org/officeDocument/2006/relationships/image" Target="../media/image53.png"/><Relationship Id="rId7" Type="http://schemas.openxmlformats.org/officeDocument/2006/relationships/image" Target="../media/image65.png"/><Relationship Id="rId12" Type="http://schemas.openxmlformats.org/officeDocument/2006/relationships/image" Target="../media/image64.svg"/><Relationship Id="rId17" Type="http://schemas.openxmlformats.org/officeDocument/2006/relationships/image" Target="../media/image64.png"/><Relationship Id="rId25" Type="http://schemas.openxmlformats.org/officeDocument/2006/relationships/image" Target="../media/image57.png"/><Relationship Id="rId2" Type="http://schemas.openxmlformats.org/officeDocument/2006/relationships/notesSlide" Target="../notesSlides/notesSlide28.xml"/><Relationship Id="rId16" Type="http://schemas.openxmlformats.org/officeDocument/2006/relationships/image" Target="../media/image68.svg"/><Relationship Id="rId20"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slide" Target="slide32.xml"/><Relationship Id="rId11" Type="http://schemas.openxmlformats.org/officeDocument/2006/relationships/image" Target="../media/image61.png"/><Relationship Id="rId24" Type="http://schemas.openxmlformats.org/officeDocument/2006/relationships/image" Target="../media/image56.png"/><Relationship Id="rId5" Type="http://schemas.openxmlformats.org/officeDocument/2006/relationships/image" Target="../media/image74.svg"/><Relationship Id="rId15" Type="http://schemas.openxmlformats.org/officeDocument/2006/relationships/image" Target="../media/image63.png"/><Relationship Id="rId23" Type="http://schemas.openxmlformats.org/officeDocument/2006/relationships/image" Target="../media/image55.png"/><Relationship Id="rId10" Type="http://schemas.openxmlformats.org/officeDocument/2006/relationships/slide" Target="slide34.xml"/><Relationship Id="rId19" Type="http://schemas.openxmlformats.org/officeDocument/2006/relationships/image" Target="../media/image51.png"/><Relationship Id="rId4" Type="http://schemas.openxmlformats.org/officeDocument/2006/relationships/image" Target="../media/image66.png"/><Relationship Id="rId9" Type="http://schemas.openxmlformats.org/officeDocument/2006/relationships/slide" Target="slide33.xml"/><Relationship Id="rId14" Type="http://schemas.openxmlformats.org/officeDocument/2006/relationships/image" Target="../media/image66.svg"/><Relationship Id="rId22" Type="http://schemas.openxmlformats.org/officeDocument/2006/relationships/image" Target="../media/image54.png"/></Relationships>
</file>

<file path=ppt/slides/_rels/slide32.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76.svg"/><Relationship Id="rId18" Type="http://schemas.openxmlformats.org/officeDocument/2006/relationships/image" Target="../media/image51.png"/><Relationship Id="rId3" Type="http://schemas.openxmlformats.org/officeDocument/2006/relationships/slide" Target="slide29.xml"/><Relationship Id="rId21" Type="http://schemas.openxmlformats.org/officeDocument/2006/relationships/image" Target="../media/image54.png"/><Relationship Id="rId7" Type="http://schemas.openxmlformats.org/officeDocument/2006/relationships/image" Target="../media/image65.png"/><Relationship Id="rId12" Type="http://schemas.openxmlformats.org/officeDocument/2006/relationships/image" Target="../media/image67.png"/><Relationship Id="rId17" Type="http://schemas.openxmlformats.org/officeDocument/2006/relationships/image" Target="../media/image70.svg"/><Relationship Id="rId25" Type="http://schemas.openxmlformats.org/officeDocument/2006/relationships/image" Target="../media/image58.png"/><Relationship Id="rId2" Type="http://schemas.openxmlformats.org/officeDocument/2006/relationships/notesSlide" Target="../notesSlides/notesSlide29.xml"/><Relationship Id="rId16" Type="http://schemas.openxmlformats.org/officeDocument/2006/relationships/image" Target="../media/image64.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slide" Target="slide33.xml"/><Relationship Id="rId11" Type="http://schemas.openxmlformats.org/officeDocument/2006/relationships/image" Target="../media/image64.svg"/><Relationship Id="rId24" Type="http://schemas.openxmlformats.org/officeDocument/2006/relationships/image" Target="../media/image57.png"/><Relationship Id="rId5" Type="http://schemas.openxmlformats.org/officeDocument/2006/relationships/image" Target="../media/image60.svg"/><Relationship Id="rId15" Type="http://schemas.openxmlformats.org/officeDocument/2006/relationships/image" Target="../media/image68.svg"/><Relationship Id="rId23" Type="http://schemas.openxmlformats.org/officeDocument/2006/relationships/image" Target="../media/image56.png"/><Relationship Id="rId10" Type="http://schemas.openxmlformats.org/officeDocument/2006/relationships/image" Target="../media/image61.png"/><Relationship Id="rId19" Type="http://schemas.openxmlformats.org/officeDocument/2006/relationships/image" Target="../media/image52.png"/><Relationship Id="rId4" Type="http://schemas.openxmlformats.org/officeDocument/2006/relationships/image" Target="../media/image59.png"/><Relationship Id="rId9" Type="http://schemas.openxmlformats.org/officeDocument/2006/relationships/slide" Target="slide34.xml"/><Relationship Id="rId14" Type="http://schemas.openxmlformats.org/officeDocument/2006/relationships/image" Target="../media/image63.png"/><Relationship Id="rId22" Type="http://schemas.openxmlformats.org/officeDocument/2006/relationships/image" Target="../media/image55.png"/></Relationships>
</file>

<file path=ppt/slides/_rels/slide33.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66.svg"/><Relationship Id="rId18" Type="http://schemas.openxmlformats.org/officeDocument/2006/relationships/image" Target="../media/image51.png"/><Relationship Id="rId3" Type="http://schemas.openxmlformats.org/officeDocument/2006/relationships/slide" Target="slide29.xml"/><Relationship Id="rId21" Type="http://schemas.openxmlformats.org/officeDocument/2006/relationships/image" Target="../media/image54.png"/><Relationship Id="rId7" Type="http://schemas.openxmlformats.org/officeDocument/2006/relationships/image" Target="../media/image65.png"/><Relationship Id="rId12" Type="http://schemas.openxmlformats.org/officeDocument/2006/relationships/image" Target="../media/image62.png"/><Relationship Id="rId17" Type="http://schemas.openxmlformats.org/officeDocument/2006/relationships/image" Target="../media/image70.svg"/><Relationship Id="rId25" Type="http://schemas.openxmlformats.org/officeDocument/2006/relationships/image" Target="../media/image58.png"/><Relationship Id="rId2" Type="http://schemas.openxmlformats.org/officeDocument/2006/relationships/notesSlide" Target="../notesSlides/notesSlide30.xml"/><Relationship Id="rId16" Type="http://schemas.openxmlformats.org/officeDocument/2006/relationships/image" Target="../media/image64.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slide" Target="slide34.xml"/><Relationship Id="rId11" Type="http://schemas.openxmlformats.org/officeDocument/2006/relationships/image" Target="../media/image64.svg"/><Relationship Id="rId24" Type="http://schemas.openxmlformats.org/officeDocument/2006/relationships/image" Target="../media/image57.png"/><Relationship Id="rId5" Type="http://schemas.openxmlformats.org/officeDocument/2006/relationships/image" Target="../media/image60.svg"/><Relationship Id="rId15" Type="http://schemas.openxmlformats.org/officeDocument/2006/relationships/image" Target="../media/image68.svg"/><Relationship Id="rId23" Type="http://schemas.openxmlformats.org/officeDocument/2006/relationships/image" Target="../media/image56.png"/><Relationship Id="rId10" Type="http://schemas.openxmlformats.org/officeDocument/2006/relationships/image" Target="../media/image61.png"/><Relationship Id="rId19" Type="http://schemas.openxmlformats.org/officeDocument/2006/relationships/image" Target="../media/image52.png"/><Relationship Id="rId4" Type="http://schemas.openxmlformats.org/officeDocument/2006/relationships/image" Target="../media/image59.png"/><Relationship Id="rId9" Type="http://schemas.openxmlformats.org/officeDocument/2006/relationships/slide" Target="slide35.xml"/><Relationship Id="rId14" Type="http://schemas.openxmlformats.org/officeDocument/2006/relationships/image" Target="../media/image63.png"/><Relationship Id="rId22" Type="http://schemas.openxmlformats.org/officeDocument/2006/relationships/image" Target="../media/image55.png"/></Relationships>
</file>

<file path=ppt/slides/_rels/slide34.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66.svg"/><Relationship Id="rId18" Type="http://schemas.openxmlformats.org/officeDocument/2006/relationships/image" Target="../media/image51.png"/><Relationship Id="rId3" Type="http://schemas.openxmlformats.org/officeDocument/2006/relationships/slide" Target="slide29.xml"/><Relationship Id="rId21" Type="http://schemas.openxmlformats.org/officeDocument/2006/relationships/image" Target="../media/image54.png"/><Relationship Id="rId7" Type="http://schemas.openxmlformats.org/officeDocument/2006/relationships/image" Target="../media/image65.png"/><Relationship Id="rId12" Type="http://schemas.openxmlformats.org/officeDocument/2006/relationships/image" Target="../media/image62.png"/><Relationship Id="rId17" Type="http://schemas.openxmlformats.org/officeDocument/2006/relationships/image" Target="../media/image70.svg"/><Relationship Id="rId25" Type="http://schemas.openxmlformats.org/officeDocument/2006/relationships/image" Target="../media/image58.png"/><Relationship Id="rId2" Type="http://schemas.openxmlformats.org/officeDocument/2006/relationships/notesSlide" Target="../notesSlides/notesSlide31.xml"/><Relationship Id="rId16" Type="http://schemas.openxmlformats.org/officeDocument/2006/relationships/image" Target="../media/image64.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slide" Target="slide35.xml"/><Relationship Id="rId11" Type="http://schemas.openxmlformats.org/officeDocument/2006/relationships/image" Target="../media/image78.svg"/><Relationship Id="rId24" Type="http://schemas.openxmlformats.org/officeDocument/2006/relationships/image" Target="../media/image57.png"/><Relationship Id="rId5" Type="http://schemas.openxmlformats.org/officeDocument/2006/relationships/image" Target="../media/image60.svg"/><Relationship Id="rId15" Type="http://schemas.openxmlformats.org/officeDocument/2006/relationships/image" Target="../media/image68.svg"/><Relationship Id="rId23" Type="http://schemas.openxmlformats.org/officeDocument/2006/relationships/image" Target="../media/image56.png"/><Relationship Id="rId10" Type="http://schemas.openxmlformats.org/officeDocument/2006/relationships/image" Target="../media/image68.png"/><Relationship Id="rId19" Type="http://schemas.openxmlformats.org/officeDocument/2006/relationships/image" Target="../media/image52.png"/><Relationship Id="rId4" Type="http://schemas.openxmlformats.org/officeDocument/2006/relationships/image" Target="../media/image59.png"/><Relationship Id="rId9" Type="http://schemas.openxmlformats.org/officeDocument/2006/relationships/slide" Target="slide36.xml"/><Relationship Id="rId14" Type="http://schemas.openxmlformats.org/officeDocument/2006/relationships/image" Target="../media/image63.png"/><Relationship Id="rId22" Type="http://schemas.openxmlformats.org/officeDocument/2006/relationships/image" Target="../media/image55.png"/></Relationships>
</file>

<file path=ppt/slides/_rels/slide35.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66.svg"/><Relationship Id="rId18" Type="http://schemas.openxmlformats.org/officeDocument/2006/relationships/image" Target="../media/image51.png"/><Relationship Id="rId3" Type="http://schemas.openxmlformats.org/officeDocument/2006/relationships/slide" Target="slide29.xml"/><Relationship Id="rId21" Type="http://schemas.openxmlformats.org/officeDocument/2006/relationships/image" Target="../media/image54.png"/><Relationship Id="rId7" Type="http://schemas.openxmlformats.org/officeDocument/2006/relationships/image" Target="../media/image65.png"/><Relationship Id="rId12" Type="http://schemas.openxmlformats.org/officeDocument/2006/relationships/image" Target="../media/image62.png"/><Relationship Id="rId17" Type="http://schemas.openxmlformats.org/officeDocument/2006/relationships/image" Target="../media/image80.svg"/><Relationship Id="rId25" Type="http://schemas.openxmlformats.org/officeDocument/2006/relationships/image" Target="../media/image58.png"/><Relationship Id="rId2" Type="http://schemas.openxmlformats.org/officeDocument/2006/relationships/notesSlide" Target="../notesSlides/notesSlide32.xml"/><Relationship Id="rId16" Type="http://schemas.openxmlformats.org/officeDocument/2006/relationships/image" Target="../media/image69.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slide" Target="slide36.xml"/><Relationship Id="rId11" Type="http://schemas.openxmlformats.org/officeDocument/2006/relationships/image" Target="../media/image64.svg"/><Relationship Id="rId24" Type="http://schemas.openxmlformats.org/officeDocument/2006/relationships/image" Target="../media/image57.png"/><Relationship Id="rId5" Type="http://schemas.openxmlformats.org/officeDocument/2006/relationships/image" Target="../media/image60.svg"/><Relationship Id="rId15" Type="http://schemas.openxmlformats.org/officeDocument/2006/relationships/image" Target="../media/image68.svg"/><Relationship Id="rId23" Type="http://schemas.openxmlformats.org/officeDocument/2006/relationships/image" Target="../media/image56.png"/><Relationship Id="rId10" Type="http://schemas.openxmlformats.org/officeDocument/2006/relationships/image" Target="../media/image61.png"/><Relationship Id="rId19" Type="http://schemas.openxmlformats.org/officeDocument/2006/relationships/image" Target="../media/image52.png"/><Relationship Id="rId4" Type="http://schemas.openxmlformats.org/officeDocument/2006/relationships/image" Target="../media/image59.png"/><Relationship Id="rId9" Type="http://schemas.openxmlformats.org/officeDocument/2006/relationships/slide" Target="slide37.xml"/><Relationship Id="rId14" Type="http://schemas.openxmlformats.org/officeDocument/2006/relationships/image" Target="../media/image63.png"/><Relationship Id="rId22" Type="http://schemas.openxmlformats.org/officeDocument/2006/relationships/image" Target="../media/image55.png"/></Relationships>
</file>

<file path=ppt/slides/_rels/slide36.xml.rels><?xml version="1.0" encoding="UTF-8" standalone="yes"?>
<Relationships xmlns="http://schemas.openxmlformats.org/package/2006/relationships"><Relationship Id="rId8" Type="http://schemas.openxmlformats.org/officeDocument/2006/relationships/image" Target="../media/image72.svg"/><Relationship Id="rId13" Type="http://schemas.openxmlformats.org/officeDocument/2006/relationships/image" Target="../media/image70.png"/><Relationship Id="rId18" Type="http://schemas.openxmlformats.org/officeDocument/2006/relationships/image" Target="../media/image52.png"/><Relationship Id="rId26" Type="http://schemas.openxmlformats.org/officeDocument/2006/relationships/image" Target="../media/image84.svg"/><Relationship Id="rId3" Type="http://schemas.openxmlformats.org/officeDocument/2006/relationships/slide" Target="slide29.xml"/><Relationship Id="rId21" Type="http://schemas.openxmlformats.org/officeDocument/2006/relationships/image" Target="../media/image55.png"/><Relationship Id="rId7" Type="http://schemas.openxmlformats.org/officeDocument/2006/relationships/image" Target="../media/image65.png"/><Relationship Id="rId12" Type="http://schemas.openxmlformats.org/officeDocument/2006/relationships/image" Target="../media/image66.svg"/><Relationship Id="rId17" Type="http://schemas.openxmlformats.org/officeDocument/2006/relationships/image" Target="../media/image51.png"/><Relationship Id="rId25" Type="http://schemas.openxmlformats.org/officeDocument/2006/relationships/image" Target="../media/image71.png"/><Relationship Id="rId2" Type="http://schemas.openxmlformats.org/officeDocument/2006/relationships/notesSlide" Target="../notesSlides/notesSlide33.xml"/><Relationship Id="rId16" Type="http://schemas.openxmlformats.org/officeDocument/2006/relationships/image" Target="../media/image70.svg"/><Relationship Id="rId20" Type="http://schemas.openxmlformats.org/officeDocument/2006/relationships/image" Target="../media/image54.png"/><Relationship Id="rId29" Type="http://schemas.openxmlformats.org/officeDocument/2006/relationships/image" Target="../media/image86.svg"/><Relationship Id="rId1" Type="http://schemas.openxmlformats.org/officeDocument/2006/relationships/slideLayout" Target="../slideLayouts/slideLayout1.xml"/><Relationship Id="rId6" Type="http://schemas.openxmlformats.org/officeDocument/2006/relationships/slide" Target="slide37.xml"/><Relationship Id="rId11" Type="http://schemas.openxmlformats.org/officeDocument/2006/relationships/image" Target="../media/image62.png"/><Relationship Id="rId24" Type="http://schemas.openxmlformats.org/officeDocument/2006/relationships/image" Target="../media/image58.png"/><Relationship Id="rId5" Type="http://schemas.openxmlformats.org/officeDocument/2006/relationships/image" Target="../media/image60.svg"/><Relationship Id="rId15" Type="http://schemas.openxmlformats.org/officeDocument/2006/relationships/image" Target="../media/image64.png"/><Relationship Id="rId23" Type="http://schemas.openxmlformats.org/officeDocument/2006/relationships/image" Target="../media/image57.png"/><Relationship Id="rId28" Type="http://schemas.openxmlformats.org/officeDocument/2006/relationships/image" Target="../media/image72.png"/><Relationship Id="rId10" Type="http://schemas.openxmlformats.org/officeDocument/2006/relationships/image" Target="../media/image64.svg"/><Relationship Id="rId19" Type="http://schemas.openxmlformats.org/officeDocument/2006/relationships/image" Target="../media/image53.png"/><Relationship Id="rId31" Type="http://schemas.openxmlformats.org/officeDocument/2006/relationships/image" Target="../media/image88.svg"/><Relationship Id="rId4" Type="http://schemas.openxmlformats.org/officeDocument/2006/relationships/image" Target="../media/image59.png"/><Relationship Id="rId9" Type="http://schemas.openxmlformats.org/officeDocument/2006/relationships/image" Target="../media/image61.png"/><Relationship Id="rId14" Type="http://schemas.openxmlformats.org/officeDocument/2006/relationships/image" Target="../media/image82.svg"/><Relationship Id="rId22" Type="http://schemas.openxmlformats.org/officeDocument/2006/relationships/image" Target="../media/image56.png"/><Relationship Id="rId27" Type="http://schemas.openxmlformats.org/officeDocument/2006/relationships/slide" Target="slide38.xml"/><Relationship Id="rId30" Type="http://schemas.openxmlformats.org/officeDocument/2006/relationships/image" Target="../media/image73.png"/></Relationships>
</file>

<file path=ppt/slides/_rels/slide37.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72.png"/><Relationship Id="rId18" Type="http://schemas.openxmlformats.org/officeDocument/2006/relationships/image" Target="../media/image66.svg"/><Relationship Id="rId26" Type="http://schemas.openxmlformats.org/officeDocument/2006/relationships/image" Target="../media/image61.png"/><Relationship Id="rId3" Type="http://schemas.openxmlformats.org/officeDocument/2006/relationships/image" Target="../media/image74.png"/><Relationship Id="rId21" Type="http://schemas.openxmlformats.org/officeDocument/2006/relationships/slide" Target="slide29.xml"/><Relationship Id="rId7" Type="http://schemas.openxmlformats.org/officeDocument/2006/relationships/image" Target="../media/image78.png"/><Relationship Id="rId12" Type="http://schemas.openxmlformats.org/officeDocument/2006/relationships/slide" Target="slide38.xml"/><Relationship Id="rId17" Type="http://schemas.openxmlformats.org/officeDocument/2006/relationships/image" Target="../media/image62.png"/><Relationship Id="rId25" Type="http://schemas.openxmlformats.org/officeDocument/2006/relationships/image" Target="../media/image72.svg"/><Relationship Id="rId2" Type="http://schemas.openxmlformats.org/officeDocument/2006/relationships/notesSlide" Target="../notesSlides/notesSlide34.xml"/><Relationship Id="rId16" Type="http://schemas.openxmlformats.org/officeDocument/2006/relationships/image" Target="../media/image88.svg"/><Relationship Id="rId20" Type="http://schemas.openxmlformats.org/officeDocument/2006/relationships/image" Target="../media/image81.png"/><Relationship Id="rId29" Type="http://schemas.openxmlformats.org/officeDocument/2006/relationships/image" Target="../media/image82.sv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84.svg"/><Relationship Id="rId24" Type="http://schemas.openxmlformats.org/officeDocument/2006/relationships/image" Target="../media/image65.png"/><Relationship Id="rId5" Type="http://schemas.openxmlformats.org/officeDocument/2006/relationships/image" Target="../media/image76.png"/><Relationship Id="rId15" Type="http://schemas.openxmlformats.org/officeDocument/2006/relationships/image" Target="../media/image73.png"/><Relationship Id="rId23" Type="http://schemas.openxmlformats.org/officeDocument/2006/relationships/image" Target="../media/image60.svg"/><Relationship Id="rId28" Type="http://schemas.openxmlformats.org/officeDocument/2006/relationships/image" Target="../media/image70.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70.svg"/><Relationship Id="rId4" Type="http://schemas.openxmlformats.org/officeDocument/2006/relationships/image" Target="../media/image75.png"/><Relationship Id="rId9" Type="http://schemas.openxmlformats.org/officeDocument/2006/relationships/slide" Target="slide37.xml"/><Relationship Id="rId14" Type="http://schemas.openxmlformats.org/officeDocument/2006/relationships/image" Target="../media/image86.sv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64.png"/></Relationships>
</file>

<file path=ppt/slides/_rels/slide38.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3.png"/><Relationship Id="rId18" Type="http://schemas.openxmlformats.org/officeDocument/2006/relationships/image" Target="../media/image66.svg"/><Relationship Id="rId26" Type="http://schemas.openxmlformats.org/officeDocument/2006/relationships/image" Target="../media/image61.png"/><Relationship Id="rId3" Type="http://schemas.openxmlformats.org/officeDocument/2006/relationships/image" Target="../media/image74.png"/><Relationship Id="rId21" Type="http://schemas.openxmlformats.org/officeDocument/2006/relationships/slide" Target="slide29.xml"/><Relationship Id="rId7" Type="http://schemas.openxmlformats.org/officeDocument/2006/relationships/image" Target="../media/image78.png"/><Relationship Id="rId12" Type="http://schemas.openxmlformats.org/officeDocument/2006/relationships/slide" Target="slide39.xml"/><Relationship Id="rId17" Type="http://schemas.openxmlformats.org/officeDocument/2006/relationships/image" Target="../media/image62.png"/><Relationship Id="rId25" Type="http://schemas.openxmlformats.org/officeDocument/2006/relationships/image" Target="../media/image72.svg"/><Relationship Id="rId2" Type="http://schemas.openxmlformats.org/officeDocument/2006/relationships/notesSlide" Target="../notesSlides/notesSlide35.xml"/><Relationship Id="rId16" Type="http://schemas.openxmlformats.org/officeDocument/2006/relationships/image" Target="../media/image88.svg"/><Relationship Id="rId20" Type="http://schemas.openxmlformats.org/officeDocument/2006/relationships/image" Target="../media/image81.png"/><Relationship Id="rId29" Type="http://schemas.openxmlformats.org/officeDocument/2006/relationships/image" Target="../media/image82.sv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98.svg"/><Relationship Id="rId24" Type="http://schemas.openxmlformats.org/officeDocument/2006/relationships/image" Target="../media/image65.png"/><Relationship Id="rId5" Type="http://schemas.openxmlformats.org/officeDocument/2006/relationships/image" Target="../media/image76.png"/><Relationship Id="rId15" Type="http://schemas.openxmlformats.org/officeDocument/2006/relationships/image" Target="../media/image73.png"/><Relationship Id="rId23" Type="http://schemas.openxmlformats.org/officeDocument/2006/relationships/image" Target="../media/image60.svg"/><Relationship Id="rId28" Type="http://schemas.openxmlformats.org/officeDocument/2006/relationships/image" Target="../media/image70.png"/><Relationship Id="rId10" Type="http://schemas.openxmlformats.org/officeDocument/2006/relationships/image" Target="../media/image82.png"/><Relationship Id="rId19" Type="http://schemas.openxmlformats.org/officeDocument/2006/relationships/image" Target="../media/image80.png"/><Relationship Id="rId31" Type="http://schemas.openxmlformats.org/officeDocument/2006/relationships/image" Target="../media/image70.svg"/><Relationship Id="rId4" Type="http://schemas.openxmlformats.org/officeDocument/2006/relationships/image" Target="../media/image75.png"/><Relationship Id="rId9" Type="http://schemas.openxmlformats.org/officeDocument/2006/relationships/slide" Target="slide37.xml"/><Relationship Id="rId14" Type="http://schemas.openxmlformats.org/officeDocument/2006/relationships/image" Target="../media/image100.sv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64.png"/></Relationships>
</file>

<file path=ppt/slides/_rels/slide39.xml.rels><?xml version="1.0" encoding="UTF-8" standalone="yes"?>
<Relationships xmlns="http://schemas.openxmlformats.org/package/2006/relationships"><Relationship Id="rId13" Type="http://schemas.openxmlformats.org/officeDocument/2006/relationships/image" Target="../media/image83.png"/><Relationship Id="rId18" Type="http://schemas.openxmlformats.org/officeDocument/2006/relationships/image" Target="../media/image76.svg"/><Relationship Id="rId26" Type="http://schemas.openxmlformats.org/officeDocument/2006/relationships/image" Target="../media/image61.png"/><Relationship Id="rId3" Type="http://schemas.openxmlformats.org/officeDocument/2006/relationships/image" Target="../media/image74.png"/><Relationship Id="rId21" Type="http://schemas.openxmlformats.org/officeDocument/2006/relationships/slide" Target="slide29.xml"/><Relationship Id="rId7" Type="http://schemas.openxmlformats.org/officeDocument/2006/relationships/image" Target="../media/image78.png"/><Relationship Id="rId12" Type="http://schemas.openxmlformats.org/officeDocument/2006/relationships/slide" Target="slide40.xml"/><Relationship Id="rId17" Type="http://schemas.openxmlformats.org/officeDocument/2006/relationships/image" Target="../media/image67.png"/><Relationship Id="rId25" Type="http://schemas.openxmlformats.org/officeDocument/2006/relationships/image" Target="../media/image72.svg"/><Relationship Id="rId33" Type="http://schemas.openxmlformats.org/officeDocument/2006/relationships/image" Target="../media/image70.svg"/><Relationship Id="rId2" Type="http://schemas.openxmlformats.org/officeDocument/2006/relationships/notesSlide" Target="../notesSlides/notesSlide36.xml"/><Relationship Id="rId16" Type="http://schemas.openxmlformats.org/officeDocument/2006/relationships/image" Target="../media/image88.svg"/><Relationship Id="rId20" Type="http://schemas.openxmlformats.org/officeDocument/2006/relationships/image" Target="../media/image81.png"/><Relationship Id="rId29" Type="http://schemas.openxmlformats.org/officeDocument/2006/relationships/image" Target="../media/image66.sv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84.svg"/><Relationship Id="rId24" Type="http://schemas.openxmlformats.org/officeDocument/2006/relationships/image" Target="../media/image65.png"/><Relationship Id="rId32" Type="http://schemas.openxmlformats.org/officeDocument/2006/relationships/image" Target="../media/image64.png"/><Relationship Id="rId5" Type="http://schemas.openxmlformats.org/officeDocument/2006/relationships/image" Target="../media/image76.png"/><Relationship Id="rId15" Type="http://schemas.openxmlformats.org/officeDocument/2006/relationships/image" Target="../media/image73.png"/><Relationship Id="rId23" Type="http://schemas.openxmlformats.org/officeDocument/2006/relationships/image" Target="../media/image60.svg"/><Relationship Id="rId28" Type="http://schemas.openxmlformats.org/officeDocument/2006/relationships/image" Target="../media/image62.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82.svg"/><Relationship Id="rId4" Type="http://schemas.openxmlformats.org/officeDocument/2006/relationships/image" Target="../media/image75.png"/><Relationship Id="rId9" Type="http://schemas.openxmlformats.org/officeDocument/2006/relationships/slide" Target="slide37.xml"/><Relationship Id="rId14" Type="http://schemas.openxmlformats.org/officeDocument/2006/relationships/image" Target="../media/image100.sv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70.png"/><Relationship Id="rId8" Type="http://schemas.openxmlformats.org/officeDocument/2006/relationships/image" Target="../media/image79.png"/></Relationships>
</file>

<file path=ppt/slides/_rels/slide40.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3.png"/><Relationship Id="rId18" Type="http://schemas.openxmlformats.org/officeDocument/2006/relationships/image" Target="../media/image66.svg"/><Relationship Id="rId26" Type="http://schemas.openxmlformats.org/officeDocument/2006/relationships/image" Target="../media/image61.png"/><Relationship Id="rId3" Type="http://schemas.openxmlformats.org/officeDocument/2006/relationships/image" Target="../media/image74.png"/><Relationship Id="rId21" Type="http://schemas.openxmlformats.org/officeDocument/2006/relationships/slide" Target="slide29.xml"/><Relationship Id="rId7" Type="http://schemas.openxmlformats.org/officeDocument/2006/relationships/image" Target="../media/image78.png"/><Relationship Id="rId12" Type="http://schemas.openxmlformats.org/officeDocument/2006/relationships/slide" Target="slide41.xml"/><Relationship Id="rId17" Type="http://schemas.openxmlformats.org/officeDocument/2006/relationships/image" Target="../media/image62.png"/><Relationship Id="rId25" Type="http://schemas.openxmlformats.org/officeDocument/2006/relationships/image" Target="../media/image72.svg"/><Relationship Id="rId2" Type="http://schemas.openxmlformats.org/officeDocument/2006/relationships/notesSlide" Target="../notesSlides/notesSlide37.xml"/><Relationship Id="rId16" Type="http://schemas.openxmlformats.org/officeDocument/2006/relationships/image" Target="../media/image102.svg"/><Relationship Id="rId20" Type="http://schemas.openxmlformats.org/officeDocument/2006/relationships/image" Target="../media/image81.png"/><Relationship Id="rId29" Type="http://schemas.openxmlformats.org/officeDocument/2006/relationships/image" Target="../media/image82.sv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84.svg"/><Relationship Id="rId24" Type="http://schemas.openxmlformats.org/officeDocument/2006/relationships/image" Target="../media/image65.png"/><Relationship Id="rId5" Type="http://schemas.openxmlformats.org/officeDocument/2006/relationships/image" Target="../media/image76.png"/><Relationship Id="rId15" Type="http://schemas.openxmlformats.org/officeDocument/2006/relationships/image" Target="../media/image84.png"/><Relationship Id="rId23" Type="http://schemas.openxmlformats.org/officeDocument/2006/relationships/image" Target="../media/image60.svg"/><Relationship Id="rId28" Type="http://schemas.openxmlformats.org/officeDocument/2006/relationships/image" Target="../media/image70.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70.svg"/><Relationship Id="rId4" Type="http://schemas.openxmlformats.org/officeDocument/2006/relationships/image" Target="../media/image75.png"/><Relationship Id="rId9" Type="http://schemas.openxmlformats.org/officeDocument/2006/relationships/slide" Target="slide37.xml"/><Relationship Id="rId14" Type="http://schemas.openxmlformats.org/officeDocument/2006/relationships/image" Target="../media/image100.svg"/><Relationship Id="rId22" Type="http://schemas.openxmlformats.org/officeDocument/2006/relationships/image" Target="../media/image59.png"/><Relationship Id="rId27" Type="http://schemas.openxmlformats.org/officeDocument/2006/relationships/image" Target="../media/image64.svg"/><Relationship Id="rId30" Type="http://schemas.openxmlformats.org/officeDocument/2006/relationships/image" Target="../media/image6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image" Target="../media/image85.png"/><Relationship Id="rId7" Type="http://schemas.openxmlformats.org/officeDocument/2006/relationships/image" Target="../media/image8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06.svg"/><Relationship Id="rId5" Type="http://schemas.openxmlformats.org/officeDocument/2006/relationships/image" Target="../media/image86.png"/><Relationship Id="rId4" Type="http://schemas.openxmlformats.org/officeDocument/2006/relationships/image" Target="../media/image104.svg"/></Relationships>
</file>

<file path=ppt/slides/_rels/slide44.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image" Target="../media/image85.png"/><Relationship Id="rId7"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06.svg"/><Relationship Id="rId5" Type="http://schemas.openxmlformats.org/officeDocument/2006/relationships/image" Target="../media/image88.png"/><Relationship Id="rId4" Type="http://schemas.openxmlformats.org/officeDocument/2006/relationships/image" Target="../media/image104.svg"/></Relationships>
</file>

<file path=ppt/slides/_rels/slide45.xml.rels><?xml version="1.0" encoding="UTF-8" standalone="yes"?>
<Relationships xmlns="http://schemas.openxmlformats.org/package/2006/relationships"><Relationship Id="rId8" Type="http://schemas.openxmlformats.org/officeDocument/2006/relationships/image" Target="../media/image106.svg"/><Relationship Id="rId3" Type="http://schemas.openxmlformats.org/officeDocument/2006/relationships/image" Target="../media/image87.png"/><Relationship Id="rId7" Type="http://schemas.openxmlformats.org/officeDocument/2006/relationships/image" Target="../media/image88.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04.svg"/><Relationship Id="rId5" Type="http://schemas.openxmlformats.org/officeDocument/2006/relationships/image" Target="../media/image89.png"/><Relationship Id="rId4" Type="http://schemas.openxmlformats.org/officeDocument/2006/relationships/image" Target="../media/image108.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Lst/>
      </p:bgPr>
    </p:bg>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17CC39F1-C458-6C7A-16DD-EBE27CC5034B}"/>
              </a:ext>
            </a:extLst>
          </p:cNvPr>
          <p:cNvPicPr>
            <a:picLocks noChangeAspect="1"/>
          </p:cNvPicPr>
          <p:nvPr/>
        </p:nvPicPr>
        <p:blipFill>
          <a:blip r:embed="rId4"/>
          <a:stretch>
            <a:fillRect/>
          </a:stretch>
        </p:blipFill>
        <p:spPr>
          <a:xfrm>
            <a:off x="0" y="0"/>
            <a:ext cx="12192000" cy="6837840"/>
          </a:xfrm>
          <a:prstGeom prst="rect">
            <a:avLst/>
          </a:prstGeom>
        </p:spPr>
      </p:pic>
      <p:sp>
        <p:nvSpPr>
          <p:cNvPr id="34" name="Rectangle 33">
            <a:extLst>
              <a:ext uri="{FF2B5EF4-FFF2-40B4-BE49-F238E27FC236}">
                <a16:creationId xmlns:a16="http://schemas.microsoft.com/office/drawing/2014/main" id="{A52E6E57-2E08-1E79-3629-27AE7831A7DC}"/>
              </a:ext>
            </a:extLst>
          </p:cNvPr>
          <p:cNvSpPr/>
          <p:nvPr/>
        </p:nvSpPr>
        <p:spPr>
          <a:xfrm>
            <a:off x="-1" y="0"/>
            <a:ext cx="12192001" cy="6858000"/>
          </a:xfrm>
          <a:prstGeom prst="rect">
            <a:avLst/>
          </a:prstGeom>
          <a:solidFill>
            <a:schemeClr val="tx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Picture 23">
            <a:extLst>
              <a:ext uri="{FF2B5EF4-FFF2-40B4-BE49-F238E27FC236}">
                <a16:creationId xmlns:a16="http://schemas.microsoft.com/office/drawing/2014/main" id="{E15DB7F2-1334-82A4-4F46-E330E59290CA}"/>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414004" y="233503"/>
            <a:ext cx="1825952" cy="711880"/>
          </a:xfrm>
          <a:prstGeom prst="rect">
            <a:avLst/>
          </a:prstGeom>
        </p:spPr>
      </p:pic>
      <p:sp>
        <p:nvSpPr>
          <p:cNvPr id="25" name="Google Shape;230;p30">
            <a:extLst>
              <a:ext uri="{FF2B5EF4-FFF2-40B4-BE49-F238E27FC236}">
                <a16:creationId xmlns:a16="http://schemas.microsoft.com/office/drawing/2014/main" id="{BE67279A-A67D-1056-6722-235FC4E0778C}"/>
              </a:ext>
            </a:extLst>
          </p:cNvPr>
          <p:cNvSpPr txBox="1">
            <a:spLocks/>
          </p:cNvSpPr>
          <p:nvPr/>
        </p:nvSpPr>
        <p:spPr>
          <a:xfrm>
            <a:off x="407772" y="3280148"/>
            <a:ext cx="3658750" cy="1244490"/>
          </a:xfrm>
          <a:prstGeom prst="rect">
            <a:avLst/>
          </a:prstGeom>
          <a:noFill/>
          <a:ln>
            <a:noFill/>
          </a:ln>
          <a:effectLst/>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9pPr>
          </a:lstStyle>
          <a:p>
            <a:pPr marL="0" indent="0">
              <a:lnSpc>
                <a:spcPct val="150000"/>
              </a:lnSpc>
            </a:pPr>
            <a:r>
              <a:rPr lang="en-US" sz="2000" dirty="0">
                <a:solidFill>
                  <a:schemeClr val="accent1"/>
                </a:solidFill>
                <a:latin typeface="Hanson"/>
                <a:sym typeface="Oswald"/>
              </a:rPr>
              <a:t> </a:t>
            </a:r>
            <a:r>
              <a:rPr lang="en-US" sz="1600" spc="300" dirty="0">
                <a:solidFill>
                  <a:srgbClr val="87CEEB"/>
                </a:solidFill>
                <a:latin typeface="Nunito Sans ExtraBold" pitchFamily="2" charset="0"/>
                <a:sym typeface="Oswald"/>
              </a:rPr>
              <a:t>Réalisé par : </a:t>
            </a:r>
            <a:endParaRPr lang="en-US" sz="2000" b="1" spc="300" dirty="0">
              <a:solidFill>
                <a:srgbClr val="87CEEB"/>
              </a:solidFill>
              <a:latin typeface="Nunito Sans ExtraBold" pitchFamily="2" charset="0"/>
              <a:cs typeface="Codec Pro" panose="00000500000000000000" pitchFamily="2" charset="0"/>
            </a:endParaRPr>
          </a:p>
          <a:p>
            <a:pPr marL="0" indent="0" defTabSz="274320">
              <a:lnSpc>
                <a:spcPct val="150000"/>
              </a:lnSpc>
            </a:pPr>
            <a:r>
              <a:rPr lang="en-US" sz="1100" dirty="0">
                <a:latin typeface="Codec Pro" panose="00000500000000000000" pitchFamily="2" charset="0"/>
                <a:cs typeface="Codec Pro" panose="00000500000000000000" pitchFamily="2" charset="0"/>
              </a:rPr>
              <a:t>	</a:t>
            </a:r>
            <a:r>
              <a:rPr lang="en-US" spc="300" dirty="0" err="1" smtClean="0">
                <a:solidFill>
                  <a:srgbClr val="CCCCCC"/>
                </a:solidFill>
                <a:latin typeface="Poppins Medium" panose="00000600000000000000" pitchFamily="2" charset="0"/>
                <a:cs typeface="Poppins Medium" panose="00000600000000000000" pitchFamily="2" charset="0"/>
              </a:rPr>
              <a:t>Mouad</a:t>
            </a:r>
            <a:r>
              <a:rPr lang="en-US" spc="300" dirty="0" smtClean="0">
                <a:solidFill>
                  <a:srgbClr val="CCCCCC"/>
                </a:solidFill>
                <a:latin typeface="Poppins Medium" panose="00000600000000000000" pitchFamily="2" charset="0"/>
                <a:cs typeface="Poppins Medium" panose="00000600000000000000" pitchFamily="2" charset="0"/>
              </a:rPr>
              <a:t> </a:t>
            </a:r>
            <a:r>
              <a:rPr lang="en-US" spc="300" dirty="0" err="1" smtClean="0">
                <a:solidFill>
                  <a:srgbClr val="CCCCCC"/>
                </a:solidFill>
                <a:latin typeface="Poppins Medium" panose="00000600000000000000" pitchFamily="2" charset="0"/>
                <a:cs typeface="Poppins Medium" panose="00000600000000000000" pitchFamily="2" charset="0"/>
              </a:rPr>
              <a:t>Ezzine</a:t>
            </a:r>
            <a:endParaRPr lang="en-US" spc="300" dirty="0">
              <a:solidFill>
                <a:srgbClr val="CCCCCC"/>
              </a:solidFill>
              <a:latin typeface="Poppins Medium" panose="00000600000000000000" pitchFamily="2" charset="0"/>
              <a:cs typeface="Poppins Medium" panose="00000600000000000000" pitchFamily="2" charset="0"/>
            </a:endParaRPr>
          </a:p>
          <a:p>
            <a:pPr marL="0" indent="0" defTabSz="274320">
              <a:lnSpc>
                <a:spcPct val="150000"/>
              </a:lnSpc>
            </a:pPr>
            <a:r>
              <a:rPr lang="en-US" spc="300" dirty="0">
                <a:solidFill>
                  <a:srgbClr val="CCCCCC"/>
                </a:solidFill>
                <a:latin typeface="Poppins Medium" panose="00000600000000000000" pitchFamily="2" charset="0"/>
                <a:cs typeface="Poppins Medium" panose="00000600000000000000" pitchFamily="2" charset="0"/>
              </a:rPr>
              <a:t>	</a:t>
            </a:r>
            <a:r>
              <a:rPr lang="en-US" spc="300" dirty="0" err="1" smtClean="0">
                <a:solidFill>
                  <a:srgbClr val="CCCCCC"/>
                </a:solidFill>
                <a:latin typeface="Poppins Medium" panose="00000600000000000000" pitchFamily="2" charset="0"/>
                <a:cs typeface="Poppins Medium" panose="00000600000000000000" pitchFamily="2" charset="0"/>
              </a:rPr>
              <a:t>Mohamemd</a:t>
            </a:r>
            <a:r>
              <a:rPr lang="en-US" spc="300" dirty="0" smtClean="0">
                <a:solidFill>
                  <a:srgbClr val="CCCCCC"/>
                </a:solidFill>
                <a:latin typeface="Poppins Medium" panose="00000600000000000000" pitchFamily="2" charset="0"/>
                <a:cs typeface="Poppins Medium" panose="00000600000000000000" pitchFamily="2" charset="0"/>
              </a:rPr>
              <a:t> </a:t>
            </a:r>
            <a:r>
              <a:rPr lang="en-US" spc="300" dirty="0">
                <a:solidFill>
                  <a:srgbClr val="CCCCCC"/>
                </a:solidFill>
                <a:latin typeface="Poppins Medium" panose="00000600000000000000" pitchFamily="2" charset="0"/>
                <a:cs typeface="Poppins Medium" panose="00000600000000000000" pitchFamily="2" charset="0"/>
              </a:rPr>
              <a:t>Khachiaa</a:t>
            </a:r>
          </a:p>
          <a:p>
            <a:pPr marL="0" indent="0" defTabSz="274320">
              <a:lnSpc>
                <a:spcPct val="150000"/>
              </a:lnSpc>
            </a:pPr>
            <a:r>
              <a:rPr lang="en-US" spc="300" dirty="0">
                <a:solidFill>
                  <a:srgbClr val="CCCCCC"/>
                </a:solidFill>
                <a:latin typeface="Poppins Medium" panose="00000600000000000000" pitchFamily="2" charset="0"/>
                <a:cs typeface="Poppins Medium" panose="00000600000000000000" pitchFamily="2" charset="0"/>
              </a:rPr>
              <a:t>	Mohammed </a:t>
            </a:r>
            <a:r>
              <a:rPr lang="en-US" spc="300" dirty="0" err="1">
                <a:solidFill>
                  <a:srgbClr val="CCCCCC"/>
                </a:solidFill>
                <a:latin typeface="Poppins Medium" panose="00000600000000000000" pitchFamily="2" charset="0"/>
                <a:cs typeface="Poppins Medium" panose="00000600000000000000" pitchFamily="2" charset="0"/>
              </a:rPr>
              <a:t>Jaafari</a:t>
            </a:r>
            <a:endParaRPr lang="en-US" spc="300" dirty="0">
              <a:solidFill>
                <a:srgbClr val="CCCCCC"/>
              </a:solidFill>
              <a:latin typeface="Poppins Medium" panose="00000600000000000000" pitchFamily="2" charset="0"/>
              <a:cs typeface="Poppins Medium" panose="00000600000000000000" pitchFamily="2" charset="0"/>
            </a:endParaRPr>
          </a:p>
          <a:p>
            <a:pPr marL="0" indent="0" defTabSz="274320">
              <a:lnSpc>
                <a:spcPct val="150000"/>
              </a:lnSpc>
            </a:pPr>
            <a:endParaRPr lang="en-US" dirty="0">
              <a:solidFill>
                <a:srgbClr val="CCCCCC"/>
              </a:solidFill>
              <a:latin typeface="Poppins Medium" panose="00000600000000000000" pitchFamily="2" charset="0"/>
              <a:cs typeface="Poppins Medium" panose="00000600000000000000" pitchFamily="2" charset="0"/>
            </a:endParaRPr>
          </a:p>
          <a:p>
            <a:pPr marL="0" indent="0" defTabSz="274320">
              <a:lnSpc>
                <a:spcPct val="150000"/>
              </a:lnSpc>
            </a:pPr>
            <a:endParaRPr lang="en-US" sz="1100" dirty="0">
              <a:solidFill>
                <a:schemeClr val="tx1"/>
              </a:solidFill>
              <a:latin typeface="Poppins Medium" panose="00000600000000000000" pitchFamily="2" charset="0"/>
              <a:cs typeface="Poppins Medium" panose="00000600000000000000" pitchFamily="2" charset="0"/>
            </a:endParaRPr>
          </a:p>
        </p:txBody>
      </p:sp>
      <p:sp>
        <p:nvSpPr>
          <p:cNvPr id="26" name="Google Shape;230;p30">
            <a:extLst>
              <a:ext uri="{FF2B5EF4-FFF2-40B4-BE49-F238E27FC236}">
                <a16:creationId xmlns:a16="http://schemas.microsoft.com/office/drawing/2014/main" id="{703F4937-A15B-6EB4-0184-AB019293F8F0}"/>
              </a:ext>
            </a:extLst>
          </p:cNvPr>
          <p:cNvSpPr txBox="1">
            <a:spLocks/>
          </p:cNvSpPr>
          <p:nvPr/>
        </p:nvSpPr>
        <p:spPr>
          <a:xfrm>
            <a:off x="424080" y="4225531"/>
            <a:ext cx="3658750" cy="121567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9pPr>
          </a:lstStyle>
          <a:p>
            <a:pPr marL="0" indent="0">
              <a:lnSpc>
                <a:spcPct val="150000"/>
              </a:lnSpc>
            </a:pPr>
            <a:r>
              <a:rPr lang="en" sz="2000" dirty="0">
                <a:solidFill>
                  <a:schemeClr val="accent1"/>
                </a:solidFill>
                <a:latin typeface="Hanson"/>
                <a:sym typeface="Oswald"/>
              </a:rPr>
              <a:t> </a:t>
            </a:r>
            <a:r>
              <a:rPr lang="en" sz="1600" spc="300" dirty="0">
                <a:solidFill>
                  <a:srgbClr val="87CEEB"/>
                </a:solidFill>
                <a:latin typeface="Nunito Sans ExtraBold" pitchFamily="2" charset="0"/>
                <a:sym typeface="Oswald"/>
              </a:rPr>
              <a:t>Encadré par: </a:t>
            </a:r>
            <a:endParaRPr lang="en-US" sz="2000" b="1" spc="300" dirty="0">
              <a:solidFill>
                <a:srgbClr val="87CEEB"/>
              </a:solidFill>
              <a:latin typeface="Nunito Sans ExtraBold" pitchFamily="2" charset="0"/>
              <a:cs typeface="Codec Pro" panose="00000500000000000000" pitchFamily="2" charset="0"/>
            </a:endParaRPr>
          </a:p>
          <a:p>
            <a:pPr marL="0" indent="0" defTabSz="274320">
              <a:lnSpc>
                <a:spcPct val="150000"/>
              </a:lnSpc>
            </a:pPr>
            <a:r>
              <a:rPr lang="en-US" dirty="0">
                <a:solidFill>
                  <a:srgbClr val="CCCCCC"/>
                </a:solidFill>
                <a:latin typeface="Poppins Medium" panose="00000600000000000000" pitchFamily="2" charset="0"/>
                <a:cs typeface="Poppins Medium" panose="00000600000000000000" pitchFamily="2" charset="0"/>
              </a:rPr>
              <a:t>	Pr  </a:t>
            </a:r>
            <a:r>
              <a:rPr lang="en-US" sz="1400" spc="300" dirty="0">
                <a:solidFill>
                  <a:srgbClr val="CCCCCC"/>
                </a:solidFill>
                <a:latin typeface="Poppins Medium" panose="00000600000000000000" pitchFamily="2" charset="0"/>
                <a:cs typeface="Poppins Medium" panose="00000600000000000000" pitchFamily="2" charset="0"/>
              </a:rPr>
              <a:t>M. Hanoune</a:t>
            </a:r>
            <a:endParaRPr lang="en-US" spc="300" dirty="0">
              <a:solidFill>
                <a:srgbClr val="CCCCCC"/>
              </a:solidFill>
              <a:latin typeface="Poppins Medium" panose="00000600000000000000" pitchFamily="2" charset="0"/>
              <a:cs typeface="Poppins Medium" panose="00000600000000000000" pitchFamily="2" charset="0"/>
            </a:endParaRPr>
          </a:p>
        </p:txBody>
      </p:sp>
      <p:pic>
        <p:nvPicPr>
          <p:cNvPr id="28" name="Picture 27">
            <a:extLst>
              <a:ext uri="{FF2B5EF4-FFF2-40B4-BE49-F238E27FC236}">
                <a16:creationId xmlns:a16="http://schemas.microsoft.com/office/drawing/2014/main" id="{333530C3-A471-EFD0-1ABF-0EF0D29F01A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71757" y="-94557"/>
            <a:ext cx="1367416" cy="1368000"/>
          </a:xfrm>
          <a:prstGeom prst="rect">
            <a:avLst/>
          </a:prstGeom>
        </p:spPr>
      </p:pic>
      <p:sp>
        <p:nvSpPr>
          <p:cNvPr id="29" name="TextBox 28">
            <a:extLst>
              <a:ext uri="{FF2B5EF4-FFF2-40B4-BE49-F238E27FC236}">
                <a16:creationId xmlns:a16="http://schemas.microsoft.com/office/drawing/2014/main" id="{DA917C90-0B46-8A0B-3EBC-FC73C266CA48}"/>
              </a:ext>
            </a:extLst>
          </p:cNvPr>
          <p:cNvSpPr txBox="1"/>
          <p:nvPr/>
        </p:nvSpPr>
        <p:spPr>
          <a:xfrm>
            <a:off x="407772" y="1512601"/>
            <a:ext cx="4516926" cy="1200329"/>
          </a:xfrm>
          <a:prstGeom prst="rect">
            <a:avLst/>
          </a:prstGeom>
          <a:noFill/>
        </p:spPr>
        <p:txBody>
          <a:bodyPr wrap="square" rtlCol="0">
            <a:spAutoFit/>
          </a:bodyPr>
          <a:lstStyle/>
          <a:p>
            <a:r>
              <a:rPr lang="fr-FR" sz="3600" b="1" dirty="0">
                <a:solidFill>
                  <a:srgbClr val="CCCCCC"/>
                </a:solidFill>
                <a:latin typeface="Queensides" panose="02000800000000000000" pitchFamily="2" charset="0"/>
              </a:rPr>
              <a:t>Réservation de Sièges de Transport</a:t>
            </a:r>
          </a:p>
        </p:txBody>
      </p:sp>
      <p:sp useBgFill="1">
        <p:nvSpPr>
          <p:cNvPr id="35" name="Parallelogram 34">
            <a:extLst>
              <a:ext uri="{FF2B5EF4-FFF2-40B4-BE49-F238E27FC236}">
                <a16:creationId xmlns:a16="http://schemas.microsoft.com/office/drawing/2014/main" id="{96E11B36-114F-CFE2-1F55-23194BF70ECD}"/>
              </a:ext>
            </a:extLst>
          </p:cNvPr>
          <p:cNvSpPr/>
          <p:nvPr/>
        </p:nvSpPr>
        <p:spPr>
          <a:xfrm flipH="1">
            <a:off x="3739173" y="0"/>
            <a:ext cx="4608000" cy="3960000"/>
          </a:xfrm>
          <a:prstGeom prst="parallelogram">
            <a:avLst>
              <a:gd name="adj" fmla="val 65292"/>
            </a:avLst>
          </a:prstGeom>
          <a:ln>
            <a:noFill/>
          </a:ln>
          <a:effectLst>
            <a:outerShdw blurRad="317500" dist="381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useBgFill="1">
        <p:nvSpPr>
          <p:cNvPr id="37" name="Parallelogram 36">
            <a:extLst>
              <a:ext uri="{FF2B5EF4-FFF2-40B4-BE49-F238E27FC236}">
                <a16:creationId xmlns:a16="http://schemas.microsoft.com/office/drawing/2014/main" id="{0465E021-51E3-3BD7-34B4-FA563A0725EE}"/>
              </a:ext>
            </a:extLst>
          </p:cNvPr>
          <p:cNvSpPr/>
          <p:nvPr/>
        </p:nvSpPr>
        <p:spPr>
          <a:xfrm flipH="1">
            <a:off x="7571181" y="2893428"/>
            <a:ext cx="4608000" cy="3960000"/>
          </a:xfrm>
          <a:prstGeom prst="parallelogram">
            <a:avLst>
              <a:gd name="adj" fmla="val 65292"/>
            </a:avLst>
          </a:prstGeom>
          <a:ln>
            <a:noFill/>
          </a:ln>
          <a:effectLst>
            <a:outerShdw blurRad="317500" dist="381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TextBox 39">
            <a:extLst>
              <a:ext uri="{FF2B5EF4-FFF2-40B4-BE49-F238E27FC236}">
                <a16:creationId xmlns:a16="http://schemas.microsoft.com/office/drawing/2014/main" id="{BCA97387-A509-6563-2CF6-8173B749E281}"/>
              </a:ext>
            </a:extLst>
          </p:cNvPr>
          <p:cNvSpPr txBox="1"/>
          <p:nvPr/>
        </p:nvSpPr>
        <p:spPr>
          <a:xfrm>
            <a:off x="8064899" y="5891692"/>
            <a:ext cx="3564000" cy="43088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fr-FR" sz="1600" spc="300" dirty="0">
                <a:solidFill>
                  <a:srgbClr val="87CEEB"/>
                </a:solidFill>
                <a:latin typeface="Nunito Sans ExtraBold" pitchFamily="2" charset="77"/>
                <a:ea typeface="Open Sans Extrabold" panose="020B0606030504020204" pitchFamily="34" charset="0"/>
                <a:cs typeface="Open Sans Extrabold" panose="020B0606030504020204" pitchFamily="34" charset="0"/>
                <a:sym typeface="DM Sans"/>
              </a:rPr>
              <a:t>Présenté Le </a:t>
            </a:r>
            <a:r>
              <a:rPr lang="fr-FR" sz="1600" spc="300" dirty="0">
                <a:solidFill>
                  <a:srgbClr val="A8DADC"/>
                </a:solidFill>
                <a:latin typeface="Nunito Sans ExtraBold" pitchFamily="2" charset="77"/>
                <a:ea typeface="Open Sans Extrabold" panose="020B0606030504020204" pitchFamily="34" charset="0"/>
                <a:cs typeface="Open Sans Extrabold" panose="020B0606030504020204" pitchFamily="34" charset="0"/>
                <a:sym typeface="DM Sans"/>
              </a:rPr>
              <a:t>:  </a:t>
            </a:r>
            <a:r>
              <a:rPr lang="fr-FR" sz="1600" b="1" spc="300" dirty="0">
                <a:solidFill>
                  <a:schemeClr val="bg1"/>
                </a:solidFill>
                <a:latin typeface="Nunito Sans" pitchFamily="2" charset="0"/>
                <a:ea typeface="Open Sans Extrabold" panose="020B0606030504020204" pitchFamily="34" charset="0"/>
                <a:cs typeface="Poppins Medium" panose="00000600000000000000" pitchFamily="2" charset="0"/>
                <a:sym typeface="DM Sans"/>
              </a:rPr>
              <a:t>11</a:t>
            </a:r>
            <a:r>
              <a:rPr lang="fr-FR" sz="1600" b="1" dirty="0">
                <a:solidFill>
                  <a:schemeClr val="bg1"/>
                </a:solidFill>
                <a:latin typeface="Nunito Sans" pitchFamily="2" charset="0"/>
                <a:cs typeface="Poppins Medium" panose="00000600000000000000" pitchFamily="2" charset="0"/>
                <a:sym typeface="DM Sans"/>
              </a:rPr>
              <a:t>/06/2024</a:t>
            </a:r>
          </a:p>
        </p:txBody>
      </p:sp>
      <p:sp>
        <p:nvSpPr>
          <p:cNvPr id="41" name="TextBox 40">
            <a:extLst>
              <a:ext uri="{FF2B5EF4-FFF2-40B4-BE49-F238E27FC236}">
                <a16:creationId xmlns:a16="http://schemas.microsoft.com/office/drawing/2014/main" id="{770F0434-A2B8-0123-8E3C-0B989A7E8CB7}"/>
              </a:ext>
            </a:extLst>
          </p:cNvPr>
          <p:cNvSpPr txBox="1"/>
          <p:nvPr/>
        </p:nvSpPr>
        <p:spPr>
          <a:xfrm>
            <a:off x="8064899" y="6322579"/>
            <a:ext cx="4212000" cy="43069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fr-FR" sz="1600" spc="300" dirty="0">
                <a:solidFill>
                  <a:srgbClr val="87CEEB"/>
                </a:solidFill>
                <a:latin typeface="Nunito Sans ExtraBold" pitchFamily="2" charset="77"/>
                <a:ea typeface="Open Sans Extrabold" panose="020B0606030504020204" pitchFamily="34" charset="0"/>
                <a:cs typeface="Open Sans Extrabold" panose="020B0606030504020204" pitchFamily="34" charset="0"/>
                <a:sym typeface="DM Sans"/>
              </a:rPr>
              <a:t>Année Académique : </a:t>
            </a:r>
            <a:r>
              <a:rPr lang="fr-FR" sz="1600" b="1" dirty="0">
                <a:solidFill>
                  <a:schemeClr val="bg1"/>
                </a:solidFill>
                <a:latin typeface="Nunito Sans" pitchFamily="2" charset="0"/>
                <a:cs typeface="Poppins Medium" panose="00000600000000000000" pitchFamily="2" charset="0"/>
                <a:sym typeface="DM Sans"/>
              </a:rPr>
              <a:t>2023/2024</a:t>
            </a:r>
          </a:p>
        </p:txBody>
      </p:sp>
      <p:sp>
        <p:nvSpPr>
          <p:cNvPr id="42" name="Google Shape;230;p30">
            <a:extLst>
              <a:ext uri="{FF2B5EF4-FFF2-40B4-BE49-F238E27FC236}">
                <a16:creationId xmlns:a16="http://schemas.microsoft.com/office/drawing/2014/main" id="{13FE3CCB-ED73-6599-2280-04E74C0E0611}"/>
              </a:ext>
            </a:extLst>
          </p:cNvPr>
          <p:cNvSpPr txBox="1">
            <a:spLocks/>
          </p:cNvSpPr>
          <p:nvPr/>
        </p:nvSpPr>
        <p:spPr>
          <a:xfrm>
            <a:off x="424080" y="5199017"/>
            <a:ext cx="4068000" cy="144226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lt1"/>
              </a:buClr>
              <a:buSzPts val="1400"/>
              <a:buFont typeface="DM Sans"/>
              <a:buNone/>
              <a:defRPr sz="1400" b="0" i="0" u="none" strike="noStrike" cap="none">
                <a:solidFill>
                  <a:schemeClr val="lt1"/>
                </a:solidFill>
                <a:latin typeface="DM Sans"/>
                <a:ea typeface="DM Sans"/>
                <a:cs typeface="DM Sans"/>
                <a:sym typeface="DM Sans"/>
              </a:defRPr>
            </a:lvl9pPr>
          </a:lstStyle>
          <a:p>
            <a:pPr marL="0" indent="0">
              <a:lnSpc>
                <a:spcPct val="150000"/>
              </a:lnSpc>
            </a:pPr>
            <a:r>
              <a:rPr lang="en" sz="2000" dirty="0">
                <a:solidFill>
                  <a:schemeClr val="accent1"/>
                </a:solidFill>
                <a:latin typeface="Hanson"/>
                <a:sym typeface="Oswald"/>
              </a:rPr>
              <a:t> </a:t>
            </a:r>
            <a:r>
              <a:rPr lang="en" sz="1600" spc="300" dirty="0">
                <a:solidFill>
                  <a:srgbClr val="87CEEB"/>
                </a:solidFill>
                <a:latin typeface="Nunito Sans ExtraBold" pitchFamily="2" charset="0"/>
                <a:sym typeface="Oswald"/>
              </a:rPr>
              <a:t>Devant le jury composé de : </a:t>
            </a:r>
            <a:endParaRPr lang="en-US" sz="2000" spc="300" dirty="0">
              <a:solidFill>
                <a:srgbClr val="87CEEB"/>
              </a:solidFill>
              <a:latin typeface="Nunito Sans ExtraBold" pitchFamily="2" charset="0"/>
              <a:cs typeface="Codec Pro" panose="00000500000000000000" pitchFamily="2" charset="0"/>
            </a:endParaRPr>
          </a:p>
          <a:p>
            <a:pPr marL="0" indent="0" defTabSz="274320">
              <a:lnSpc>
                <a:spcPct val="150000"/>
              </a:lnSpc>
            </a:pPr>
            <a:r>
              <a:rPr lang="en-US" dirty="0">
                <a:solidFill>
                  <a:srgbClr val="CCCCCC"/>
                </a:solidFill>
                <a:latin typeface="Poppins Medium" panose="00000600000000000000" pitchFamily="2" charset="0"/>
                <a:cs typeface="Poppins Medium" panose="00000600000000000000" pitchFamily="2" charset="0"/>
              </a:rPr>
              <a:t>	</a:t>
            </a:r>
            <a:r>
              <a:rPr lang="en-US" sz="1400" spc="300" dirty="0">
                <a:solidFill>
                  <a:srgbClr val="CCCCCC"/>
                </a:solidFill>
                <a:latin typeface="Poppins Medium" panose="00000600000000000000" pitchFamily="2" charset="0"/>
                <a:cs typeface="Poppins Medium" panose="00000600000000000000" pitchFamily="2" charset="0"/>
              </a:rPr>
              <a:t>Pr F.Z. Alaloui : Examinatrice</a:t>
            </a:r>
            <a:r>
              <a:rPr lang="en-US" spc="300" dirty="0">
                <a:solidFill>
                  <a:srgbClr val="CCCCCC"/>
                </a:solidFill>
                <a:latin typeface="Poppins Medium" panose="00000600000000000000" pitchFamily="2" charset="0"/>
                <a:cs typeface="Poppins Medium" panose="00000600000000000000" pitchFamily="2" charset="0"/>
              </a:rPr>
              <a:t>  	J. Azami : Examinateur</a:t>
            </a:r>
          </a:p>
        </p:txBody>
      </p:sp>
    </p:spTree>
    <p:extLst>
      <p:ext uri="{BB962C8B-B14F-4D97-AF65-F5344CB8AC3E}">
        <p14:creationId xmlns:p14="http://schemas.microsoft.com/office/powerpoint/2010/main" val="6963218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06" name="Rectangle 105">
            <a:extLst>
              <a:ext uri="{FF2B5EF4-FFF2-40B4-BE49-F238E27FC236}">
                <a16:creationId xmlns:a16="http://schemas.microsoft.com/office/drawing/2014/main" id="{6B136A34-92A1-0F25-E274-BD6A70831F83}"/>
              </a:ext>
            </a:extLst>
          </p:cNvPr>
          <p:cNvSpPr/>
          <p:nvPr/>
        </p:nvSpPr>
        <p:spPr>
          <a:xfrm>
            <a:off x="0" y="1"/>
            <a:ext cx="12192000" cy="6858000"/>
          </a:xfrm>
          <a:prstGeom prst="rect">
            <a:avLst/>
          </a:prstGeom>
          <a:gradFill flip="none" rotWithShape="1">
            <a:gsLst>
              <a:gs pos="0">
                <a:srgbClr val="2A2D32"/>
              </a:gs>
              <a:gs pos="100000">
                <a:srgbClr val="030303"/>
              </a:gs>
            </a:gsLst>
            <a:path path="circle">
              <a:fillToRect l="50000" t="50000" r="50000" b="50000"/>
            </a:path>
            <a:tileRect/>
          </a:gradFill>
          <a:ln>
            <a:noFill/>
          </a:ln>
          <a:effectLst>
            <a:outerShdw blurRad="3175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a16="http://schemas.microsoft.com/office/drawing/2014/main" id="{0B6C17EC-ECC7-46C1-EC99-067328E97620}"/>
              </a:ext>
            </a:extLst>
          </p:cNvPr>
          <p:cNvSpPr txBox="1"/>
          <p:nvPr/>
        </p:nvSpPr>
        <p:spPr>
          <a:xfrm>
            <a:off x="3314630" y="91770"/>
            <a:ext cx="5562741" cy="984885"/>
          </a:xfrm>
          <a:prstGeom prst="rect">
            <a:avLst/>
          </a:prstGeom>
          <a:noFill/>
        </p:spPr>
        <p:txBody>
          <a:bodyPr wrap="none" rtlCol="0">
            <a:spAutoFit/>
          </a:bodyPr>
          <a:lstStyle/>
          <a:p>
            <a:r>
              <a:rPr lang="fr-FR" sz="4000" dirty="0">
                <a:solidFill>
                  <a:srgbClr val="CCCCCC"/>
                </a:solidFill>
                <a:latin typeface="Nunito Sans" pitchFamily="2" charset="0"/>
                <a:ea typeface="Open Sans ExtraBold" panose="020B0906030804020204" pitchFamily="34" charset="0"/>
                <a:cs typeface="Open Sans ExtraBold" panose="020B0906030804020204" pitchFamily="34" charset="0"/>
              </a:rPr>
              <a:t>TABLE DES MATIERES</a:t>
            </a:r>
          </a:p>
          <a:p>
            <a:endParaRPr lang="fr-FR" dirty="0">
              <a:solidFill>
                <a:schemeClr val="bg1"/>
              </a:solidFill>
            </a:endParaRPr>
          </a:p>
        </p:txBody>
      </p:sp>
      <p:sp>
        <p:nvSpPr>
          <p:cNvPr id="104" name="Freeform: Shape 103">
            <a:extLst>
              <a:ext uri="{FF2B5EF4-FFF2-40B4-BE49-F238E27FC236}">
                <a16:creationId xmlns:a16="http://schemas.microsoft.com/office/drawing/2014/main" id="{B9D87B2F-EEC3-B9D3-DC59-1C2F5208DFDA}"/>
              </a:ext>
            </a:extLst>
          </p:cNvPr>
          <p:cNvSpPr/>
          <p:nvPr/>
        </p:nvSpPr>
        <p:spPr>
          <a:xfrm>
            <a:off x="10047267" y="-6795973"/>
            <a:ext cx="2878857" cy="3202108"/>
          </a:xfrm>
          <a:custGeom>
            <a:avLst/>
            <a:gdLst>
              <a:gd name="connsiteX0" fmla="*/ 2376906 w 2577560"/>
              <a:gd name="connsiteY0" fmla="*/ 346243 h 2866980"/>
              <a:gd name="connsiteX1" fmla="*/ 2460414 w 2577560"/>
              <a:gd name="connsiteY1" fmla="*/ 422140 h 2866980"/>
              <a:gd name="connsiteX2" fmla="*/ 2553436 w 2577560"/>
              <a:gd name="connsiteY2" fmla="*/ 524491 h 2866980"/>
              <a:gd name="connsiteX3" fmla="*/ 2577560 w 2577560"/>
              <a:gd name="connsiteY3" fmla="*/ 556751 h 2866980"/>
              <a:gd name="connsiteX4" fmla="*/ 2524269 w 2577560"/>
              <a:gd name="connsiteY4" fmla="*/ 548618 h 2866980"/>
              <a:gd name="connsiteX5" fmla="*/ 2376907 w 2577560"/>
              <a:gd name="connsiteY5" fmla="*/ 541177 h 2866980"/>
              <a:gd name="connsiteX6" fmla="*/ 2229545 w 2577560"/>
              <a:gd name="connsiteY6" fmla="*/ 548618 h 2866980"/>
              <a:gd name="connsiteX7" fmla="*/ 2176251 w 2577560"/>
              <a:gd name="connsiteY7" fmla="*/ 556752 h 2866980"/>
              <a:gd name="connsiteX8" fmla="*/ 2200375 w 2577560"/>
              <a:gd name="connsiteY8" fmla="*/ 524491 h 2866980"/>
              <a:gd name="connsiteX9" fmla="*/ 2293397 w 2577560"/>
              <a:gd name="connsiteY9" fmla="*/ 422140 h 2866980"/>
              <a:gd name="connsiteX10" fmla="*/ 1441277 w 2577560"/>
              <a:gd name="connsiteY10" fmla="*/ 0 h 2866980"/>
              <a:gd name="connsiteX11" fmla="*/ 1869869 w 2577560"/>
              <a:gd name="connsiteY11" fmla="*/ 64797 h 2866980"/>
              <a:gd name="connsiteX12" fmla="*/ 1899715 w 2577560"/>
              <a:gd name="connsiteY12" fmla="*/ 75721 h 2866980"/>
              <a:gd name="connsiteX13" fmla="*/ 1899715 w 2577560"/>
              <a:gd name="connsiteY13" fmla="*/ 75720 h 2866980"/>
              <a:gd name="connsiteX14" fmla="*/ 2002287 w 2577560"/>
              <a:gd name="connsiteY14" fmla="*/ 113262 h 2866980"/>
              <a:gd name="connsiteX15" fmla="*/ 2358063 w 2577560"/>
              <a:gd name="connsiteY15" fmla="*/ 329117 h 2866980"/>
              <a:gd name="connsiteX16" fmla="*/ 2376906 w 2577560"/>
              <a:gd name="connsiteY16" fmla="*/ 346242 h 2866980"/>
              <a:gd name="connsiteX17" fmla="*/ 2293397 w 2577560"/>
              <a:gd name="connsiteY17" fmla="*/ 422139 h 2866980"/>
              <a:gd name="connsiteX18" fmla="*/ 2200375 w 2577560"/>
              <a:gd name="connsiteY18" fmla="*/ 524490 h 2866980"/>
              <a:gd name="connsiteX19" fmla="*/ 2176251 w 2577560"/>
              <a:gd name="connsiteY19" fmla="*/ 556751 h 2866980"/>
              <a:gd name="connsiteX20" fmla="*/ 2086440 w 2577560"/>
              <a:gd name="connsiteY20" fmla="*/ 570458 h 2866980"/>
              <a:gd name="connsiteX21" fmla="*/ 1948315 w 2577560"/>
              <a:gd name="connsiteY21" fmla="*/ 605973 h 2866980"/>
              <a:gd name="connsiteX22" fmla="*/ 1896522 w 2577560"/>
              <a:gd name="connsiteY22" fmla="*/ 624930 h 2866980"/>
              <a:gd name="connsiteX23" fmla="*/ 1878698 w 2577560"/>
              <a:gd name="connsiteY23" fmla="*/ 508145 h 2866980"/>
              <a:gd name="connsiteX24" fmla="*/ 1871257 w 2577560"/>
              <a:gd name="connsiteY24" fmla="*/ 360784 h 2866980"/>
              <a:gd name="connsiteX25" fmla="*/ 1871257 w 2577560"/>
              <a:gd name="connsiteY25" fmla="*/ 360784 h 2866980"/>
              <a:gd name="connsiteX26" fmla="*/ 1878698 w 2577560"/>
              <a:gd name="connsiteY26" fmla="*/ 508146 h 2866980"/>
              <a:gd name="connsiteX27" fmla="*/ 1896522 w 2577560"/>
              <a:gd name="connsiteY27" fmla="*/ 624931 h 2866980"/>
              <a:gd name="connsiteX28" fmla="*/ 1815897 w 2577560"/>
              <a:gd name="connsiteY28" fmla="*/ 654440 h 2866980"/>
              <a:gd name="connsiteX29" fmla="*/ 1460121 w 2577560"/>
              <a:gd name="connsiteY29" fmla="*/ 870295 h 2866980"/>
              <a:gd name="connsiteX30" fmla="*/ 1425791 w 2577560"/>
              <a:gd name="connsiteY30" fmla="*/ 901497 h 2866980"/>
              <a:gd name="connsiteX31" fmla="*/ 1357770 w 2577560"/>
              <a:gd name="connsiteY31" fmla="*/ 963317 h 2866980"/>
              <a:gd name="connsiteX32" fmla="*/ 964912 w 2577560"/>
              <a:gd name="connsiteY32" fmla="*/ 1691987 h 2866980"/>
              <a:gd name="connsiteX33" fmla="*/ 960895 w 2577560"/>
              <a:gd name="connsiteY33" fmla="*/ 1718309 h 2866980"/>
              <a:gd name="connsiteX34" fmla="*/ 943071 w 2577560"/>
              <a:gd name="connsiteY34" fmla="*/ 1835092 h 2866980"/>
              <a:gd name="connsiteX35" fmla="*/ 935630 w 2577560"/>
              <a:gd name="connsiteY35" fmla="*/ 1982454 h 2866980"/>
              <a:gd name="connsiteX36" fmla="*/ 1181778 w 2577560"/>
              <a:gd name="connsiteY36" fmla="*/ 2788286 h 2866980"/>
              <a:gd name="connsiteX37" fmla="*/ 1240624 w 2577560"/>
              <a:gd name="connsiteY37" fmla="*/ 2866980 h 2866980"/>
              <a:gd name="connsiteX38" fmla="*/ 1150810 w 2577560"/>
              <a:gd name="connsiteY38" fmla="*/ 2853272 h 2866980"/>
              <a:gd name="connsiteX39" fmla="*/ 0 w 2577560"/>
              <a:gd name="connsiteY39" fmla="*/ 1441277 h 2866980"/>
              <a:gd name="connsiteX40" fmla="*/ 64797 w 2577560"/>
              <a:gd name="connsiteY40" fmla="*/ 1012685 h 2866980"/>
              <a:gd name="connsiteX41" fmla="*/ 105664 w 2577560"/>
              <a:gd name="connsiteY41" fmla="*/ 901031 h 2866980"/>
              <a:gd name="connsiteX42" fmla="*/ 113263 w 2577560"/>
              <a:gd name="connsiteY42" fmla="*/ 880267 h 2866980"/>
              <a:gd name="connsiteX43" fmla="*/ 880267 w 2577560"/>
              <a:gd name="connsiteY43" fmla="*/ 113263 h 2866980"/>
              <a:gd name="connsiteX44" fmla="*/ 960760 w 2577560"/>
              <a:gd name="connsiteY44" fmla="*/ 83802 h 2866980"/>
              <a:gd name="connsiteX45" fmla="*/ 1012685 w 2577560"/>
              <a:gd name="connsiteY45" fmla="*/ 64797 h 2866980"/>
              <a:gd name="connsiteX46" fmla="*/ 1441277 w 2577560"/>
              <a:gd name="connsiteY46" fmla="*/ 0 h 2866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577560" h="2866980">
                <a:moveTo>
                  <a:pt x="2376906" y="346243"/>
                </a:moveTo>
                <a:lnTo>
                  <a:pt x="2460414" y="422140"/>
                </a:lnTo>
                <a:cubicBezTo>
                  <a:pt x="2493016" y="454743"/>
                  <a:pt x="2524064" y="488900"/>
                  <a:pt x="2553436" y="524491"/>
                </a:cubicBezTo>
                <a:lnTo>
                  <a:pt x="2577560" y="556751"/>
                </a:lnTo>
                <a:lnTo>
                  <a:pt x="2524269" y="548618"/>
                </a:lnTo>
                <a:cubicBezTo>
                  <a:pt x="2475818" y="543698"/>
                  <a:pt x="2426657" y="541177"/>
                  <a:pt x="2376907" y="541177"/>
                </a:cubicBezTo>
                <a:cubicBezTo>
                  <a:pt x="2327158" y="541177"/>
                  <a:pt x="2277997" y="543698"/>
                  <a:pt x="2229545" y="548618"/>
                </a:cubicBezTo>
                <a:lnTo>
                  <a:pt x="2176251" y="556752"/>
                </a:lnTo>
                <a:lnTo>
                  <a:pt x="2200375" y="524491"/>
                </a:lnTo>
                <a:cubicBezTo>
                  <a:pt x="2229747" y="488900"/>
                  <a:pt x="2260795" y="454743"/>
                  <a:pt x="2293397" y="422140"/>
                </a:cubicBezTo>
                <a:close/>
                <a:moveTo>
                  <a:pt x="1441277" y="0"/>
                </a:moveTo>
                <a:cubicBezTo>
                  <a:pt x="1590526" y="0"/>
                  <a:pt x="1734477" y="22686"/>
                  <a:pt x="1869869" y="64797"/>
                </a:cubicBezTo>
                <a:lnTo>
                  <a:pt x="1899715" y="75721"/>
                </a:lnTo>
                <a:lnTo>
                  <a:pt x="1899715" y="75720"/>
                </a:lnTo>
                <a:lnTo>
                  <a:pt x="2002287" y="113262"/>
                </a:lnTo>
                <a:cubicBezTo>
                  <a:pt x="2131611" y="167961"/>
                  <a:pt x="2251290" y="241000"/>
                  <a:pt x="2358063" y="329117"/>
                </a:cubicBezTo>
                <a:lnTo>
                  <a:pt x="2376906" y="346242"/>
                </a:lnTo>
                <a:lnTo>
                  <a:pt x="2293397" y="422139"/>
                </a:lnTo>
                <a:cubicBezTo>
                  <a:pt x="2260795" y="454742"/>
                  <a:pt x="2229747" y="488899"/>
                  <a:pt x="2200375" y="524490"/>
                </a:cubicBezTo>
                <a:lnTo>
                  <a:pt x="2176251" y="556751"/>
                </a:lnTo>
                <a:lnTo>
                  <a:pt x="2086440" y="570458"/>
                </a:lnTo>
                <a:cubicBezTo>
                  <a:pt x="2039528" y="580057"/>
                  <a:pt x="1993446" y="591936"/>
                  <a:pt x="1948315" y="605973"/>
                </a:cubicBezTo>
                <a:lnTo>
                  <a:pt x="1896522" y="624930"/>
                </a:lnTo>
                <a:lnTo>
                  <a:pt x="1878698" y="508145"/>
                </a:lnTo>
                <a:lnTo>
                  <a:pt x="1871257" y="360784"/>
                </a:lnTo>
                <a:lnTo>
                  <a:pt x="1871257" y="360784"/>
                </a:lnTo>
                <a:cubicBezTo>
                  <a:pt x="1871257" y="410534"/>
                  <a:pt x="1873778" y="459695"/>
                  <a:pt x="1878698" y="508146"/>
                </a:cubicBezTo>
                <a:lnTo>
                  <a:pt x="1896522" y="624931"/>
                </a:lnTo>
                <a:lnTo>
                  <a:pt x="1815897" y="654440"/>
                </a:lnTo>
                <a:cubicBezTo>
                  <a:pt x="1686573" y="709139"/>
                  <a:pt x="1566895" y="782178"/>
                  <a:pt x="1460121" y="870295"/>
                </a:cubicBezTo>
                <a:lnTo>
                  <a:pt x="1425791" y="901497"/>
                </a:lnTo>
                <a:lnTo>
                  <a:pt x="1357770" y="963317"/>
                </a:lnTo>
                <a:cubicBezTo>
                  <a:pt x="1162156" y="1158932"/>
                  <a:pt x="1022509" y="1410516"/>
                  <a:pt x="964912" y="1691987"/>
                </a:cubicBezTo>
                <a:lnTo>
                  <a:pt x="960895" y="1718309"/>
                </a:lnTo>
                <a:lnTo>
                  <a:pt x="943071" y="1835092"/>
                </a:lnTo>
                <a:cubicBezTo>
                  <a:pt x="938151" y="1883544"/>
                  <a:pt x="935630" y="1932705"/>
                  <a:pt x="935630" y="1982454"/>
                </a:cubicBezTo>
                <a:cubicBezTo>
                  <a:pt x="935630" y="2280952"/>
                  <a:pt x="1026373" y="2558256"/>
                  <a:pt x="1181778" y="2788286"/>
                </a:cubicBezTo>
                <a:lnTo>
                  <a:pt x="1240624" y="2866980"/>
                </a:lnTo>
                <a:lnTo>
                  <a:pt x="1150810" y="2853272"/>
                </a:lnTo>
                <a:cubicBezTo>
                  <a:pt x="494044" y="2718879"/>
                  <a:pt x="0" y="2137773"/>
                  <a:pt x="0" y="1441277"/>
                </a:cubicBezTo>
                <a:cubicBezTo>
                  <a:pt x="0" y="1292028"/>
                  <a:pt x="22686" y="1148078"/>
                  <a:pt x="64797" y="1012685"/>
                </a:cubicBezTo>
                <a:lnTo>
                  <a:pt x="105664" y="901031"/>
                </a:lnTo>
                <a:lnTo>
                  <a:pt x="113263" y="880267"/>
                </a:lnTo>
                <a:cubicBezTo>
                  <a:pt x="259128" y="535403"/>
                  <a:pt x="535403" y="259128"/>
                  <a:pt x="880267" y="113263"/>
                </a:cubicBezTo>
                <a:lnTo>
                  <a:pt x="960760" y="83802"/>
                </a:lnTo>
                <a:lnTo>
                  <a:pt x="1012685" y="64797"/>
                </a:lnTo>
                <a:cubicBezTo>
                  <a:pt x="1148078" y="22686"/>
                  <a:pt x="1292028" y="0"/>
                  <a:pt x="1441277" y="0"/>
                </a:cubicBezTo>
                <a:close/>
              </a:path>
            </a:pathLst>
          </a:custGeom>
          <a:solidFill>
            <a:srgbClr val="EF233C"/>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3" name="Freeform: Shape 102">
            <a:extLst>
              <a:ext uri="{FF2B5EF4-FFF2-40B4-BE49-F238E27FC236}">
                <a16:creationId xmlns:a16="http://schemas.microsoft.com/office/drawing/2014/main" id="{46EB9CFA-6E28-B4E1-22C4-3AAAA97479C8}"/>
              </a:ext>
            </a:extLst>
          </p:cNvPr>
          <p:cNvSpPr/>
          <p:nvPr/>
        </p:nvSpPr>
        <p:spPr>
          <a:xfrm>
            <a:off x="14378769" y="2122294"/>
            <a:ext cx="3219503" cy="2213148"/>
          </a:xfrm>
          <a:custGeom>
            <a:avLst/>
            <a:gdLst>
              <a:gd name="connsiteX0" fmla="*/ 1441277 w 2882554"/>
              <a:gd name="connsiteY0" fmla="*/ 0 h 1981523"/>
              <a:gd name="connsiteX1" fmla="*/ 2358063 w 2882554"/>
              <a:gd name="connsiteY1" fmla="*/ 329118 h 1981523"/>
              <a:gd name="connsiteX2" fmla="*/ 2376906 w 2882554"/>
              <a:gd name="connsiteY2" fmla="*/ 346243 h 1981523"/>
              <a:gd name="connsiteX3" fmla="*/ 2460414 w 2882554"/>
              <a:gd name="connsiteY3" fmla="*/ 422140 h 1981523"/>
              <a:gd name="connsiteX4" fmla="*/ 2853272 w 2882554"/>
              <a:gd name="connsiteY4" fmla="*/ 1150810 h 1981523"/>
              <a:gd name="connsiteX5" fmla="*/ 2854097 w 2882554"/>
              <a:gd name="connsiteY5" fmla="*/ 1156214 h 1981523"/>
              <a:gd name="connsiteX6" fmla="*/ 2875113 w 2882554"/>
              <a:gd name="connsiteY6" fmla="*/ 1293915 h 1981523"/>
              <a:gd name="connsiteX7" fmla="*/ 2882554 w 2882554"/>
              <a:gd name="connsiteY7" fmla="*/ 1441277 h 1981523"/>
              <a:gd name="connsiteX8" fmla="*/ 2875113 w 2882554"/>
              <a:gd name="connsiteY8" fmla="*/ 1588639 h 1981523"/>
              <a:gd name="connsiteX9" fmla="*/ 2857289 w 2882554"/>
              <a:gd name="connsiteY9" fmla="*/ 1705423 h 1981523"/>
              <a:gd name="connsiteX10" fmla="*/ 2853272 w 2882554"/>
              <a:gd name="connsiteY10" fmla="*/ 1731743 h 1981523"/>
              <a:gd name="connsiteX11" fmla="*/ 2817757 w 2882554"/>
              <a:gd name="connsiteY11" fmla="*/ 1869868 h 1981523"/>
              <a:gd name="connsiteX12" fmla="*/ 2776891 w 2882554"/>
              <a:gd name="connsiteY12" fmla="*/ 1981523 h 1981523"/>
              <a:gd name="connsiteX13" fmla="*/ 2769291 w 2882554"/>
              <a:gd name="connsiteY13" fmla="*/ 1960759 h 1981523"/>
              <a:gd name="connsiteX14" fmla="*/ 2636406 w 2882554"/>
              <a:gd name="connsiteY14" fmla="*/ 1715937 h 1981523"/>
              <a:gd name="connsiteX15" fmla="*/ 2577561 w 2882554"/>
              <a:gd name="connsiteY15" fmla="*/ 1637244 h 1981523"/>
              <a:gd name="connsiteX16" fmla="*/ 2577560 w 2882554"/>
              <a:gd name="connsiteY16" fmla="*/ 1637244 h 1981523"/>
              <a:gd name="connsiteX17" fmla="*/ 2553436 w 2882554"/>
              <a:gd name="connsiteY17" fmla="*/ 1604984 h 1981523"/>
              <a:gd name="connsiteX18" fmla="*/ 2460414 w 2882554"/>
              <a:gd name="connsiteY18" fmla="*/ 1502633 h 1981523"/>
              <a:gd name="connsiteX19" fmla="*/ 2376906 w 2882554"/>
              <a:gd name="connsiteY19" fmla="*/ 1426736 h 1981523"/>
              <a:gd name="connsiteX20" fmla="*/ 2358063 w 2882554"/>
              <a:gd name="connsiteY20" fmla="*/ 1409611 h 1981523"/>
              <a:gd name="connsiteX21" fmla="*/ 2002287 w 2882554"/>
              <a:gd name="connsiteY21" fmla="*/ 1193756 h 1981523"/>
              <a:gd name="connsiteX22" fmla="*/ 1899715 w 2882554"/>
              <a:gd name="connsiteY22" fmla="*/ 1156214 h 1981523"/>
              <a:gd name="connsiteX23" fmla="*/ 1869869 w 2882554"/>
              <a:gd name="connsiteY23" fmla="*/ 1145290 h 1981523"/>
              <a:gd name="connsiteX24" fmla="*/ 1441277 w 2882554"/>
              <a:gd name="connsiteY24" fmla="*/ 1080493 h 1981523"/>
              <a:gd name="connsiteX25" fmla="*/ 1012685 w 2882554"/>
              <a:gd name="connsiteY25" fmla="*/ 1145290 h 1981523"/>
              <a:gd name="connsiteX26" fmla="*/ 960760 w 2882554"/>
              <a:gd name="connsiteY26" fmla="*/ 1164295 h 1981523"/>
              <a:gd name="connsiteX27" fmla="*/ 960760 w 2882554"/>
              <a:gd name="connsiteY27" fmla="*/ 1164294 h 1981523"/>
              <a:gd name="connsiteX28" fmla="*/ 880267 w 2882554"/>
              <a:gd name="connsiteY28" fmla="*/ 1193755 h 1981523"/>
              <a:gd name="connsiteX29" fmla="*/ 113263 w 2882554"/>
              <a:gd name="connsiteY29" fmla="*/ 1960759 h 1981523"/>
              <a:gd name="connsiteX30" fmla="*/ 105664 w 2882554"/>
              <a:gd name="connsiteY30" fmla="*/ 1981523 h 1981523"/>
              <a:gd name="connsiteX31" fmla="*/ 64797 w 2882554"/>
              <a:gd name="connsiteY31" fmla="*/ 1869868 h 1981523"/>
              <a:gd name="connsiteX32" fmla="*/ 0 w 2882554"/>
              <a:gd name="connsiteY32" fmla="*/ 1441276 h 1981523"/>
              <a:gd name="connsiteX33" fmla="*/ 1150810 w 2882554"/>
              <a:gd name="connsiteY33" fmla="*/ 29281 h 1981523"/>
              <a:gd name="connsiteX34" fmla="*/ 1241411 w 2882554"/>
              <a:gd name="connsiteY34" fmla="*/ 15453 h 1981523"/>
              <a:gd name="connsiteX35" fmla="*/ 1181778 w 2882554"/>
              <a:gd name="connsiteY35" fmla="*/ 95199 h 1981523"/>
              <a:gd name="connsiteX36" fmla="*/ 935630 w 2882554"/>
              <a:gd name="connsiteY36" fmla="*/ 901031 h 1981523"/>
              <a:gd name="connsiteX37" fmla="*/ 935630 w 2882554"/>
              <a:gd name="connsiteY37" fmla="*/ 901031 h 1981523"/>
              <a:gd name="connsiteX38" fmla="*/ 952237 w 2882554"/>
              <a:gd name="connsiteY38" fmla="*/ 681540 h 1981523"/>
              <a:gd name="connsiteX39" fmla="*/ 1181778 w 2882554"/>
              <a:gd name="connsiteY39" fmla="*/ 95200 h 1981523"/>
              <a:gd name="connsiteX40" fmla="*/ 1241411 w 2882554"/>
              <a:gd name="connsiteY40" fmla="*/ 15454 h 1981523"/>
              <a:gd name="connsiteX41" fmla="*/ 1293915 w 2882554"/>
              <a:gd name="connsiteY41" fmla="*/ 7441 h 1981523"/>
              <a:gd name="connsiteX42" fmla="*/ 1441277 w 2882554"/>
              <a:gd name="connsiteY42" fmla="*/ 0 h 1981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882554" h="1981523">
                <a:moveTo>
                  <a:pt x="1441277" y="0"/>
                </a:moveTo>
                <a:cubicBezTo>
                  <a:pt x="1789525" y="0"/>
                  <a:pt x="2108925" y="123511"/>
                  <a:pt x="2358063" y="329118"/>
                </a:cubicBezTo>
                <a:lnTo>
                  <a:pt x="2376906" y="346243"/>
                </a:lnTo>
                <a:lnTo>
                  <a:pt x="2460414" y="422140"/>
                </a:lnTo>
                <a:cubicBezTo>
                  <a:pt x="2656029" y="617755"/>
                  <a:pt x="2795675" y="869339"/>
                  <a:pt x="2853272" y="1150810"/>
                </a:cubicBezTo>
                <a:lnTo>
                  <a:pt x="2854097" y="1156214"/>
                </a:lnTo>
                <a:lnTo>
                  <a:pt x="2875113" y="1293915"/>
                </a:lnTo>
                <a:cubicBezTo>
                  <a:pt x="2880034" y="1342366"/>
                  <a:pt x="2882554" y="1391527"/>
                  <a:pt x="2882554" y="1441277"/>
                </a:cubicBezTo>
                <a:cubicBezTo>
                  <a:pt x="2882554" y="1491027"/>
                  <a:pt x="2880034" y="1540188"/>
                  <a:pt x="2875113" y="1588639"/>
                </a:cubicBezTo>
                <a:lnTo>
                  <a:pt x="2857289" y="1705423"/>
                </a:lnTo>
                <a:lnTo>
                  <a:pt x="2853272" y="1731743"/>
                </a:lnTo>
                <a:cubicBezTo>
                  <a:pt x="2843673" y="1778655"/>
                  <a:pt x="2831794" y="1824737"/>
                  <a:pt x="2817757" y="1869868"/>
                </a:cubicBezTo>
                <a:lnTo>
                  <a:pt x="2776891" y="1981523"/>
                </a:lnTo>
                <a:lnTo>
                  <a:pt x="2769291" y="1960759"/>
                </a:lnTo>
                <a:cubicBezTo>
                  <a:pt x="2732825" y="1874543"/>
                  <a:pt x="2688208" y="1792614"/>
                  <a:pt x="2636406" y="1715937"/>
                </a:cubicBezTo>
                <a:lnTo>
                  <a:pt x="2577561" y="1637244"/>
                </a:lnTo>
                <a:lnTo>
                  <a:pt x="2577560" y="1637244"/>
                </a:lnTo>
                <a:lnTo>
                  <a:pt x="2553436" y="1604984"/>
                </a:lnTo>
                <a:cubicBezTo>
                  <a:pt x="2524064" y="1569393"/>
                  <a:pt x="2493016" y="1535236"/>
                  <a:pt x="2460414" y="1502633"/>
                </a:cubicBezTo>
                <a:lnTo>
                  <a:pt x="2376906" y="1426736"/>
                </a:lnTo>
                <a:lnTo>
                  <a:pt x="2358063" y="1409611"/>
                </a:lnTo>
                <a:cubicBezTo>
                  <a:pt x="2251290" y="1321494"/>
                  <a:pt x="2131611" y="1248455"/>
                  <a:pt x="2002287" y="1193756"/>
                </a:cubicBezTo>
                <a:lnTo>
                  <a:pt x="1899715" y="1156214"/>
                </a:lnTo>
                <a:lnTo>
                  <a:pt x="1869869" y="1145290"/>
                </a:lnTo>
                <a:cubicBezTo>
                  <a:pt x="1734477" y="1103179"/>
                  <a:pt x="1590526" y="1080493"/>
                  <a:pt x="1441277" y="1080493"/>
                </a:cubicBezTo>
                <a:cubicBezTo>
                  <a:pt x="1292028" y="1080493"/>
                  <a:pt x="1148078" y="1103179"/>
                  <a:pt x="1012685" y="1145290"/>
                </a:cubicBezTo>
                <a:lnTo>
                  <a:pt x="960760" y="1164295"/>
                </a:lnTo>
                <a:lnTo>
                  <a:pt x="960760" y="1164294"/>
                </a:lnTo>
                <a:lnTo>
                  <a:pt x="880267" y="1193755"/>
                </a:lnTo>
                <a:cubicBezTo>
                  <a:pt x="535403" y="1339620"/>
                  <a:pt x="259128" y="1615895"/>
                  <a:pt x="113263" y="1960759"/>
                </a:cubicBezTo>
                <a:lnTo>
                  <a:pt x="105664" y="1981523"/>
                </a:lnTo>
                <a:lnTo>
                  <a:pt x="64797" y="1869868"/>
                </a:lnTo>
                <a:cubicBezTo>
                  <a:pt x="22686" y="1734476"/>
                  <a:pt x="0" y="1590525"/>
                  <a:pt x="0" y="1441276"/>
                </a:cubicBezTo>
                <a:cubicBezTo>
                  <a:pt x="0" y="744781"/>
                  <a:pt x="494044" y="163674"/>
                  <a:pt x="1150810" y="29281"/>
                </a:cubicBezTo>
                <a:lnTo>
                  <a:pt x="1241411" y="15453"/>
                </a:lnTo>
                <a:lnTo>
                  <a:pt x="1181778" y="95199"/>
                </a:lnTo>
                <a:cubicBezTo>
                  <a:pt x="1026373" y="325229"/>
                  <a:pt x="935630" y="602533"/>
                  <a:pt x="935630" y="901031"/>
                </a:cubicBezTo>
                <a:lnTo>
                  <a:pt x="935630" y="901031"/>
                </a:lnTo>
                <a:lnTo>
                  <a:pt x="952237" y="681540"/>
                </a:lnTo>
                <a:cubicBezTo>
                  <a:pt x="985043" y="466837"/>
                  <a:pt x="1065224" y="267722"/>
                  <a:pt x="1181778" y="95200"/>
                </a:cubicBezTo>
                <a:lnTo>
                  <a:pt x="1241411" y="15454"/>
                </a:lnTo>
                <a:lnTo>
                  <a:pt x="1293915" y="7441"/>
                </a:lnTo>
                <a:cubicBezTo>
                  <a:pt x="1342367" y="2521"/>
                  <a:pt x="1391528" y="0"/>
                  <a:pt x="1441277" y="0"/>
                </a:cubicBezTo>
                <a:close/>
              </a:path>
            </a:pathLst>
          </a:custGeom>
          <a:solidFill>
            <a:srgbClr val="D90429"/>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wrap="square">
            <a:noAutofit/>
          </a:bodyPr>
          <a:lstStyle/>
          <a:p>
            <a:endParaRPr lang="fr-FR" dirty="0"/>
          </a:p>
        </p:txBody>
      </p:sp>
      <p:sp>
        <p:nvSpPr>
          <p:cNvPr id="105" name="Freeform: Shape 104">
            <a:extLst>
              <a:ext uri="{FF2B5EF4-FFF2-40B4-BE49-F238E27FC236}">
                <a16:creationId xmlns:a16="http://schemas.microsoft.com/office/drawing/2014/main" id="{A220AFAD-C04A-1489-F321-C20E9710EF9E}"/>
              </a:ext>
            </a:extLst>
          </p:cNvPr>
          <p:cNvSpPr/>
          <p:nvPr/>
        </p:nvSpPr>
        <p:spPr>
          <a:xfrm>
            <a:off x="-2282608" y="-6795973"/>
            <a:ext cx="2878859" cy="3202106"/>
          </a:xfrm>
          <a:custGeom>
            <a:avLst/>
            <a:gdLst>
              <a:gd name="connsiteX0" fmla="*/ 25265 w 2577561"/>
              <a:gd name="connsiteY0" fmla="*/ 1161557 h 2866978"/>
              <a:gd name="connsiteX1" fmla="*/ 77055 w 2577561"/>
              <a:gd name="connsiteY1" fmla="*/ 1180512 h 2866978"/>
              <a:gd name="connsiteX2" fmla="*/ 505647 w 2577561"/>
              <a:gd name="connsiteY2" fmla="*/ 1245309 h 2866978"/>
              <a:gd name="connsiteX3" fmla="*/ 934239 w 2577561"/>
              <a:gd name="connsiteY3" fmla="*/ 1180512 h 2866978"/>
              <a:gd name="connsiteX4" fmla="*/ 964085 w 2577561"/>
              <a:gd name="connsiteY4" fmla="*/ 1169589 h 2866978"/>
              <a:gd name="connsiteX5" fmla="*/ 964909 w 2577561"/>
              <a:gd name="connsiteY5" fmla="*/ 1174992 h 2866978"/>
              <a:gd name="connsiteX6" fmla="*/ 1357767 w 2577561"/>
              <a:gd name="connsiteY6" fmla="*/ 1903662 h 2866978"/>
              <a:gd name="connsiteX7" fmla="*/ 1441276 w 2577561"/>
              <a:gd name="connsiteY7" fmla="*/ 1979559 h 2866978"/>
              <a:gd name="connsiteX8" fmla="*/ 1441276 w 2577561"/>
              <a:gd name="connsiteY8" fmla="*/ 1979558 h 2866978"/>
              <a:gd name="connsiteX9" fmla="*/ 1460118 w 2577561"/>
              <a:gd name="connsiteY9" fmla="*/ 1996683 h 2866978"/>
              <a:gd name="connsiteX10" fmla="*/ 2376904 w 2577561"/>
              <a:gd name="connsiteY10" fmla="*/ 2325801 h 2866978"/>
              <a:gd name="connsiteX11" fmla="*/ 2524266 w 2577561"/>
              <a:gd name="connsiteY11" fmla="*/ 2318360 h 2866978"/>
              <a:gd name="connsiteX12" fmla="*/ 2577561 w 2577561"/>
              <a:gd name="connsiteY12" fmla="*/ 2310226 h 2866978"/>
              <a:gd name="connsiteX13" fmla="*/ 2553436 w 2577561"/>
              <a:gd name="connsiteY13" fmla="*/ 2342487 h 2866978"/>
              <a:gd name="connsiteX14" fmla="*/ 1441277 w 2577561"/>
              <a:gd name="connsiteY14" fmla="*/ 2866978 h 2866978"/>
              <a:gd name="connsiteX15" fmla="*/ 329118 w 2577561"/>
              <a:gd name="connsiteY15" fmla="*/ 2342487 h 2866978"/>
              <a:gd name="connsiteX16" fmla="*/ 304995 w 2577561"/>
              <a:gd name="connsiteY16" fmla="*/ 2310228 h 2866978"/>
              <a:gd name="connsiteX17" fmla="*/ 304994 w 2577561"/>
              <a:gd name="connsiteY17" fmla="*/ 2310228 h 2866978"/>
              <a:gd name="connsiteX18" fmla="*/ 246148 w 2577561"/>
              <a:gd name="connsiteY18" fmla="*/ 2231534 h 2866978"/>
              <a:gd name="connsiteX19" fmla="*/ 0 w 2577561"/>
              <a:gd name="connsiteY19" fmla="*/ 1425702 h 2866978"/>
              <a:gd name="connsiteX20" fmla="*/ 7441 w 2577561"/>
              <a:gd name="connsiteY20" fmla="*/ 1278340 h 2866978"/>
              <a:gd name="connsiteX21" fmla="*/ 1240621 w 2577561"/>
              <a:gd name="connsiteY21" fmla="*/ 0 h 2866978"/>
              <a:gd name="connsiteX22" fmla="*/ 1181775 w 2577561"/>
              <a:gd name="connsiteY22" fmla="*/ 78693 h 2866978"/>
              <a:gd name="connsiteX23" fmla="*/ 1048890 w 2577561"/>
              <a:gd name="connsiteY23" fmla="*/ 323515 h 2866978"/>
              <a:gd name="connsiteX24" fmla="*/ 1041291 w 2577561"/>
              <a:gd name="connsiteY24" fmla="*/ 344279 h 2866978"/>
              <a:gd name="connsiteX25" fmla="*/ 1041291 w 2577561"/>
              <a:gd name="connsiteY25" fmla="*/ 344279 h 2866978"/>
              <a:gd name="connsiteX26" fmla="*/ 1000424 w 2577561"/>
              <a:gd name="connsiteY26" fmla="*/ 455932 h 2866978"/>
              <a:gd name="connsiteX27" fmla="*/ 964909 w 2577561"/>
              <a:gd name="connsiteY27" fmla="*/ 594057 h 2866978"/>
              <a:gd name="connsiteX28" fmla="*/ 960757 w 2577561"/>
              <a:gd name="connsiteY28" fmla="*/ 621260 h 2866978"/>
              <a:gd name="connsiteX29" fmla="*/ 943068 w 2577561"/>
              <a:gd name="connsiteY29" fmla="*/ 737162 h 2866978"/>
              <a:gd name="connsiteX30" fmla="*/ 935627 w 2577561"/>
              <a:gd name="connsiteY30" fmla="*/ 884524 h 2866978"/>
              <a:gd name="connsiteX31" fmla="*/ 943068 w 2577561"/>
              <a:gd name="connsiteY31" fmla="*/ 1031886 h 2866978"/>
              <a:gd name="connsiteX32" fmla="*/ 964085 w 2577561"/>
              <a:gd name="connsiteY32" fmla="*/ 1169588 h 2866978"/>
              <a:gd name="connsiteX33" fmla="*/ 934239 w 2577561"/>
              <a:gd name="connsiteY33" fmla="*/ 1180511 h 2866978"/>
              <a:gd name="connsiteX34" fmla="*/ 505647 w 2577561"/>
              <a:gd name="connsiteY34" fmla="*/ 1245308 h 2866978"/>
              <a:gd name="connsiteX35" fmla="*/ 77055 w 2577561"/>
              <a:gd name="connsiteY35" fmla="*/ 1180511 h 2866978"/>
              <a:gd name="connsiteX36" fmla="*/ 25265 w 2577561"/>
              <a:gd name="connsiteY36" fmla="*/ 1161556 h 2866978"/>
              <a:gd name="connsiteX37" fmla="*/ 29282 w 2577561"/>
              <a:gd name="connsiteY37" fmla="*/ 1135234 h 2866978"/>
              <a:gd name="connsiteX38" fmla="*/ 422140 w 2577561"/>
              <a:gd name="connsiteY38" fmla="*/ 406564 h 2866978"/>
              <a:gd name="connsiteX39" fmla="*/ 490161 w 2577561"/>
              <a:gd name="connsiteY39" fmla="*/ 344744 h 2866978"/>
              <a:gd name="connsiteX40" fmla="*/ 524491 w 2577561"/>
              <a:gd name="connsiteY40" fmla="*/ 313542 h 2866978"/>
              <a:gd name="connsiteX41" fmla="*/ 880267 w 2577561"/>
              <a:gd name="connsiteY41" fmla="*/ 97687 h 2866978"/>
              <a:gd name="connsiteX42" fmla="*/ 960892 w 2577561"/>
              <a:gd name="connsiteY42" fmla="*/ 68178 h 2866978"/>
              <a:gd name="connsiteX43" fmla="*/ 960892 w 2577561"/>
              <a:gd name="connsiteY43" fmla="*/ 68179 h 2866978"/>
              <a:gd name="connsiteX44" fmla="*/ 1012685 w 2577561"/>
              <a:gd name="connsiteY44" fmla="*/ 49222 h 2866978"/>
              <a:gd name="connsiteX45" fmla="*/ 1150810 w 2577561"/>
              <a:gd name="connsiteY45" fmla="*/ 13707 h 286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77561" h="2866978">
                <a:moveTo>
                  <a:pt x="25265" y="1161557"/>
                </a:moveTo>
                <a:lnTo>
                  <a:pt x="77055" y="1180512"/>
                </a:lnTo>
                <a:cubicBezTo>
                  <a:pt x="212448" y="1222624"/>
                  <a:pt x="356398" y="1245309"/>
                  <a:pt x="505647" y="1245309"/>
                </a:cubicBezTo>
                <a:cubicBezTo>
                  <a:pt x="654896" y="1245309"/>
                  <a:pt x="798847" y="1222624"/>
                  <a:pt x="934239" y="1180512"/>
                </a:cubicBezTo>
                <a:lnTo>
                  <a:pt x="964085" y="1169589"/>
                </a:lnTo>
                <a:lnTo>
                  <a:pt x="964909" y="1174992"/>
                </a:lnTo>
                <a:cubicBezTo>
                  <a:pt x="1022506" y="1456464"/>
                  <a:pt x="1162153" y="1708047"/>
                  <a:pt x="1357767" y="1903662"/>
                </a:cubicBezTo>
                <a:lnTo>
                  <a:pt x="1441276" y="1979559"/>
                </a:lnTo>
                <a:lnTo>
                  <a:pt x="1441276" y="1979558"/>
                </a:lnTo>
                <a:lnTo>
                  <a:pt x="1460118" y="1996683"/>
                </a:lnTo>
                <a:cubicBezTo>
                  <a:pt x="1709256" y="2202290"/>
                  <a:pt x="2028656" y="2325801"/>
                  <a:pt x="2376904" y="2325801"/>
                </a:cubicBezTo>
                <a:cubicBezTo>
                  <a:pt x="2426654" y="2325801"/>
                  <a:pt x="2475815" y="2323281"/>
                  <a:pt x="2524266" y="2318360"/>
                </a:cubicBezTo>
                <a:lnTo>
                  <a:pt x="2577561" y="2310226"/>
                </a:lnTo>
                <a:lnTo>
                  <a:pt x="2553436" y="2342487"/>
                </a:lnTo>
                <a:cubicBezTo>
                  <a:pt x="2289085" y="2662807"/>
                  <a:pt x="1889024" y="2866978"/>
                  <a:pt x="1441277" y="2866978"/>
                </a:cubicBezTo>
                <a:cubicBezTo>
                  <a:pt x="993530" y="2866978"/>
                  <a:pt x="593469" y="2662807"/>
                  <a:pt x="329118" y="2342487"/>
                </a:cubicBezTo>
                <a:lnTo>
                  <a:pt x="304995" y="2310228"/>
                </a:lnTo>
                <a:lnTo>
                  <a:pt x="304994" y="2310228"/>
                </a:lnTo>
                <a:lnTo>
                  <a:pt x="246148" y="2231534"/>
                </a:lnTo>
                <a:cubicBezTo>
                  <a:pt x="90743" y="2001504"/>
                  <a:pt x="0" y="1724200"/>
                  <a:pt x="0" y="1425702"/>
                </a:cubicBezTo>
                <a:cubicBezTo>
                  <a:pt x="0" y="1375953"/>
                  <a:pt x="2521" y="1326792"/>
                  <a:pt x="7441" y="1278340"/>
                </a:cubicBezTo>
                <a:close/>
                <a:moveTo>
                  <a:pt x="1240621" y="0"/>
                </a:moveTo>
                <a:lnTo>
                  <a:pt x="1181775" y="78693"/>
                </a:lnTo>
                <a:cubicBezTo>
                  <a:pt x="1129973" y="155370"/>
                  <a:pt x="1085356" y="237299"/>
                  <a:pt x="1048890" y="323515"/>
                </a:cubicBezTo>
                <a:lnTo>
                  <a:pt x="1041291" y="344279"/>
                </a:lnTo>
                <a:lnTo>
                  <a:pt x="1041291" y="344279"/>
                </a:lnTo>
                <a:lnTo>
                  <a:pt x="1000424" y="455932"/>
                </a:lnTo>
                <a:cubicBezTo>
                  <a:pt x="986387" y="501063"/>
                  <a:pt x="974508" y="547145"/>
                  <a:pt x="964909" y="594057"/>
                </a:cubicBezTo>
                <a:lnTo>
                  <a:pt x="960757" y="621260"/>
                </a:lnTo>
                <a:lnTo>
                  <a:pt x="943068" y="737162"/>
                </a:lnTo>
                <a:cubicBezTo>
                  <a:pt x="938148" y="785613"/>
                  <a:pt x="935627" y="834774"/>
                  <a:pt x="935627" y="884524"/>
                </a:cubicBezTo>
                <a:cubicBezTo>
                  <a:pt x="935627" y="934274"/>
                  <a:pt x="938148" y="983435"/>
                  <a:pt x="943068" y="1031886"/>
                </a:cubicBezTo>
                <a:lnTo>
                  <a:pt x="964085" y="1169588"/>
                </a:lnTo>
                <a:lnTo>
                  <a:pt x="934239" y="1180511"/>
                </a:lnTo>
                <a:cubicBezTo>
                  <a:pt x="798847" y="1222623"/>
                  <a:pt x="654896" y="1245308"/>
                  <a:pt x="505647" y="1245308"/>
                </a:cubicBezTo>
                <a:cubicBezTo>
                  <a:pt x="356398" y="1245308"/>
                  <a:pt x="212448" y="1222623"/>
                  <a:pt x="77055" y="1180511"/>
                </a:cubicBezTo>
                <a:lnTo>
                  <a:pt x="25265" y="1161556"/>
                </a:lnTo>
                <a:lnTo>
                  <a:pt x="29282" y="1135234"/>
                </a:lnTo>
                <a:cubicBezTo>
                  <a:pt x="86879" y="853763"/>
                  <a:pt x="226526" y="602179"/>
                  <a:pt x="422140" y="406564"/>
                </a:cubicBezTo>
                <a:lnTo>
                  <a:pt x="490161" y="344744"/>
                </a:lnTo>
                <a:lnTo>
                  <a:pt x="524491" y="313542"/>
                </a:lnTo>
                <a:cubicBezTo>
                  <a:pt x="631265" y="225425"/>
                  <a:pt x="750943" y="152386"/>
                  <a:pt x="880267" y="97687"/>
                </a:cubicBezTo>
                <a:lnTo>
                  <a:pt x="960892" y="68178"/>
                </a:lnTo>
                <a:lnTo>
                  <a:pt x="960892" y="68179"/>
                </a:lnTo>
                <a:lnTo>
                  <a:pt x="1012685" y="49222"/>
                </a:lnTo>
                <a:cubicBezTo>
                  <a:pt x="1057816" y="35185"/>
                  <a:pt x="1103898" y="23306"/>
                  <a:pt x="1150810" y="13707"/>
                </a:cubicBezTo>
                <a:close/>
              </a:path>
            </a:pathLst>
          </a:custGeom>
          <a:solidFill>
            <a:srgbClr val="C9ADA7"/>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2" name="Freeform: Shape 101">
            <a:extLst>
              <a:ext uri="{FF2B5EF4-FFF2-40B4-BE49-F238E27FC236}">
                <a16:creationId xmlns:a16="http://schemas.microsoft.com/office/drawing/2014/main" id="{A3873B08-CE44-780E-65C5-5E96D16517D9}"/>
              </a:ext>
            </a:extLst>
          </p:cNvPr>
          <p:cNvSpPr/>
          <p:nvPr/>
        </p:nvSpPr>
        <p:spPr>
          <a:xfrm>
            <a:off x="10789482" y="9906958"/>
            <a:ext cx="2877978" cy="3202243"/>
          </a:xfrm>
          <a:custGeom>
            <a:avLst/>
            <a:gdLst>
              <a:gd name="connsiteX0" fmla="*/ 1535480 w 2576773"/>
              <a:gd name="connsiteY0" fmla="*/ 2521770 h 2867101"/>
              <a:gd name="connsiteX1" fmla="*/ 1576346 w 2576773"/>
              <a:gd name="connsiteY1" fmla="*/ 2633424 h 2867101"/>
              <a:gd name="connsiteX2" fmla="*/ 1611861 w 2576773"/>
              <a:gd name="connsiteY2" fmla="*/ 2771549 h 2867101"/>
              <a:gd name="connsiteX3" fmla="*/ 1616013 w 2576773"/>
              <a:gd name="connsiteY3" fmla="*/ 2798753 h 2867101"/>
              <a:gd name="connsiteX4" fmla="*/ 1564088 w 2576773"/>
              <a:gd name="connsiteY4" fmla="*/ 2817758 h 2867101"/>
              <a:gd name="connsiteX5" fmla="*/ 1425963 w 2576773"/>
              <a:gd name="connsiteY5" fmla="*/ 2853273 h 2867101"/>
              <a:gd name="connsiteX6" fmla="*/ 1335362 w 2576773"/>
              <a:gd name="connsiteY6" fmla="*/ 2867101 h 2867101"/>
              <a:gd name="connsiteX7" fmla="*/ 1394995 w 2576773"/>
              <a:gd name="connsiteY7" fmla="*/ 2787355 h 2867101"/>
              <a:gd name="connsiteX8" fmla="*/ 1527880 w 2576773"/>
              <a:gd name="connsiteY8" fmla="*/ 2542533 h 2867101"/>
              <a:gd name="connsiteX9" fmla="*/ 2071123 w 2576773"/>
              <a:gd name="connsiteY9" fmla="*/ 1620739 h 2867101"/>
              <a:gd name="connsiteX10" fmla="*/ 2499715 w 2576773"/>
              <a:gd name="connsiteY10" fmla="*/ 1685536 h 2867101"/>
              <a:gd name="connsiteX11" fmla="*/ 2551643 w 2576773"/>
              <a:gd name="connsiteY11" fmla="*/ 1704542 h 2867101"/>
              <a:gd name="connsiteX12" fmla="*/ 2547491 w 2576773"/>
              <a:gd name="connsiteY12" fmla="*/ 1731745 h 2867101"/>
              <a:gd name="connsiteX13" fmla="*/ 2154633 w 2576773"/>
              <a:gd name="connsiteY13" fmla="*/ 2460415 h 2867101"/>
              <a:gd name="connsiteX14" fmla="*/ 2086613 w 2576773"/>
              <a:gd name="connsiteY14" fmla="*/ 2522236 h 2867101"/>
              <a:gd name="connsiteX15" fmla="*/ 2086613 w 2576773"/>
              <a:gd name="connsiteY15" fmla="*/ 2522236 h 2867101"/>
              <a:gd name="connsiteX16" fmla="*/ 2052282 w 2576773"/>
              <a:gd name="connsiteY16" fmla="*/ 2553436 h 2867101"/>
              <a:gd name="connsiteX17" fmla="*/ 1696506 w 2576773"/>
              <a:gd name="connsiteY17" fmla="*/ 2769291 h 2867101"/>
              <a:gd name="connsiteX18" fmla="*/ 1616013 w 2576773"/>
              <a:gd name="connsiteY18" fmla="*/ 2798752 h 2867101"/>
              <a:gd name="connsiteX19" fmla="*/ 1611861 w 2576773"/>
              <a:gd name="connsiteY19" fmla="*/ 2771548 h 2867101"/>
              <a:gd name="connsiteX20" fmla="*/ 1576346 w 2576773"/>
              <a:gd name="connsiteY20" fmla="*/ 2633423 h 2867101"/>
              <a:gd name="connsiteX21" fmla="*/ 1535480 w 2576773"/>
              <a:gd name="connsiteY21" fmla="*/ 2521769 h 2867101"/>
              <a:gd name="connsiteX22" fmla="*/ 1576346 w 2576773"/>
              <a:gd name="connsiteY22" fmla="*/ 2410114 h 2867101"/>
              <a:gd name="connsiteX23" fmla="*/ 1611861 w 2576773"/>
              <a:gd name="connsiteY23" fmla="*/ 2271989 h 2867101"/>
              <a:gd name="connsiteX24" fmla="*/ 1615878 w 2576773"/>
              <a:gd name="connsiteY24" fmla="*/ 2245668 h 2867101"/>
              <a:gd name="connsiteX25" fmla="*/ 1633702 w 2576773"/>
              <a:gd name="connsiteY25" fmla="*/ 2128885 h 2867101"/>
              <a:gd name="connsiteX26" fmla="*/ 1641143 w 2576773"/>
              <a:gd name="connsiteY26" fmla="*/ 1981523 h 2867101"/>
              <a:gd name="connsiteX27" fmla="*/ 1633702 w 2576773"/>
              <a:gd name="connsiteY27" fmla="*/ 1834161 h 2867101"/>
              <a:gd name="connsiteX28" fmla="*/ 1612686 w 2576773"/>
              <a:gd name="connsiteY28" fmla="*/ 1696460 h 2867101"/>
              <a:gd name="connsiteX29" fmla="*/ 1642531 w 2576773"/>
              <a:gd name="connsiteY29" fmla="*/ 1685536 h 2867101"/>
              <a:gd name="connsiteX30" fmla="*/ 2071123 w 2576773"/>
              <a:gd name="connsiteY30" fmla="*/ 1620739 h 2867101"/>
              <a:gd name="connsiteX31" fmla="*/ 1135496 w 2576773"/>
              <a:gd name="connsiteY31" fmla="*/ 0 h 2867101"/>
              <a:gd name="connsiteX32" fmla="*/ 2247655 w 2576773"/>
              <a:gd name="connsiteY32" fmla="*/ 524491 h 2867101"/>
              <a:gd name="connsiteX33" fmla="*/ 2270993 w 2576773"/>
              <a:gd name="connsiteY33" fmla="*/ 555700 h 2867101"/>
              <a:gd name="connsiteX34" fmla="*/ 2330625 w 2576773"/>
              <a:gd name="connsiteY34" fmla="*/ 635445 h 2867101"/>
              <a:gd name="connsiteX35" fmla="*/ 2576773 w 2576773"/>
              <a:gd name="connsiteY35" fmla="*/ 1441277 h 2867101"/>
              <a:gd name="connsiteX36" fmla="*/ 2569332 w 2576773"/>
              <a:gd name="connsiteY36" fmla="*/ 1588639 h 2867101"/>
              <a:gd name="connsiteX37" fmla="*/ 2551643 w 2576773"/>
              <a:gd name="connsiteY37" fmla="*/ 1704541 h 2867101"/>
              <a:gd name="connsiteX38" fmla="*/ 2499715 w 2576773"/>
              <a:gd name="connsiteY38" fmla="*/ 1685535 h 2867101"/>
              <a:gd name="connsiteX39" fmla="*/ 2071123 w 2576773"/>
              <a:gd name="connsiteY39" fmla="*/ 1620738 h 2867101"/>
              <a:gd name="connsiteX40" fmla="*/ 1642531 w 2576773"/>
              <a:gd name="connsiteY40" fmla="*/ 1685535 h 2867101"/>
              <a:gd name="connsiteX41" fmla="*/ 1612686 w 2576773"/>
              <a:gd name="connsiteY41" fmla="*/ 1696459 h 2867101"/>
              <a:gd name="connsiteX42" fmla="*/ 1611861 w 2576773"/>
              <a:gd name="connsiteY42" fmla="*/ 1691055 h 2867101"/>
              <a:gd name="connsiteX43" fmla="*/ 1219003 w 2576773"/>
              <a:gd name="connsiteY43" fmla="*/ 962385 h 2867101"/>
              <a:gd name="connsiteX44" fmla="*/ 1135495 w 2576773"/>
              <a:gd name="connsiteY44" fmla="*/ 886488 h 2867101"/>
              <a:gd name="connsiteX45" fmla="*/ 1116652 w 2576773"/>
              <a:gd name="connsiteY45" fmla="*/ 869363 h 2867101"/>
              <a:gd name="connsiteX46" fmla="*/ 199866 w 2576773"/>
              <a:gd name="connsiteY46" fmla="*/ 540245 h 2867101"/>
              <a:gd name="connsiteX47" fmla="*/ 52504 w 2576773"/>
              <a:gd name="connsiteY47" fmla="*/ 547686 h 2867101"/>
              <a:gd name="connsiteX48" fmla="*/ 0 w 2576773"/>
              <a:gd name="connsiteY48" fmla="*/ 555699 h 2867101"/>
              <a:gd name="connsiteX49" fmla="*/ 23337 w 2576773"/>
              <a:gd name="connsiteY49" fmla="*/ 524491 h 2867101"/>
              <a:gd name="connsiteX50" fmla="*/ 1135496 w 2576773"/>
              <a:gd name="connsiteY50" fmla="*/ 0 h 286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576773" h="2867101">
                <a:moveTo>
                  <a:pt x="1535480" y="2521770"/>
                </a:moveTo>
                <a:lnTo>
                  <a:pt x="1576346" y="2633424"/>
                </a:lnTo>
                <a:cubicBezTo>
                  <a:pt x="1590383" y="2678555"/>
                  <a:pt x="1602262" y="2724637"/>
                  <a:pt x="1611861" y="2771549"/>
                </a:cubicBezTo>
                <a:lnTo>
                  <a:pt x="1616013" y="2798753"/>
                </a:lnTo>
                <a:lnTo>
                  <a:pt x="1564088" y="2817758"/>
                </a:lnTo>
                <a:cubicBezTo>
                  <a:pt x="1518957" y="2831795"/>
                  <a:pt x="1472876" y="2843674"/>
                  <a:pt x="1425963" y="2853273"/>
                </a:cubicBezTo>
                <a:lnTo>
                  <a:pt x="1335362" y="2867101"/>
                </a:lnTo>
                <a:lnTo>
                  <a:pt x="1394995" y="2787355"/>
                </a:lnTo>
                <a:cubicBezTo>
                  <a:pt x="1446797" y="2710678"/>
                  <a:pt x="1491414" y="2628749"/>
                  <a:pt x="1527880" y="2542533"/>
                </a:cubicBezTo>
                <a:close/>
                <a:moveTo>
                  <a:pt x="2071123" y="1620739"/>
                </a:moveTo>
                <a:cubicBezTo>
                  <a:pt x="2220372" y="1620739"/>
                  <a:pt x="2364323" y="1643425"/>
                  <a:pt x="2499715" y="1685536"/>
                </a:cubicBezTo>
                <a:lnTo>
                  <a:pt x="2551643" y="1704542"/>
                </a:lnTo>
                <a:lnTo>
                  <a:pt x="2547491" y="1731745"/>
                </a:lnTo>
                <a:cubicBezTo>
                  <a:pt x="2489894" y="2013217"/>
                  <a:pt x="2350248" y="2264800"/>
                  <a:pt x="2154633" y="2460415"/>
                </a:cubicBezTo>
                <a:lnTo>
                  <a:pt x="2086613" y="2522236"/>
                </a:lnTo>
                <a:lnTo>
                  <a:pt x="2086613" y="2522236"/>
                </a:lnTo>
                <a:lnTo>
                  <a:pt x="2052282" y="2553436"/>
                </a:lnTo>
                <a:cubicBezTo>
                  <a:pt x="1945509" y="2641554"/>
                  <a:pt x="1825830" y="2714592"/>
                  <a:pt x="1696506" y="2769291"/>
                </a:cubicBezTo>
                <a:lnTo>
                  <a:pt x="1616013" y="2798752"/>
                </a:lnTo>
                <a:lnTo>
                  <a:pt x="1611861" y="2771548"/>
                </a:lnTo>
                <a:cubicBezTo>
                  <a:pt x="1602262" y="2724636"/>
                  <a:pt x="1590383" y="2678554"/>
                  <a:pt x="1576346" y="2633423"/>
                </a:cubicBezTo>
                <a:lnTo>
                  <a:pt x="1535480" y="2521769"/>
                </a:lnTo>
                <a:lnTo>
                  <a:pt x="1576346" y="2410114"/>
                </a:lnTo>
                <a:cubicBezTo>
                  <a:pt x="1590383" y="2364983"/>
                  <a:pt x="1602262" y="2318901"/>
                  <a:pt x="1611861" y="2271989"/>
                </a:cubicBezTo>
                <a:lnTo>
                  <a:pt x="1615878" y="2245668"/>
                </a:lnTo>
                <a:lnTo>
                  <a:pt x="1633702" y="2128885"/>
                </a:lnTo>
                <a:cubicBezTo>
                  <a:pt x="1638623" y="2080434"/>
                  <a:pt x="1641143" y="2031273"/>
                  <a:pt x="1641143" y="1981523"/>
                </a:cubicBezTo>
                <a:cubicBezTo>
                  <a:pt x="1641143" y="1931773"/>
                  <a:pt x="1638623" y="1882612"/>
                  <a:pt x="1633702" y="1834161"/>
                </a:cubicBezTo>
                <a:lnTo>
                  <a:pt x="1612686" y="1696460"/>
                </a:lnTo>
                <a:lnTo>
                  <a:pt x="1642531" y="1685536"/>
                </a:lnTo>
                <a:cubicBezTo>
                  <a:pt x="1777924" y="1643425"/>
                  <a:pt x="1921874" y="1620739"/>
                  <a:pt x="2071123" y="1620739"/>
                </a:cubicBezTo>
                <a:close/>
                <a:moveTo>
                  <a:pt x="1135496" y="0"/>
                </a:moveTo>
                <a:cubicBezTo>
                  <a:pt x="1583243" y="0"/>
                  <a:pt x="1983304" y="204171"/>
                  <a:pt x="2247655" y="524491"/>
                </a:cubicBezTo>
                <a:lnTo>
                  <a:pt x="2270993" y="555700"/>
                </a:lnTo>
                <a:lnTo>
                  <a:pt x="2330625" y="635445"/>
                </a:lnTo>
                <a:cubicBezTo>
                  <a:pt x="2486030" y="865475"/>
                  <a:pt x="2576773" y="1142779"/>
                  <a:pt x="2576773" y="1441277"/>
                </a:cubicBezTo>
                <a:cubicBezTo>
                  <a:pt x="2576773" y="1491027"/>
                  <a:pt x="2574253" y="1540188"/>
                  <a:pt x="2569332" y="1588639"/>
                </a:cubicBezTo>
                <a:lnTo>
                  <a:pt x="2551643" y="1704541"/>
                </a:lnTo>
                <a:lnTo>
                  <a:pt x="2499715" y="1685535"/>
                </a:lnTo>
                <a:cubicBezTo>
                  <a:pt x="2364323" y="1643424"/>
                  <a:pt x="2220372" y="1620738"/>
                  <a:pt x="2071123" y="1620738"/>
                </a:cubicBezTo>
                <a:cubicBezTo>
                  <a:pt x="1921874" y="1620738"/>
                  <a:pt x="1777924" y="1643424"/>
                  <a:pt x="1642531" y="1685535"/>
                </a:cubicBezTo>
                <a:lnTo>
                  <a:pt x="1612686" y="1696459"/>
                </a:lnTo>
                <a:lnTo>
                  <a:pt x="1611861" y="1691055"/>
                </a:lnTo>
                <a:cubicBezTo>
                  <a:pt x="1554264" y="1409584"/>
                  <a:pt x="1414618" y="1158000"/>
                  <a:pt x="1219003" y="962385"/>
                </a:cubicBezTo>
                <a:lnTo>
                  <a:pt x="1135495" y="886488"/>
                </a:lnTo>
                <a:lnTo>
                  <a:pt x="1116652" y="869363"/>
                </a:lnTo>
                <a:cubicBezTo>
                  <a:pt x="867514" y="663756"/>
                  <a:pt x="548114" y="540245"/>
                  <a:pt x="199866" y="540245"/>
                </a:cubicBezTo>
                <a:cubicBezTo>
                  <a:pt x="150117" y="540245"/>
                  <a:pt x="100956" y="542766"/>
                  <a:pt x="52504" y="547686"/>
                </a:cubicBezTo>
                <a:lnTo>
                  <a:pt x="0" y="555699"/>
                </a:lnTo>
                <a:lnTo>
                  <a:pt x="23337" y="524491"/>
                </a:lnTo>
                <a:cubicBezTo>
                  <a:pt x="287688" y="204171"/>
                  <a:pt x="687749" y="0"/>
                  <a:pt x="1135496" y="0"/>
                </a:cubicBezTo>
                <a:close/>
              </a:path>
            </a:pathLst>
          </a:custGeom>
          <a:solidFill>
            <a:srgbClr val="2B2D42"/>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1" name="Freeform: Shape 100">
            <a:extLst>
              <a:ext uri="{FF2B5EF4-FFF2-40B4-BE49-F238E27FC236}">
                <a16:creationId xmlns:a16="http://schemas.microsoft.com/office/drawing/2014/main" id="{0FFB1EC0-ECB0-BC12-D54E-BBECB42577B1}"/>
              </a:ext>
            </a:extLst>
          </p:cNvPr>
          <p:cNvSpPr/>
          <p:nvPr/>
        </p:nvSpPr>
        <p:spPr>
          <a:xfrm>
            <a:off x="-6124856" y="2322426"/>
            <a:ext cx="3219503" cy="2213148"/>
          </a:xfrm>
          <a:custGeom>
            <a:avLst/>
            <a:gdLst>
              <a:gd name="connsiteX0" fmla="*/ 2776891 w 2882554"/>
              <a:gd name="connsiteY0" fmla="*/ 0 h 1981523"/>
              <a:gd name="connsiteX1" fmla="*/ 2817757 w 2882554"/>
              <a:gd name="connsiteY1" fmla="*/ 111654 h 1981523"/>
              <a:gd name="connsiteX2" fmla="*/ 2882554 w 2882554"/>
              <a:gd name="connsiteY2" fmla="*/ 540246 h 1981523"/>
              <a:gd name="connsiteX3" fmla="*/ 1731744 w 2882554"/>
              <a:gd name="connsiteY3" fmla="*/ 1952241 h 1981523"/>
              <a:gd name="connsiteX4" fmla="*/ 1641934 w 2882554"/>
              <a:gd name="connsiteY4" fmla="*/ 1965948 h 1981523"/>
              <a:gd name="connsiteX5" fmla="*/ 1588639 w 2882554"/>
              <a:gd name="connsiteY5" fmla="*/ 1974082 h 1981523"/>
              <a:gd name="connsiteX6" fmla="*/ 1441277 w 2882554"/>
              <a:gd name="connsiteY6" fmla="*/ 1981523 h 1981523"/>
              <a:gd name="connsiteX7" fmla="*/ 524491 w 2882554"/>
              <a:gd name="connsiteY7" fmla="*/ 1652405 h 1981523"/>
              <a:gd name="connsiteX8" fmla="*/ 505649 w 2882554"/>
              <a:gd name="connsiteY8" fmla="*/ 1635281 h 1981523"/>
              <a:gd name="connsiteX9" fmla="*/ 505649 w 2882554"/>
              <a:gd name="connsiteY9" fmla="*/ 1635281 h 1981523"/>
              <a:gd name="connsiteX10" fmla="*/ 422140 w 2882554"/>
              <a:gd name="connsiteY10" fmla="*/ 1559384 h 1981523"/>
              <a:gd name="connsiteX11" fmla="*/ 29282 w 2882554"/>
              <a:gd name="connsiteY11" fmla="*/ 830714 h 1981523"/>
              <a:gd name="connsiteX12" fmla="*/ 28458 w 2882554"/>
              <a:gd name="connsiteY12" fmla="*/ 825311 h 1981523"/>
              <a:gd name="connsiteX13" fmla="*/ 131030 w 2882554"/>
              <a:gd name="connsiteY13" fmla="*/ 787768 h 1981523"/>
              <a:gd name="connsiteX14" fmla="*/ 486806 w 2882554"/>
              <a:gd name="connsiteY14" fmla="*/ 571913 h 1981523"/>
              <a:gd name="connsiteX15" fmla="*/ 505649 w 2882554"/>
              <a:gd name="connsiteY15" fmla="*/ 554788 h 1981523"/>
              <a:gd name="connsiteX16" fmla="*/ 524491 w 2882554"/>
              <a:gd name="connsiteY16" fmla="*/ 571913 h 1981523"/>
              <a:gd name="connsiteX17" fmla="*/ 880267 w 2882554"/>
              <a:gd name="connsiteY17" fmla="*/ 787768 h 1981523"/>
              <a:gd name="connsiteX18" fmla="*/ 982840 w 2882554"/>
              <a:gd name="connsiteY18" fmla="*/ 825311 h 1981523"/>
              <a:gd name="connsiteX19" fmla="*/ 982840 w 2882554"/>
              <a:gd name="connsiteY19" fmla="*/ 825310 h 1981523"/>
              <a:gd name="connsiteX20" fmla="*/ 1012685 w 2882554"/>
              <a:gd name="connsiteY20" fmla="*/ 836233 h 1981523"/>
              <a:gd name="connsiteX21" fmla="*/ 1441277 w 2882554"/>
              <a:gd name="connsiteY21" fmla="*/ 901030 h 1981523"/>
              <a:gd name="connsiteX22" fmla="*/ 1869869 w 2882554"/>
              <a:gd name="connsiteY22" fmla="*/ 836233 h 1981523"/>
              <a:gd name="connsiteX23" fmla="*/ 1921662 w 2882554"/>
              <a:gd name="connsiteY23" fmla="*/ 817277 h 1981523"/>
              <a:gd name="connsiteX24" fmla="*/ 2002287 w 2882554"/>
              <a:gd name="connsiteY24" fmla="*/ 787767 h 1981523"/>
              <a:gd name="connsiteX25" fmla="*/ 2769291 w 2882554"/>
              <a:gd name="connsiteY25" fmla="*/ 20763 h 1981523"/>
              <a:gd name="connsiteX26" fmla="*/ 105664 w 2882554"/>
              <a:gd name="connsiteY26" fmla="*/ 0 h 1981523"/>
              <a:gd name="connsiteX27" fmla="*/ 113263 w 2882554"/>
              <a:gd name="connsiteY27" fmla="*/ 20763 h 1981523"/>
              <a:gd name="connsiteX28" fmla="*/ 246148 w 2882554"/>
              <a:gd name="connsiteY28" fmla="*/ 265585 h 1981523"/>
              <a:gd name="connsiteX29" fmla="*/ 305781 w 2882554"/>
              <a:gd name="connsiteY29" fmla="*/ 345330 h 1981523"/>
              <a:gd name="connsiteX30" fmla="*/ 329118 w 2882554"/>
              <a:gd name="connsiteY30" fmla="*/ 376539 h 1981523"/>
              <a:gd name="connsiteX31" fmla="*/ 422140 w 2882554"/>
              <a:gd name="connsiteY31" fmla="*/ 478890 h 1981523"/>
              <a:gd name="connsiteX32" fmla="*/ 505649 w 2882554"/>
              <a:gd name="connsiteY32" fmla="*/ 554787 h 1981523"/>
              <a:gd name="connsiteX33" fmla="*/ 486806 w 2882554"/>
              <a:gd name="connsiteY33" fmla="*/ 571912 h 1981523"/>
              <a:gd name="connsiteX34" fmla="*/ 131030 w 2882554"/>
              <a:gd name="connsiteY34" fmla="*/ 787767 h 1981523"/>
              <a:gd name="connsiteX35" fmla="*/ 28458 w 2882554"/>
              <a:gd name="connsiteY35" fmla="*/ 825310 h 1981523"/>
              <a:gd name="connsiteX36" fmla="*/ 7441 w 2882554"/>
              <a:gd name="connsiteY36" fmla="*/ 687608 h 1981523"/>
              <a:gd name="connsiteX37" fmla="*/ 0 w 2882554"/>
              <a:gd name="connsiteY37" fmla="*/ 540246 h 1981523"/>
              <a:gd name="connsiteX38" fmla="*/ 7441 w 2882554"/>
              <a:gd name="connsiteY38" fmla="*/ 392884 h 1981523"/>
              <a:gd name="connsiteX39" fmla="*/ 25130 w 2882554"/>
              <a:gd name="connsiteY39" fmla="*/ 276982 h 1981523"/>
              <a:gd name="connsiteX40" fmla="*/ 29282 w 2882554"/>
              <a:gd name="connsiteY40" fmla="*/ 249779 h 1981523"/>
              <a:gd name="connsiteX41" fmla="*/ 64797 w 2882554"/>
              <a:gd name="connsiteY41" fmla="*/ 111654 h 1981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882554" h="1981523">
                <a:moveTo>
                  <a:pt x="2776891" y="0"/>
                </a:moveTo>
                <a:lnTo>
                  <a:pt x="2817757" y="111654"/>
                </a:lnTo>
                <a:cubicBezTo>
                  <a:pt x="2859868" y="247047"/>
                  <a:pt x="2882554" y="390997"/>
                  <a:pt x="2882554" y="540246"/>
                </a:cubicBezTo>
                <a:cubicBezTo>
                  <a:pt x="2882554" y="1236742"/>
                  <a:pt x="2388510" y="1817848"/>
                  <a:pt x="1731744" y="1952241"/>
                </a:cubicBezTo>
                <a:lnTo>
                  <a:pt x="1641934" y="1965948"/>
                </a:lnTo>
                <a:lnTo>
                  <a:pt x="1588639" y="1974082"/>
                </a:lnTo>
                <a:cubicBezTo>
                  <a:pt x="1540188" y="1979003"/>
                  <a:pt x="1491027" y="1981523"/>
                  <a:pt x="1441277" y="1981523"/>
                </a:cubicBezTo>
                <a:cubicBezTo>
                  <a:pt x="1093029" y="1981523"/>
                  <a:pt x="773629" y="1858012"/>
                  <a:pt x="524491" y="1652405"/>
                </a:cubicBezTo>
                <a:lnTo>
                  <a:pt x="505649" y="1635281"/>
                </a:lnTo>
                <a:lnTo>
                  <a:pt x="505649" y="1635281"/>
                </a:lnTo>
                <a:lnTo>
                  <a:pt x="422140" y="1559384"/>
                </a:lnTo>
                <a:cubicBezTo>
                  <a:pt x="226526" y="1363769"/>
                  <a:pt x="86879" y="1112186"/>
                  <a:pt x="29282" y="830714"/>
                </a:cubicBezTo>
                <a:lnTo>
                  <a:pt x="28458" y="825311"/>
                </a:lnTo>
                <a:lnTo>
                  <a:pt x="131030" y="787768"/>
                </a:lnTo>
                <a:cubicBezTo>
                  <a:pt x="260354" y="733069"/>
                  <a:pt x="380033" y="660031"/>
                  <a:pt x="486806" y="571913"/>
                </a:cubicBezTo>
                <a:lnTo>
                  <a:pt x="505649" y="554788"/>
                </a:lnTo>
                <a:lnTo>
                  <a:pt x="524491" y="571913"/>
                </a:lnTo>
                <a:cubicBezTo>
                  <a:pt x="631265" y="660031"/>
                  <a:pt x="750943" y="733069"/>
                  <a:pt x="880267" y="787768"/>
                </a:cubicBezTo>
                <a:lnTo>
                  <a:pt x="982840" y="825311"/>
                </a:lnTo>
                <a:lnTo>
                  <a:pt x="982840" y="825310"/>
                </a:lnTo>
                <a:lnTo>
                  <a:pt x="1012685" y="836233"/>
                </a:lnTo>
                <a:cubicBezTo>
                  <a:pt x="1148078" y="878345"/>
                  <a:pt x="1292028" y="901030"/>
                  <a:pt x="1441277" y="901030"/>
                </a:cubicBezTo>
                <a:cubicBezTo>
                  <a:pt x="1590526" y="901030"/>
                  <a:pt x="1734477" y="878345"/>
                  <a:pt x="1869869" y="836233"/>
                </a:cubicBezTo>
                <a:lnTo>
                  <a:pt x="1921662" y="817277"/>
                </a:lnTo>
                <a:lnTo>
                  <a:pt x="2002287" y="787767"/>
                </a:lnTo>
                <a:cubicBezTo>
                  <a:pt x="2347151" y="641902"/>
                  <a:pt x="2623426" y="365627"/>
                  <a:pt x="2769291" y="20763"/>
                </a:cubicBezTo>
                <a:close/>
                <a:moveTo>
                  <a:pt x="105664" y="0"/>
                </a:moveTo>
                <a:lnTo>
                  <a:pt x="113263" y="20763"/>
                </a:lnTo>
                <a:cubicBezTo>
                  <a:pt x="149729" y="106979"/>
                  <a:pt x="194346" y="188908"/>
                  <a:pt x="246148" y="265585"/>
                </a:cubicBezTo>
                <a:lnTo>
                  <a:pt x="305781" y="345330"/>
                </a:lnTo>
                <a:lnTo>
                  <a:pt x="329118" y="376539"/>
                </a:lnTo>
                <a:cubicBezTo>
                  <a:pt x="358490" y="412130"/>
                  <a:pt x="389538" y="446287"/>
                  <a:pt x="422140" y="478890"/>
                </a:cubicBezTo>
                <a:lnTo>
                  <a:pt x="505649" y="554787"/>
                </a:lnTo>
                <a:lnTo>
                  <a:pt x="486806" y="571912"/>
                </a:lnTo>
                <a:cubicBezTo>
                  <a:pt x="380033" y="660030"/>
                  <a:pt x="260354" y="733068"/>
                  <a:pt x="131030" y="787767"/>
                </a:cubicBezTo>
                <a:lnTo>
                  <a:pt x="28458" y="825310"/>
                </a:lnTo>
                <a:lnTo>
                  <a:pt x="7441" y="687608"/>
                </a:lnTo>
                <a:cubicBezTo>
                  <a:pt x="2521" y="639157"/>
                  <a:pt x="0" y="589996"/>
                  <a:pt x="0" y="540246"/>
                </a:cubicBezTo>
                <a:cubicBezTo>
                  <a:pt x="0" y="490496"/>
                  <a:pt x="2521" y="441335"/>
                  <a:pt x="7441" y="392884"/>
                </a:cubicBezTo>
                <a:lnTo>
                  <a:pt x="25130" y="276982"/>
                </a:lnTo>
                <a:lnTo>
                  <a:pt x="29282" y="249779"/>
                </a:lnTo>
                <a:cubicBezTo>
                  <a:pt x="38881" y="202867"/>
                  <a:pt x="50760" y="156785"/>
                  <a:pt x="64797" y="111654"/>
                </a:cubicBezTo>
                <a:close/>
              </a:path>
            </a:pathLst>
          </a:custGeom>
          <a:solidFill>
            <a:srgbClr val="9A8C98"/>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wrap="square">
            <a:noAutofit/>
          </a:bodyPr>
          <a:lstStyle/>
          <a:p>
            <a:endParaRPr lang="fr-FR" dirty="0"/>
          </a:p>
        </p:txBody>
      </p:sp>
      <p:sp>
        <p:nvSpPr>
          <p:cNvPr id="100" name="Freeform: Shape 99">
            <a:extLst>
              <a:ext uri="{FF2B5EF4-FFF2-40B4-BE49-F238E27FC236}">
                <a16:creationId xmlns:a16="http://schemas.microsoft.com/office/drawing/2014/main" id="{670EE24C-731A-3EC9-948D-B4F6F6C14D20}"/>
              </a:ext>
            </a:extLst>
          </p:cNvPr>
          <p:cNvSpPr/>
          <p:nvPr/>
        </p:nvSpPr>
        <p:spPr>
          <a:xfrm>
            <a:off x="-2282608" y="9951218"/>
            <a:ext cx="2877978" cy="3202240"/>
          </a:xfrm>
          <a:custGeom>
            <a:avLst/>
            <a:gdLst>
              <a:gd name="connsiteX0" fmla="*/ 1335366 w 2576773"/>
              <a:gd name="connsiteY0" fmla="*/ 0 h 2867098"/>
              <a:gd name="connsiteX1" fmla="*/ 1425963 w 2576773"/>
              <a:gd name="connsiteY1" fmla="*/ 13827 h 2867098"/>
              <a:gd name="connsiteX2" fmla="*/ 2576773 w 2576773"/>
              <a:gd name="connsiteY2" fmla="*/ 1425822 h 2867098"/>
              <a:gd name="connsiteX3" fmla="*/ 2511976 w 2576773"/>
              <a:gd name="connsiteY3" fmla="*/ 1854414 h 2867098"/>
              <a:gd name="connsiteX4" fmla="*/ 2471110 w 2576773"/>
              <a:gd name="connsiteY4" fmla="*/ 1966069 h 2867098"/>
              <a:gd name="connsiteX5" fmla="*/ 2463510 w 2576773"/>
              <a:gd name="connsiteY5" fmla="*/ 1986832 h 2867098"/>
              <a:gd name="connsiteX6" fmla="*/ 1696506 w 2576773"/>
              <a:gd name="connsiteY6" fmla="*/ 2753836 h 2867098"/>
              <a:gd name="connsiteX7" fmla="*/ 1615881 w 2576773"/>
              <a:gd name="connsiteY7" fmla="*/ 2783346 h 2867098"/>
              <a:gd name="connsiteX8" fmla="*/ 1615881 w 2576773"/>
              <a:gd name="connsiteY8" fmla="*/ 2783345 h 2867098"/>
              <a:gd name="connsiteX9" fmla="*/ 1564088 w 2576773"/>
              <a:gd name="connsiteY9" fmla="*/ 2802301 h 2867098"/>
              <a:gd name="connsiteX10" fmla="*/ 1135496 w 2576773"/>
              <a:gd name="connsiteY10" fmla="*/ 2867098 h 2867098"/>
              <a:gd name="connsiteX11" fmla="*/ 706904 w 2576773"/>
              <a:gd name="connsiteY11" fmla="*/ 2802301 h 2867098"/>
              <a:gd name="connsiteX12" fmla="*/ 677059 w 2576773"/>
              <a:gd name="connsiteY12" fmla="*/ 2791378 h 2867098"/>
              <a:gd name="connsiteX13" fmla="*/ 677059 w 2576773"/>
              <a:gd name="connsiteY13" fmla="*/ 2791379 h 2867098"/>
              <a:gd name="connsiteX14" fmla="*/ 574486 w 2576773"/>
              <a:gd name="connsiteY14" fmla="*/ 2753836 h 2867098"/>
              <a:gd name="connsiteX15" fmla="*/ 218710 w 2576773"/>
              <a:gd name="connsiteY15" fmla="*/ 2537981 h 2867098"/>
              <a:gd name="connsiteX16" fmla="*/ 199868 w 2576773"/>
              <a:gd name="connsiteY16" fmla="*/ 2520856 h 2867098"/>
              <a:gd name="connsiteX17" fmla="*/ 116359 w 2576773"/>
              <a:gd name="connsiteY17" fmla="*/ 2444959 h 2867098"/>
              <a:gd name="connsiteX18" fmla="*/ 23337 w 2576773"/>
              <a:gd name="connsiteY18" fmla="*/ 2342608 h 2867098"/>
              <a:gd name="connsiteX19" fmla="*/ 0 w 2576773"/>
              <a:gd name="connsiteY19" fmla="*/ 2311399 h 2867098"/>
              <a:gd name="connsiteX20" fmla="*/ 52507 w 2576773"/>
              <a:gd name="connsiteY20" fmla="*/ 2319413 h 2867098"/>
              <a:gd name="connsiteX21" fmla="*/ 199869 w 2576773"/>
              <a:gd name="connsiteY21" fmla="*/ 2326854 h 2867098"/>
              <a:gd name="connsiteX22" fmla="*/ 347231 w 2576773"/>
              <a:gd name="connsiteY22" fmla="*/ 2319413 h 2867098"/>
              <a:gd name="connsiteX23" fmla="*/ 399735 w 2576773"/>
              <a:gd name="connsiteY23" fmla="*/ 2311400 h 2867098"/>
              <a:gd name="connsiteX24" fmla="*/ 490336 w 2576773"/>
              <a:gd name="connsiteY24" fmla="*/ 2297572 h 2867098"/>
              <a:gd name="connsiteX25" fmla="*/ 628461 w 2576773"/>
              <a:gd name="connsiteY25" fmla="*/ 2262057 h 2867098"/>
              <a:gd name="connsiteX26" fmla="*/ 680386 w 2576773"/>
              <a:gd name="connsiteY26" fmla="*/ 2243052 h 2867098"/>
              <a:gd name="connsiteX27" fmla="*/ 698075 w 2576773"/>
              <a:gd name="connsiteY27" fmla="*/ 2358953 h 2867098"/>
              <a:gd name="connsiteX28" fmla="*/ 705516 w 2576773"/>
              <a:gd name="connsiteY28" fmla="*/ 2506315 h 2867098"/>
              <a:gd name="connsiteX29" fmla="*/ 705516 w 2576773"/>
              <a:gd name="connsiteY29" fmla="*/ 2506314 h 2867098"/>
              <a:gd name="connsiteX30" fmla="*/ 698075 w 2576773"/>
              <a:gd name="connsiteY30" fmla="*/ 2358952 h 2867098"/>
              <a:gd name="connsiteX31" fmla="*/ 680386 w 2576773"/>
              <a:gd name="connsiteY31" fmla="*/ 2243051 h 2867098"/>
              <a:gd name="connsiteX32" fmla="*/ 760879 w 2576773"/>
              <a:gd name="connsiteY32" fmla="*/ 2213590 h 2867098"/>
              <a:gd name="connsiteX33" fmla="*/ 1116655 w 2576773"/>
              <a:gd name="connsiteY33" fmla="*/ 1997735 h 2867098"/>
              <a:gd name="connsiteX34" fmla="*/ 1150986 w 2576773"/>
              <a:gd name="connsiteY34" fmla="*/ 1966534 h 2867098"/>
              <a:gd name="connsiteX35" fmla="*/ 1150987 w 2576773"/>
              <a:gd name="connsiteY35" fmla="*/ 1966534 h 2867098"/>
              <a:gd name="connsiteX36" fmla="*/ 1219006 w 2576773"/>
              <a:gd name="connsiteY36" fmla="*/ 1904714 h 2867098"/>
              <a:gd name="connsiteX37" fmla="*/ 1611864 w 2576773"/>
              <a:gd name="connsiteY37" fmla="*/ 1176044 h 2867098"/>
              <a:gd name="connsiteX38" fmla="*/ 1616016 w 2576773"/>
              <a:gd name="connsiteY38" fmla="*/ 1148841 h 2867098"/>
              <a:gd name="connsiteX39" fmla="*/ 1633705 w 2576773"/>
              <a:gd name="connsiteY39" fmla="*/ 1032939 h 2867098"/>
              <a:gd name="connsiteX40" fmla="*/ 1641146 w 2576773"/>
              <a:gd name="connsiteY40" fmla="*/ 885577 h 2867098"/>
              <a:gd name="connsiteX41" fmla="*/ 1394998 w 2576773"/>
              <a:gd name="connsiteY41" fmla="*/ 79745 h 2867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76773" h="2867098">
                <a:moveTo>
                  <a:pt x="1335366" y="0"/>
                </a:moveTo>
                <a:lnTo>
                  <a:pt x="1425963" y="13827"/>
                </a:lnTo>
                <a:cubicBezTo>
                  <a:pt x="2082729" y="148220"/>
                  <a:pt x="2576773" y="729327"/>
                  <a:pt x="2576773" y="1425822"/>
                </a:cubicBezTo>
                <a:cubicBezTo>
                  <a:pt x="2576773" y="1575071"/>
                  <a:pt x="2554087" y="1719022"/>
                  <a:pt x="2511976" y="1854414"/>
                </a:cubicBezTo>
                <a:lnTo>
                  <a:pt x="2471110" y="1966069"/>
                </a:lnTo>
                <a:lnTo>
                  <a:pt x="2463510" y="1986832"/>
                </a:lnTo>
                <a:cubicBezTo>
                  <a:pt x="2317645" y="2331696"/>
                  <a:pt x="2041370" y="2607971"/>
                  <a:pt x="1696506" y="2753836"/>
                </a:cubicBezTo>
                <a:lnTo>
                  <a:pt x="1615881" y="2783346"/>
                </a:lnTo>
                <a:lnTo>
                  <a:pt x="1615881" y="2783345"/>
                </a:lnTo>
                <a:lnTo>
                  <a:pt x="1564088" y="2802301"/>
                </a:lnTo>
                <a:cubicBezTo>
                  <a:pt x="1428696" y="2844413"/>
                  <a:pt x="1284745" y="2867098"/>
                  <a:pt x="1135496" y="2867098"/>
                </a:cubicBezTo>
                <a:cubicBezTo>
                  <a:pt x="986247" y="2867098"/>
                  <a:pt x="842297" y="2844413"/>
                  <a:pt x="706904" y="2802301"/>
                </a:cubicBezTo>
                <a:lnTo>
                  <a:pt x="677059" y="2791378"/>
                </a:lnTo>
                <a:lnTo>
                  <a:pt x="677059" y="2791379"/>
                </a:lnTo>
                <a:lnTo>
                  <a:pt x="574486" y="2753836"/>
                </a:lnTo>
                <a:cubicBezTo>
                  <a:pt x="445162" y="2699137"/>
                  <a:pt x="325484" y="2626099"/>
                  <a:pt x="218710" y="2537981"/>
                </a:cubicBezTo>
                <a:lnTo>
                  <a:pt x="199868" y="2520856"/>
                </a:lnTo>
                <a:lnTo>
                  <a:pt x="116359" y="2444959"/>
                </a:lnTo>
                <a:cubicBezTo>
                  <a:pt x="83757" y="2412356"/>
                  <a:pt x="52709" y="2378199"/>
                  <a:pt x="23337" y="2342608"/>
                </a:cubicBezTo>
                <a:lnTo>
                  <a:pt x="0" y="2311399"/>
                </a:lnTo>
                <a:lnTo>
                  <a:pt x="52507" y="2319413"/>
                </a:lnTo>
                <a:cubicBezTo>
                  <a:pt x="100959" y="2324333"/>
                  <a:pt x="150120" y="2326854"/>
                  <a:pt x="199869" y="2326854"/>
                </a:cubicBezTo>
                <a:cubicBezTo>
                  <a:pt x="249619" y="2326854"/>
                  <a:pt x="298780" y="2324333"/>
                  <a:pt x="347231" y="2319413"/>
                </a:cubicBezTo>
                <a:lnTo>
                  <a:pt x="399735" y="2311400"/>
                </a:lnTo>
                <a:lnTo>
                  <a:pt x="490336" y="2297572"/>
                </a:lnTo>
                <a:cubicBezTo>
                  <a:pt x="537249" y="2287973"/>
                  <a:pt x="583330" y="2276094"/>
                  <a:pt x="628461" y="2262057"/>
                </a:cubicBezTo>
                <a:lnTo>
                  <a:pt x="680386" y="2243052"/>
                </a:lnTo>
                <a:lnTo>
                  <a:pt x="698075" y="2358953"/>
                </a:lnTo>
                <a:lnTo>
                  <a:pt x="705516" y="2506315"/>
                </a:lnTo>
                <a:lnTo>
                  <a:pt x="705516" y="2506314"/>
                </a:lnTo>
                <a:cubicBezTo>
                  <a:pt x="705516" y="2456564"/>
                  <a:pt x="702996" y="2407403"/>
                  <a:pt x="698075" y="2358952"/>
                </a:cubicBezTo>
                <a:lnTo>
                  <a:pt x="680386" y="2243051"/>
                </a:lnTo>
                <a:lnTo>
                  <a:pt x="760879" y="2213590"/>
                </a:lnTo>
                <a:cubicBezTo>
                  <a:pt x="890203" y="2158891"/>
                  <a:pt x="1009882" y="2085853"/>
                  <a:pt x="1116655" y="1997735"/>
                </a:cubicBezTo>
                <a:lnTo>
                  <a:pt x="1150986" y="1966534"/>
                </a:lnTo>
                <a:lnTo>
                  <a:pt x="1150987" y="1966534"/>
                </a:lnTo>
                <a:lnTo>
                  <a:pt x="1219006" y="1904714"/>
                </a:lnTo>
                <a:cubicBezTo>
                  <a:pt x="1414621" y="1709099"/>
                  <a:pt x="1554267" y="1457516"/>
                  <a:pt x="1611864" y="1176044"/>
                </a:cubicBezTo>
                <a:lnTo>
                  <a:pt x="1616016" y="1148841"/>
                </a:lnTo>
                <a:lnTo>
                  <a:pt x="1633705" y="1032939"/>
                </a:lnTo>
                <a:cubicBezTo>
                  <a:pt x="1638626" y="984488"/>
                  <a:pt x="1641146" y="935327"/>
                  <a:pt x="1641146" y="885577"/>
                </a:cubicBezTo>
                <a:cubicBezTo>
                  <a:pt x="1641146" y="587079"/>
                  <a:pt x="1550403" y="309775"/>
                  <a:pt x="1394998" y="79745"/>
                </a:cubicBezTo>
                <a:close/>
              </a:path>
            </a:pathLst>
          </a:custGeom>
          <a:solidFill>
            <a:srgbClr val="4A4E69"/>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17" name="TextBox 116">
            <a:extLst>
              <a:ext uri="{FF2B5EF4-FFF2-40B4-BE49-F238E27FC236}">
                <a16:creationId xmlns:a16="http://schemas.microsoft.com/office/drawing/2014/main" id="{4265CC1B-6056-66A8-0411-315E73C31B48}"/>
              </a:ext>
            </a:extLst>
          </p:cNvPr>
          <p:cNvSpPr txBox="1"/>
          <p:nvPr/>
        </p:nvSpPr>
        <p:spPr>
          <a:xfrm>
            <a:off x="19616650" y="2903403"/>
            <a:ext cx="1800000" cy="707886"/>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Contexte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Générale</a:t>
            </a:r>
          </a:p>
        </p:txBody>
      </p:sp>
      <p:sp>
        <p:nvSpPr>
          <p:cNvPr id="118" name="TextBox 117">
            <a:extLst>
              <a:ext uri="{FF2B5EF4-FFF2-40B4-BE49-F238E27FC236}">
                <a16:creationId xmlns:a16="http://schemas.microsoft.com/office/drawing/2014/main" id="{7A8FF530-32DD-31BA-31FD-AF3CC6350CCB}"/>
              </a:ext>
            </a:extLst>
          </p:cNvPr>
          <p:cNvSpPr txBox="1"/>
          <p:nvPr/>
        </p:nvSpPr>
        <p:spPr>
          <a:xfrm>
            <a:off x="12893168" y="-5658427"/>
            <a:ext cx="3024000" cy="1015663"/>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Les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fonctionnalité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du system</a:t>
            </a:r>
          </a:p>
        </p:txBody>
      </p:sp>
      <p:sp>
        <p:nvSpPr>
          <p:cNvPr id="119" name="TextBox 118">
            <a:extLst>
              <a:ext uri="{FF2B5EF4-FFF2-40B4-BE49-F238E27FC236}">
                <a16:creationId xmlns:a16="http://schemas.microsoft.com/office/drawing/2014/main" id="{A4CEE584-B290-0207-3DE3-769C1888653D}"/>
              </a:ext>
            </a:extLst>
          </p:cNvPr>
          <p:cNvSpPr txBox="1"/>
          <p:nvPr/>
        </p:nvSpPr>
        <p:spPr>
          <a:xfrm>
            <a:off x="-6191284" y="-5519177"/>
            <a:ext cx="2376000" cy="1044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Conception et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Technologie logicielle</a:t>
            </a:r>
          </a:p>
        </p:txBody>
      </p:sp>
      <p:sp>
        <p:nvSpPr>
          <p:cNvPr id="120" name="TextBox 119">
            <a:extLst>
              <a:ext uri="{FF2B5EF4-FFF2-40B4-BE49-F238E27FC236}">
                <a16:creationId xmlns:a16="http://schemas.microsoft.com/office/drawing/2014/main" id="{17E122F1-C7AA-F177-8700-DA2690E9DDE2}"/>
              </a:ext>
            </a:extLst>
          </p:cNvPr>
          <p:cNvSpPr txBox="1"/>
          <p:nvPr/>
        </p:nvSpPr>
        <p:spPr>
          <a:xfrm>
            <a:off x="15238002" y="11480919"/>
            <a:ext cx="2196000" cy="504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Perspectives</a:t>
            </a:r>
          </a:p>
        </p:txBody>
      </p:sp>
      <p:sp>
        <p:nvSpPr>
          <p:cNvPr id="121" name="TextBox 120">
            <a:extLst>
              <a:ext uri="{FF2B5EF4-FFF2-40B4-BE49-F238E27FC236}">
                <a16:creationId xmlns:a16="http://schemas.microsoft.com/office/drawing/2014/main" id="{FE72509A-97F9-3AF1-565A-A5A212BC8241}"/>
              </a:ext>
            </a:extLst>
          </p:cNvPr>
          <p:cNvSpPr txBox="1"/>
          <p:nvPr/>
        </p:nvSpPr>
        <p:spPr>
          <a:xfrm>
            <a:off x="-5128782" y="9951218"/>
            <a:ext cx="1908000" cy="432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Conclusion</a:t>
            </a:r>
          </a:p>
        </p:txBody>
      </p:sp>
      <p:sp>
        <p:nvSpPr>
          <p:cNvPr id="122" name="TextBox 121">
            <a:extLst>
              <a:ext uri="{FF2B5EF4-FFF2-40B4-BE49-F238E27FC236}">
                <a16:creationId xmlns:a16="http://schemas.microsoft.com/office/drawing/2014/main" id="{D38544B6-5AB1-F43C-4C14-4610B0665E21}"/>
              </a:ext>
            </a:extLst>
          </p:cNvPr>
          <p:cNvSpPr txBox="1"/>
          <p:nvPr/>
        </p:nvSpPr>
        <p:spPr>
          <a:xfrm>
            <a:off x="-9505650" y="3090385"/>
            <a:ext cx="2448000" cy="1044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Réalisation du application web</a:t>
            </a:r>
          </a:p>
        </p:txBody>
      </p:sp>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TextBox 186">
            <a:extLst>
              <a:ext uri="{FF2B5EF4-FFF2-40B4-BE49-F238E27FC236}">
                <a16:creationId xmlns:a16="http://schemas.microsoft.com/office/drawing/2014/main" id="{65E6810F-5107-09ED-B428-BBF1759B0B43}"/>
              </a:ext>
            </a:extLst>
          </p:cNvPr>
          <p:cNvSpPr txBox="1"/>
          <p:nvPr/>
        </p:nvSpPr>
        <p:spPr>
          <a:xfrm>
            <a:off x="21573929" y="2657181"/>
            <a:ext cx="720000" cy="1200329"/>
          </a:xfrm>
          <a:prstGeom prst="rect">
            <a:avLst/>
          </a:prstGeom>
          <a:noFill/>
        </p:spPr>
        <p:txBody>
          <a:bodyPr wrap="square">
            <a:spAutoFit/>
          </a:bodyPr>
          <a:lstStyle/>
          <a:p>
            <a:pPr algn="ctr"/>
            <a:r>
              <a:rPr lang="fr-FR" sz="7200" dirty="0">
                <a:solidFill>
                  <a:srgbClr val="D90429"/>
                </a:solidFill>
                <a:latin typeface="Oswald" pitchFamily="2" charset="0"/>
                <a:ea typeface="Open Sans" panose="020B0606030504020204" pitchFamily="34" charset="0"/>
                <a:cs typeface="Open Sans" panose="020B0606030504020204" pitchFamily="34" charset="0"/>
              </a:rPr>
              <a:t>1</a:t>
            </a:r>
          </a:p>
        </p:txBody>
      </p:sp>
      <p:sp>
        <p:nvSpPr>
          <p:cNvPr id="188" name="TextBox 187">
            <a:extLst>
              <a:ext uri="{FF2B5EF4-FFF2-40B4-BE49-F238E27FC236}">
                <a16:creationId xmlns:a16="http://schemas.microsoft.com/office/drawing/2014/main" id="{1B086879-DF90-4103-AFF3-EC5B26D37F99}"/>
              </a:ext>
            </a:extLst>
          </p:cNvPr>
          <p:cNvSpPr txBox="1"/>
          <p:nvPr/>
        </p:nvSpPr>
        <p:spPr>
          <a:xfrm>
            <a:off x="15421833" y="-5658427"/>
            <a:ext cx="720000" cy="1200329"/>
          </a:xfrm>
          <a:prstGeom prst="rect">
            <a:avLst/>
          </a:prstGeom>
          <a:noFill/>
        </p:spPr>
        <p:txBody>
          <a:bodyPr wrap="square">
            <a:spAutoFit/>
          </a:bodyPr>
          <a:lstStyle/>
          <a:p>
            <a:pPr algn="ctr"/>
            <a:r>
              <a:rPr lang="fr-FR" sz="7200" dirty="0">
                <a:solidFill>
                  <a:srgbClr val="EF233C"/>
                </a:solidFill>
                <a:latin typeface="Oswald" pitchFamily="2" charset="0"/>
                <a:ea typeface="Open Sans" panose="020B0606030504020204" pitchFamily="34" charset="0"/>
                <a:cs typeface="Open Sans" panose="020B0606030504020204" pitchFamily="34" charset="0"/>
              </a:rPr>
              <a:t>2</a:t>
            </a:r>
          </a:p>
        </p:txBody>
      </p:sp>
      <p:sp>
        <p:nvSpPr>
          <p:cNvPr id="189" name="TextBox 188">
            <a:extLst>
              <a:ext uri="{FF2B5EF4-FFF2-40B4-BE49-F238E27FC236}">
                <a16:creationId xmlns:a16="http://schemas.microsoft.com/office/drawing/2014/main" id="{DFF2F281-3385-328A-CFDB-399087731E35}"/>
              </a:ext>
            </a:extLst>
          </p:cNvPr>
          <p:cNvSpPr txBox="1"/>
          <p:nvPr/>
        </p:nvSpPr>
        <p:spPr>
          <a:xfrm>
            <a:off x="-3940782" y="-5614351"/>
            <a:ext cx="720000" cy="1200329"/>
          </a:xfrm>
          <a:prstGeom prst="rect">
            <a:avLst/>
          </a:prstGeom>
          <a:noFill/>
        </p:spPr>
        <p:txBody>
          <a:bodyPr wrap="square">
            <a:spAutoFit/>
          </a:bodyPr>
          <a:lstStyle/>
          <a:p>
            <a:pPr algn="ctr"/>
            <a:r>
              <a:rPr lang="fr-FR" sz="7200" dirty="0">
                <a:solidFill>
                  <a:srgbClr val="C9ADA7"/>
                </a:solidFill>
                <a:latin typeface="Oswald" pitchFamily="2" charset="0"/>
                <a:ea typeface="Open Sans" panose="020B0606030504020204" pitchFamily="34" charset="0"/>
                <a:cs typeface="Open Sans" panose="020B0606030504020204" pitchFamily="34" charset="0"/>
              </a:rPr>
              <a:t>3</a:t>
            </a:r>
          </a:p>
        </p:txBody>
      </p:sp>
      <p:sp>
        <p:nvSpPr>
          <p:cNvPr id="190" name="TextBox 189">
            <a:extLst>
              <a:ext uri="{FF2B5EF4-FFF2-40B4-BE49-F238E27FC236}">
                <a16:creationId xmlns:a16="http://schemas.microsoft.com/office/drawing/2014/main" id="{69DC2103-8378-E5D7-AFC2-CD4903B8568B}"/>
              </a:ext>
            </a:extLst>
          </p:cNvPr>
          <p:cNvSpPr txBox="1"/>
          <p:nvPr/>
        </p:nvSpPr>
        <p:spPr>
          <a:xfrm>
            <a:off x="-10174408" y="2995210"/>
            <a:ext cx="720000" cy="1200329"/>
          </a:xfrm>
          <a:prstGeom prst="rect">
            <a:avLst/>
          </a:prstGeom>
          <a:noFill/>
        </p:spPr>
        <p:txBody>
          <a:bodyPr wrap="square">
            <a:spAutoFit/>
          </a:bodyPr>
          <a:lstStyle/>
          <a:p>
            <a:pPr algn="ctr"/>
            <a:r>
              <a:rPr lang="fr-FR" sz="7200" dirty="0">
                <a:solidFill>
                  <a:srgbClr val="998B97"/>
                </a:solidFill>
                <a:latin typeface="Oswald" pitchFamily="2" charset="0"/>
                <a:ea typeface="Open Sans" panose="020B0606030504020204" pitchFamily="34" charset="0"/>
                <a:cs typeface="Open Sans" panose="020B0606030504020204" pitchFamily="34" charset="0"/>
              </a:rPr>
              <a:t>4</a:t>
            </a:r>
          </a:p>
        </p:txBody>
      </p:sp>
      <p:sp>
        <p:nvSpPr>
          <p:cNvPr id="191" name="TextBox 190">
            <a:extLst>
              <a:ext uri="{FF2B5EF4-FFF2-40B4-BE49-F238E27FC236}">
                <a16:creationId xmlns:a16="http://schemas.microsoft.com/office/drawing/2014/main" id="{4C419685-5A19-A687-F020-CD70E8BCAD8E}"/>
              </a:ext>
            </a:extLst>
          </p:cNvPr>
          <p:cNvSpPr txBox="1"/>
          <p:nvPr/>
        </p:nvSpPr>
        <p:spPr>
          <a:xfrm>
            <a:off x="-6118549" y="9623029"/>
            <a:ext cx="720000" cy="1200329"/>
          </a:xfrm>
          <a:prstGeom prst="rect">
            <a:avLst/>
          </a:prstGeom>
          <a:noFill/>
        </p:spPr>
        <p:txBody>
          <a:bodyPr wrap="square">
            <a:spAutoFit/>
          </a:bodyPr>
          <a:lstStyle/>
          <a:p>
            <a:pPr algn="ctr"/>
            <a:r>
              <a:rPr lang="fr-FR" sz="7200" dirty="0">
                <a:solidFill>
                  <a:srgbClr val="494D68"/>
                </a:solidFill>
                <a:latin typeface="Oswald" pitchFamily="2" charset="0"/>
                <a:ea typeface="Open Sans" panose="020B0606030504020204" pitchFamily="34" charset="0"/>
                <a:cs typeface="Open Sans" panose="020B0606030504020204" pitchFamily="34" charset="0"/>
              </a:rPr>
              <a:t>5</a:t>
            </a:r>
          </a:p>
        </p:txBody>
      </p:sp>
      <p:sp>
        <p:nvSpPr>
          <p:cNvPr id="192" name="TextBox 191">
            <a:extLst>
              <a:ext uri="{FF2B5EF4-FFF2-40B4-BE49-F238E27FC236}">
                <a16:creationId xmlns:a16="http://schemas.microsoft.com/office/drawing/2014/main" id="{61E11825-7879-B09A-6A63-B10FB705458A}"/>
              </a:ext>
            </a:extLst>
          </p:cNvPr>
          <p:cNvSpPr txBox="1"/>
          <p:nvPr/>
        </p:nvSpPr>
        <p:spPr>
          <a:xfrm>
            <a:off x="14443202" y="11100500"/>
            <a:ext cx="720000" cy="1200329"/>
          </a:xfrm>
          <a:prstGeom prst="rect">
            <a:avLst/>
          </a:prstGeom>
          <a:noFill/>
        </p:spPr>
        <p:txBody>
          <a:bodyPr wrap="square">
            <a:spAutoFit/>
          </a:bodyPr>
          <a:lstStyle/>
          <a:p>
            <a:pPr algn="ctr"/>
            <a:r>
              <a:rPr lang="fr-FR" sz="7200" dirty="0">
                <a:solidFill>
                  <a:srgbClr val="27354F"/>
                </a:solidFill>
                <a:effectLst>
                  <a:innerShdw blurRad="317500">
                    <a:srgbClr val="494D68"/>
                  </a:innerShdw>
                </a:effectLst>
                <a:latin typeface="Oswald" pitchFamily="2" charset="0"/>
                <a:ea typeface="Open Sans" panose="020B0606030504020204" pitchFamily="34" charset="0"/>
                <a:cs typeface="Open Sans" panose="020B0606030504020204" pitchFamily="34" charset="0"/>
              </a:rPr>
              <a:t>6</a:t>
            </a:r>
          </a:p>
        </p:txBody>
      </p:sp>
      <p:pic>
        <p:nvPicPr>
          <p:cNvPr id="4" name="Picture 3">
            <a:extLst>
              <a:ext uri="{FF2B5EF4-FFF2-40B4-BE49-F238E27FC236}">
                <a16:creationId xmlns:a16="http://schemas.microsoft.com/office/drawing/2014/main" id="{27C901AE-73DF-999B-A6C4-3DD8610E4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9831" y="2810385"/>
            <a:ext cx="612000" cy="612000"/>
          </a:xfrm>
          <a:prstGeom prst="rect">
            <a:avLst/>
          </a:prstGeom>
        </p:spPr>
      </p:pic>
      <p:pic>
        <p:nvPicPr>
          <p:cNvPr id="6" name="Graphic 5">
            <a:extLst>
              <a:ext uri="{FF2B5EF4-FFF2-40B4-BE49-F238E27FC236}">
                <a16:creationId xmlns:a16="http://schemas.microsoft.com/office/drawing/2014/main" id="{C3ED1E9E-2E78-F8A4-FAD6-4B18CD511DD7}"/>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1527243" y="10101439"/>
            <a:ext cx="748396" cy="432000"/>
          </a:xfrm>
          <a:prstGeom prst="rect">
            <a:avLst/>
          </a:prstGeom>
        </p:spPr>
      </p:pic>
      <p:pic>
        <p:nvPicPr>
          <p:cNvPr id="8" name="Graphic 7" descr="Checklist with solid fill">
            <a:extLst>
              <a:ext uri="{FF2B5EF4-FFF2-40B4-BE49-F238E27FC236}">
                <a16:creationId xmlns:a16="http://schemas.microsoft.com/office/drawing/2014/main" id="{CC534F0D-D442-5F72-22AA-D495CB753283}"/>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361204" y="10601803"/>
            <a:ext cx="612000" cy="612000"/>
          </a:xfrm>
          <a:prstGeom prst="rect">
            <a:avLst/>
          </a:prstGeom>
        </p:spPr>
      </p:pic>
      <p:pic>
        <p:nvPicPr>
          <p:cNvPr id="50" name="Graphic 49">
            <a:extLst>
              <a:ext uri="{FF2B5EF4-FFF2-40B4-BE49-F238E27FC236}">
                <a16:creationId xmlns:a16="http://schemas.microsoft.com/office/drawing/2014/main" id="{11E0E152-2DE5-9C24-12A5-35A4C54AF743}"/>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388790" y="-4956116"/>
            <a:ext cx="612000" cy="612000"/>
          </a:xfrm>
          <a:prstGeom prst="rect">
            <a:avLst/>
          </a:prstGeom>
        </p:spPr>
      </p:pic>
      <p:pic>
        <p:nvPicPr>
          <p:cNvPr id="56" name="Graphic 55">
            <a:extLst>
              <a:ext uri="{FF2B5EF4-FFF2-40B4-BE49-F238E27FC236}">
                <a16:creationId xmlns:a16="http://schemas.microsoft.com/office/drawing/2014/main" id="{6399B6A4-DD44-B159-CCE7-4A495235BB8A}"/>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3961308" y="3257346"/>
            <a:ext cx="810762" cy="468000"/>
          </a:xfrm>
          <a:prstGeom prst="rect">
            <a:avLst/>
          </a:prstGeom>
        </p:spPr>
      </p:pic>
      <p:pic>
        <p:nvPicPr>
          <p:cNvPr id="58" name="Graphic 57">
            <a:extLst>
              <a:ext uri="{FF2B5EF4-FFF2-40B4-BE49-F238E27FC236}">
                <a16:creationId xmlns:a16="http://schemas.microsoft.com/office/drawing/2014/main" id="{B898751F-DAA2-BBED-91C6-D92AD6B85356}"/>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1138269" y="-4439711"/>
            <a:ext cx="612000" cy="612000"/>
          </a:xfrm>
          <a:prstGeom prst="rect">
            <a:avLst/>
          </a:prstGeom>
        </p:spPr>
      </p:pic>
    </p:spTree>
    <p:extLst>
      <p:ext uri="{BB962C8B-B14F-4D97-AF65-F5344CB8AC3E}">
        <p14:creationId xmlns:p14="http://schemas.microsoft.com/office/powerpoint/2010/main" val="1444771139"/>
      </p:ext>
    </p:extLst>
  </p:cSld>
  <p:clrMapOvr>
    <a:masterClrMapping/>
  </p:clrMapOvr>
  <mc:AlternateContent xmlns:mc="http://schemas.openxmlformats.org/markup-compatibility/2006" xmlns:p14="http://schemas.microsoft.com/office/powerpoint/2010/main">
    <mc:Choice Requires="p14">
      <p:transition spd="slow" p14:dur="1500">
        <p:push dir="u"/>
      </p:transition>
    </mc:Choice>
    <mc:Fallback xmlns="">
      <p:transition spd="slow">
        <p:push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06" name="Rectangle 105">
            <a:extLst>
              <a:ext uri="{FF2B5EF4-FFF2-40B4-BE49-F238E27FC236}">
                <a16:creationId xmlns:a16="http://schemas.microsoft.com/office/drawing/2014/main" id="{6B136A34-92A1-0F25-E274-BD6A70831F83}"/>
              </a:ext>
            </a:extLst>
          </p:cNvPr>
          <p:cNvSpPr/>
          <p:nvPr/>
        </p:nvSpPr>
        <p:spPr>
          <a:xfrm>
            <a:off x="0" y="1"/>
            <a:ext cx="12192000" cy="6858000"/>
          </a:xfrm>
          <a:prstGeom prst="rect">
            <a:avLst/>
          </a:prstGeom>
          <a:gradFill flip="none" rotWithShape="1">
            <a:gsLst>
              <a:gs pos="0">
                <a:srgbClr val="2A2D32"/>
              </a:gs>
              <a:gs pos="100000">
                <a:srgbClr val="030303"/>
              </a:gs>
            </a:gsLst>
            <a:path path="circle">
              <a:fillToRect l="50000" t="50000" r="50000" b="50000"/>
            </a:path>
            <a:tileRect/>
          </a:gradFill>
          <a:ln>
            <a:noFill/>
          </a:ln>
          <a:effectLst>
            <a:outerShdw blurRad="3175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extBox 1">
            <a:extLst>
              <a:ext uri="{FF2B5EF4-FFF2-40B4-BE49-F238E27FC236}">
                <a16:creationId xmlns:a16="http://schemas.microsoft.com/office/drawing/2014/main" id="{0B6C17EC-ECC7-46C1-EC99-067328E97620}"/>
              </a:ext>
            </a:extLst>
          </p:cNvPr>
          <p:cNvSpPr txBox="1"/>
          <p:nvPr/>
        </p:nvSpPr>
        <p:spPr>
          <a:xfrm>
            <a:off x="3314630" y="91770"/>
            <a:ext cx="5562741" cy="984885"/>
          </a:xfrm>
          <a:prstGeom prst="rect">
            <a:avLst/>
          </a:prstGeom>
          <a:noFill/>
        </p:spPr>
        <p:txBody>
          <a:bodyPr wrap="none" rtlCol="0">
            <a:spAutoFit/>
          </a:bodyPr>
          <a:lstStyle/>
          <a:p>
            <a:r>
              <a:rPr lang="fr-FR" sz="4000" dirty="0">
                <a:solidFill>
                  <a:srgbClr val="CCCCCC"/>
                </a:solidFill>
                <a:latin typeface="Nunito Sans" pitchFamily="2" charset="0"/>
                <a:ea typeface="Open Sans ExtraBold" panose="020B0906030804020204" pitchFamily="34" charset="0"/>
                <a:cs typeface="Open Sans ExtraBold" panose="020B0906030804020204" pitchFamily="34" charset="0"/>
              </a:rPr>
              <a:t>TABLE DES MATIERES</a:t>
            </a:r>
          </a:p>
          <a:p>
            <a:endParaRPr lang="fr-FR" dirty="0">
              <a:solidFill>
                <a:schemeClr val="bg1"/>
              </a:solidFill>
            </a:endParaRPr>
          </a:p>
        </p:txBody>
      </p:sp>
      <p:sp>
        <p:nvSpPr>
          <p:cNvPr id="104" name="Freeform: Shape 103">
            <a:extLst>
              <a:ext uri="{FF2B5EF4-FFF2-40B4-BE49-F238E27FC236}">
                <a16:creationId xmlns:a16="http://schemas.microsoft.com/office/drawing/2014/main" id="{B9D87B2F-EEC3-B9D3-DC59-1C2F5208DFDA}"/>
              </a:ext>
            </a:extLst>
          </p:cNvPr>
          <p:cNvSpPr/>
          <p:nvPr/>
        </p:nvSpPr>
        <p:spPr>
          <a:xfrm>
            <a:off x="3441252" y="2678798"/>
            <a:ext cx="2878857" cy="3202108"/>
          </a:xfrm>
          <a:custGeom>
            <a:avLst/>
            <a:gdLst>
              <a:gd name="connsiteX0" fmla="*/ 2376906 w 2577560"/>
              <a:gd name="connsiteY0" fmla="*/ 346243 h 2866980"/>
              <a:gd name="connsiteX1" fmla="*/ 2460414 w 2577560"/>
              <a:gd name="connsiteY1" fmla="*/ 422140 h 2866980"/>
              <a:gd name="connsiteX2" fmla="*/ 2553436 w 2577560"/>
              <a:gd name="connsiteY2" fmla="*/ 524491 h 2866980"/>
              <a:gd name="connsiteX3" fmla="*/ 2577560 w 2577560"/>
              <a:gd name="connsiteY3" fmla="*/ 556751 h 2866980"/>
              <a:gd name="connsiteX4" fmla="*/ 2524269 w 2577560"/>
              <a:gd name="connsiteY4" fmla="*/ 548618 h 2866980"/>
              <a:gd name="connsiteX5" fmla="*/ 2376907 w 2577560"/>
              <a:gd name="connsiteY5" fmla="*/ 541177 h 2866980"/>
              <a:gd name="connsiteX6" fmla="*/ 2229545 w 2577560"/>
              <a:gd name="connsiteY6" fmla="*/ 548618 h 2866980"/>
              <a:gd name="connsiteX7" fmla="*/ 2176251 w 2577560"/>
              <a:gd name="connsiteY7" fmla="*/ 556752 h 2866980"/>
              <a:gd name="connsiteX8" fmla="*/ 2200375 w 2577560"/>
              <a:gd name="connsiteY8" fmla="*/ 524491 h 2866980"/>
              <a:gd name="connsiteX9" fmla="*/ 2293397 w 2577560"/>
              <a:gd name="connsiteY9" fmla="*/ 422140 h 2866980"/>
              <a:gd name="connsiteX10" fmla="*/ 1441277 w 2577560"/>
              <a:gd name="connsiteY10" fmla="*/ 0 h 2866980"/>
              <a:gd name="connsiteX11" fmla="*/ 1869869 w 2577560"/>
              <a:gd name="connsiteY11" fmla="*/ 64797 h 2866980"/>
              <a:gd name="connsiteX12" fmla="*/ 1899715 w 2577560"/>
              <a:gd name="connsiteY12" fmla="*/ 75721 h 2866980"/>
              <a:gd name="connsiteX13" fmla="*/ 1899715 w 2577560"/>
              <a:gd name="connsiteY13" fmla="*/ 75720 h 2866980"/>
              <a:gd name="connsiteX14" fmla="*/ 2002287 w 2577560"/>
              <a:gd name="connsiteY14" fmla="*/ 113262 h 2866980"/>
              <a:gd name="connsiteX15" fmla="*/ 2358063 w 2577560"/>
              <a:gd name="connsiteY15" fmla="*/ 329117 h 2866980"/>
              <a:gd name="connsiteX16" fmla="*/ 2376906 w 2577560"/>
              <a:gd name="connsiteY16" fmla="*/ 346242 h 2866980"/>
              <a:gd name="connsiteX17" fmla="*/ 2293397 w 2577560"/>
              <a:gd name="connsiteY17" fmla="*/ 422139 h 2866980"/>
              <a:gd name="connsiteX18" fmla="*/ 2200375 w 2577560"/>
              <a:gd name="connsiteY18" fmla="*/ 524490 h 2866980"/>
              <a:gd name="connsiteX19" fmla="*/ 2176251 w 2577560"/>
              <a:gd name="connsiteY19" fmla="*/ 556751 h 2866980"/>
              <a:gd name="connsiteX20" fmla="*/ 2086440 w 2577560"/>
              <a:gd name="connsiteY20" fmla="*/ 570458 h 2866980"/>
              <a:gd name="connsiteX21" fmla="*/ 1948315 w 2577560"/>
              <a:gd name="connsiteY21" fmla="*/ 605973 h 2866980"/>
              <a:gd name="connsiteX22" fmla="*/ 1896522 w 2577560"/>
              <a:gd name="connsiteY22" fmla="*/ 624930 h 2866980"/>
              <a:gd name="connsiteX23" fmla="*/ 1878698 w 2577560"/>
              <a:gd name="connsiteY23" fmla="*/ 508145 h 2866980"/>
              <a:gd name="connsiteX24" fmla="*/ 1871257 w 2577560"/>
              <a:gd name="connsiteY24" fmla="*/ 360784 h 2866980"/>
              <a:gd name="connsiteX25" fmla="*/ 1871257 w 2577560"/>
              <a:gd name="connsiteY25" fmla="*/ 360784 h 2866980"/>
              <a:gd name="connsiteX26" fmla="*/ 1878698 w 2577560"/>
              <a:gd name="connsiteY26" fmla="*/ 508146 h 2866980"/>
              <a:gd name="connsiteX27" fmla="*/ 1896522 w 2577560"/>
              <a:gd name="connsiteY27" fmla="*/ 624931 h 2866980"/>
              <a:gd name="connsiteX28" fmla="*/ 1815897 w 2577560"/>
              <a:gd name="connsiteY28" fmla="*/ 654440 h 2866980"/>
              <a:gd name="connsiteX29" fmla="*/ 1460121 w 2577560"/>
              <a:gd name="connsiteY29" fmla="*/ 870295 h 2866980"/>
              <a:gd name="connsiteX30" fmla="*/ 1425791 w 2577560"/>
              <a:gd name="connsiteY30" fmla="*/ 901497 h 2866980"/>
              <a:gd name="connsiteX31" fmla="*/ 1357770 w 2577560"/>
              <a:gd name="connsiteY31" fmla="*/ 963317 h 2866980"/>
              <a:gd name="connsiteX32" fmla="*/ 964912 w 2577560"/>
              <a:gd name="connsiteY32" fmla="*/ 1691987 h 2866980"/>
              <a:gd name="connsiteX33" fmla="*/ 960895 w 2577560"/>
              <a:gd name="connsiteY33" fmla="*/ 1718309 h 2866980"/>
              <a:gd name="connsiteX34" fmla="*/ 943071 w 2577560"/>
              <a:gd name="connsiteY34" fmla="*/ 1835092 h 2866980"/>
              <a:gd name="connsiteX35" fmla="*/ 935630 w 2577560"/>
              <a:gd name="connsiteY35" fmla="*/ 1982454 h 2866980"/>
              <a:gd name="connsiteX36" fmla="*/ 1181778 w 2577560"/>
              <a:gd name="connsiteY36" fmla="*/ 2788286 h 2866980"/>
              <a:gd name="connsiteX37" fmla="*/ 1240624 w 2577560"/>
              <a:gd name="connsiteY37" fmla="*/ 2866980 h 2866980"/>
              <a:gd name="connsiteX38" fmla="*/ 1150810 w 2577560"/>
              <a:gd name="connsiteY38" fmla="*/ 2853272 h 2866980"/>
              <a:gd name="connsiteX39" fmla="*/ 0 w 2577560"/>
              <a:gd name="connsiteY39" fmla="*/ 1441277 h 2866980"/>
              <a:gd name="connsiteX40" fmla="*/ 64797 w 2577560"/>
              <a:gd name="connsiteY40" fmla="*/ 1012685 h 2866980"/>
              <a:gd name="connsiteX41" fmla="*/ 105664 w 2577560"/>
              <a:gd name="connsiteY41" fmla="*/ 901031 h 2866980"/>
              <a:gd name="connsiteX42" fmla="*/ 113263 w 2577560"/>
              <a:gd name="connsiteY42" fmla="*/ 880267 h 2866980"/>
              <a:gd name="connsiteX43" fmla="*/ 880267 w 2577560"/>
              <a:gd name="connsiteY43" fmla="*/ 113263 h 2866980"/>
              <a:gd name="connsiteX44" fmla="*/ 960760 w 2577560"/>
              <a:gd name="connsiteY44" fmla="*/ 83802 h 2866980"/>
              <a:gd name="connsiteX45" fmla="*/ 1012685 w 2577560"/>
              <a:gd name="connsiteY45" fmla="*/ 64797 h 2866980"/>
              <a:gd name="connsiteX46" fmla="*/ 1441277 w 2577560"/>
              <a:gd name="connsiteY46" fmla="*/ 0 h 2866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577560" h="2866980">
                <a:moveTo>
                  <a:pt x="2376906" y="346243"/>
                </a:moveTo>
                <a:lnTo>
                  <a:pt x="2460414" y="422140"/>
                </a:lnTo>
                <a:cubicBezTo>
                  <a:pt x="2493016" y="454743"/>
                  <a:pt x="2524064" y="488900"/>
                  <a:pt x="2553436" y="524491"/>
                </a:cubicBezTo>
                <a:lnTo>
                  <a:pt x="2577560" y="556751"/>
                </a:lnTo>
                <a:lnTo>
                  <a:pt x="2524269" y="548618"/>
                </a:lnTo>
                <a:cubicBezTo>
                  <a:pt x="2475818" y="543698"/>
                  <a:pt x="2426657" y="541177"/>
                  <a:pt x="2376907" y="541177"/>
                </a:cubicBezTo>
                <a:cubicBezTo>
                  <a:pt x="2327158" y="541177"/>
                  <a:pt x="2277997" y="543698"/>
                  <a:pt x="2229545" y="548618"/>
                </a:cubicBezTo>
                <a:lnTo>
                  <a:pt x="2176251" y="556752"/>
                </a:lnTo>
                <a:lnTo>
                  <a:pt x="2200375" y="524491"/>
                </a:lnTo>
                <a:cubicBezTo>
                  <a:pt x="2229747" y="488900"/>
                  <a:pt x="2260795" y="454743"/>
                  <a:pt x="2293397" y="422140"/>
                </a:cubicBezTo>
                <a:close/>
                <a:moveTo>
                  <a:pt x="1441277" y="0"/>
                </a:moveTo>
                <a:cubicBezTo>
                  <a:pt x="1590526" y="0"/>
                  <a:pt x="1734477" y="22686"/>
                  <a:pt x="1869869" y="64797"/>
                </a:cubicBezTo>
                <a:lnTo>
                  <a:pt x="1899715" y="75721"/>
                </a:lnTo>
                <a:lnTo>
                  <a:pt x="1899715" y="75720"/>
                </a:lnTo>
                <a:lnTo>
                  <a:pt x="2002287" y="113262"/>
                </a:lnTo>
                <a:cubicBezTo>
                  <a:pt x="2131611" y="167961"/>
                  <a:pt x="2251290" y="241000"/>
                  <a:pt x="2358063" y="329117"/>
                </a:cubicBezTo>
                <a:lnTo>
                  <a:pt x="2376906" y="346242"/>
                </a:lnTo>
                <a:lnTo>
                  <a:pt x="2293397" y="422139"/>
                </a:lnTo>
                <a:cubicBezTo>
                  <a:pt x="2260795" y="454742"/>
                  <a:pt x="2229747" y="488899"/>
                  <a:pt x="2200375" y="524490"/>
                </a:cubicBezTo>
                <a:lnTo>
                  <a:pt x="2176251" y="556751"/>
                </a:lnTo>
                <a:lnTo>
                  <a:pt x="2086440" y="570458"/>
                </a:lnTo>
                <a:cubicBezTo>
                  <a:pt x="2039528" y="580057"/>
                  <a:pt x="1993446" y="591936"/>
                  <a:pt x="1948315" y="605973"/>
                </a:cubicBezTo>
                <a:lnTo>
                  <a:pt x="1896522" y="624930"/>
                </a:lnTo>
                <a:lnTo>
                  <a:pt x="1878698" y="508145"/>
                </a:lnTo>
                <a:lnTo>
                  <a:pt x="1871257" y="360784"/>
                </a:lnTo>
                <a:lnTo>
                  <a:pt x="1871257" y="360784"/>
                </a:lnTo>
                <a:cubicBezTo>
                  <a:pt x="1871257" y="410534"/>
                  <a:pt x="1873778" y="459695"/>
                  <a:pt x="1878698" y="508146"/>
                </a:cubicBezTo>
                <a:lnTo>
                  <a:pt x="1896522" y="624931"/>
                </a:lnTo>
                <a:lnTo>
                  <a:pt x="1815897" y="654440"/>
                </a:lnTo>
                <a:cubicBezTo>
                  <a:pt x="1686573" y="709139"/>
                  <a:pt x="1566895" y="782178"/>
                  <a:pt x="1460121" y="870295"/>
                </a:cubicBezTo>
                <a:lnTo>
                  <a:pt x="1425791" y="901497"/>
                </a:lnTo>
                <a:lnTo>
                  <a:pt x="1357770" y="963317"/>
                </a:lnTo>
                <a:cubicBezTo>
                  <a:pt x="1162156" y="1158932"/>
                  <a:pt x="1022509" y="1410516"/>
                  <a:pt x="964912" y="1691987"/>
                </a:cubicBezTo>
                <a:lnTo>
                  <a:pt x="960895" y="1718309"/>
                </a:lnTo>
                <a:lnTo>
                  <a:pt x="943071" y="1835092"/>
                </a:lnTo>
                <a:cubicBezTo>
                  <a:pt x="938151" y="1883544"/>
                  <a:pt x="935630" y="1932705"/>
                  <a:pt x="935630" y="1982454"/>
                </a:cubicBezTo>
                <a:cubicBezTo>
                  <a:pt x="935630" y="2280952"/>
                  <a:pt x="1026373" y="2558256"/>
                  <a:pt x="1181778" y="2788286"/>
                </a:cubicBezTo>
                <a:lnTo>
                  <a:pt x="1240624" y="2866980"/>
                </a:lnTo>
                <a:lnTo>
                  <a:pt x="1150810" y="2853272"/>
                </a:lnTo>
                <a:cubicBezTo>
                  <a:pt x="494044" y="2718879"/>
                  <a:pt x="0" y="2137773"/>
                  <a:pt x="0" y="1441277"/>
                </a:cubicBezTo>
                <a:cubicBezTo>
                  <a:pt x="0" y="1292028"/>
                  <a:pt x="22686" y="1148078"/>
                  <a:pt x="64797" y="1012685"/>
                </a:cubicBezTo>
                <a:lnTo>
                  <a:pt x="105664" y="901031"/>
                </a:lnTo>
                <a:lnTo>
                  <a:pt x="113263" y="880267"/>
                </a:lnTo>
                <a:cubicBezTo>
                  <a:pt x="259128" y="535403"/>
                  <a:pt x="535403" y="259128"/>
                  <a:pt x="880267" y="113263"/>
                </a:cubicBezTo>
                <a:lnTo>
                  <a:pt x="960760" y="83802"/>
                </a:lnTo>
                <a:lnTo>
                  <a:pt x="1012685" y="64797"/>
                </a:lnTo>
                <a:cubicBezTo>
                  <a:pt x="1148078" y="22686"/>
                  <a:pt x="1292028" y="0"/>
                  <a:pt x="1441277" y="0"/>
                </a:cubicBezTo>
                <a:close/>
              </a:path>
            </a:pathLst>
          </a:custGeom>
          <a:solidFill>
            <a:srgbClr val="EF233C"/>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3" name="Freeform: Shape 102">
            <a:extLst>
              <a:ext uri="{FF2B5EF4-FFF2-40B4-BE49-F238E27FC236}">
                <a16:creationId xmlns:a16="http://schemas.microsoft.com/office/drawing/2014/main" id="{46EB9CFA-6E28-B4E1-22C4-3AAAA97479C8}"/>
              </a:ext>
            </a:extLst>
          </p:cNvPr>
          <p:cNvSpPr/>
          <p:nvPr/>
        </p:nvSpPr>
        <p:spPr>
          <a:xfrm>
            <a:off x="3441252" y="1472005"/>
            <a:ext cx="3219503" cy="2213148"/>
          </a:xfrm>
          <a:custGeom>
            <a:avLst/>
            <a:gdLst>
              <a:gd name="connsiteX0" fmla="*/ 1441277 w 2882554"/>
              <a:gd name="connsiteY0" fmla="*/ 0 h 1981523"/>
              <a:gd name="connsiteX1" fmla="*/ 2358063 w 2882554"/>
              <a:gd name="connsiteY1" fmla="*/ 329118 h 1981523"/>
              <a:gd name="connsiteX2" fmla="*/ 2376906 w 2882554"/>
              <a:gd name="connsiteY2" fmla="*/ 346243 h 1981523"/>
              <a:gd name="connsiteX3" fmla="*/ 2460414 w 2882554"/>
              <a:gd name="connsiteY3" fmla="*/ 422140 h 1981523"/>
              <a:gd name="connsiteX4" fmla="*/ 2853272 w 2882554"/>
              <a:gd name="connsiteY4" fmla="*/ 1150810 h 1981523"/>
              <a:gd name="connsiteX5" fmla="*/ 2854097 w 2882554"/>
              <a:gd name="connsiteY5" fmla="*/ 1156214 h 1981523"/>
              <a:gd name="connsiteX6" fmla="*/ 2875113 w 2882554"/>
              <a:gd name="connsiteY6" fmla="*/ 1293915 h 1981523"/>
              <a:gd name="connsiteX7" fmla="*/ 2882554 w 2882554"/>
              <a:gd name="connsiteY7" fmla="*/ 1441277 h 1981523"/>
              <a:gd name="connsiteX8" fmla="*/ 2875113 w 2882554"/>
              <a:gd name="connsiteY8" fmla="*/ 1588639 h 1981523"/>
              <a:gd name="connsiteX9" fmla="*/ 2857289 w 2882554"/>
              <a:gd name="connsiteY9" fmla="*/ 1705423 h 1981523"/>
              <a:gd name="connsiteX10" fmla="*/ 2853272 w 2882554"/>
              <a:gd name="connsiteY10" fmla="*/ 1731743 h 1981523"/>
              <a:gd name="connsiteX11" fmla="*/ 2817757 w 2882554"/>
              <a:gd name="connsiteY11" fmla="*/ 1869868 h 1981523"/>
              <a:gd name="connsiteX12" fmla="*/ 2776891 w 2882554"/>
              <a:gd name="connsiteY12" fmla="*/ 1981523 h 1981523"/>
              <a:gd name="connsiteX13" fmla="*/ 2769291 w 2882554"/>
              <a:gd name="connsiteY13" fmla="*/ 1960759 h 1981523"/>
              <a:gd name="connsiteX14" fmla="*/ 2636406 w 2882554"/>
              <a:gd name="connsiteY14" fmla="*/ 1715937 h 1981523"/>
              <a:gd name="connsiteX15" fmla="*/ 2577561 w 2882554"/>
              <a:gd name="connsiteY15" fmla="*/ 1637244 h 1981523"/>
              <a:gd name="connsiteX16" fmla="*/ 2577560 w 2882554"/>
              <a:gd name="connsiteY16" fmla="*/ 1637244 h 1981523"/>
              <a:gd name="connsiteX17" fmla="*/ 2553436 w 2882554"/>
              <a:gd name="connsiteY17" fmla="*/ 1604984 h 1981523"/>
              <a:gd name="connsiteX18" fmla="*/ 2460414 w 2882554"/>
              <a:gd name="connsiteY18" fmla="*/ 1502633 h 1981523"/>
              <a:gd name="connsiteX19" fmla="*/ 2376906 w 2882554"/>
              <a:gd name="connsiteY19" fmla="*/ 1426736 h 1981523"/>
              <a:gd name="connsiteX20" fmla="*/ 2358063 w 2882554"/>
              <a:gd name="connsiteY20" fmla="*/ 1409611 h 1981523"/>
              <a:gd name="connsiteX21" fmla="*/ 2002287 w 2882554"/>
              <a:gd name="connsiteY21" fmla="*/ 1193756 h 1981523"/>
              <a:gd name="connsiteX22" fmla="*/ 1899715 w 2882554"/>
              <a:gd name="connsiteY22" fmla="*/ 1156214 h 1981523"/>
              <a:gd name="connsiteX23" fmla="*/ 1869869 w 2882554"/>
              <a:gd name="connsiteY23" fmla="*/ 1145290 h 1981523"/>
              <a:gd name="connsiteX24" fmla="*/ 1441277 w 2882554"/>
              <a:gd name="connsiteY24" fmla="*/ 1080493 h 1981523"/>
              <a:gd name="connsiteX25" fmla="*/ 1012685 w 2882554"/>
              <a:gd name="connsiteY25" fmla="*/ 1145290 h 1981523"/>
              <a:gd name="connsiteX26" fmla="*/ 960760 w 2882554"/>
              <a:gd name="connsiteY26" fmla="*/ 1164295 h 1981523"/>
              <a:gd name="connsiteX27" fmla="*/ 960760 w 2882554"/>
              <a:gd name="connsiteY27" fmla="*/ 1164294 h 1981523"/>
              <a:gd name="connsiteX28" fmla="*/ 880267 w 2882554"/>
              <a:gd name="connsiteY28" fmla="*/ 1193755 h 1981523"/>
              <a:gd name="connsiteX29" fmla="*/ 113263 w 2882554"/>
              <a:gd name="connsiteY29" fmla="*/ 1960759 h 1981523"/>
              <a:gd name="connsiteX30" fmla="*/ 105664 w 2882554"/>
              <a:gd name="connsiteY30" fmla="*/ 1981523 h 1981523"/>
              <a:gd name="connsiteX31" fmla="*/ 64797 w 2882554"/>
              <a:gd name="connsiteY31" fmla="*/ 1869868 h 1981523"/>
              <a:gd name="connsiteX32" fmla="*/ 0 w 2882554"/>
              <a:gd name="connsiteY32" fmla="*/ 1441276 h 1981523"/>
              <a:gd name="connsiteX33" fmla="*/ 1150810 w 2882554"/>
              <a:gd name="connsiteY33" fmla="*/ 29281 h 1981523"/>
              <a:gd name="connsiteX34" fmla="*/ 1241411 w 2882554"/>
              <a:gd name="connsiteY34" fmla="*/ 15453 h 1981523"/>
              <a:gd name="connsiteX35" fmla="*/ 1181778 w 2882554"/>
              <a:gd name="connsiteY35" fmla="*/ 95199 h 1981523"/>
              <a:gd name="connsiteX36" fmla="*/ 935630 w 2882554"/>
              <a:gd name="connsiteY36" fmla="*/ 901031 h 1981523"/>
              <a:gd name="connsiteX37" fmla="*/ 935630 w 2882554"/>
              <a:gd name="connsiteY37" fmla="*/ 901031 h 1981523"/>
              <a:gd name="connsiteX38" fmla="*/ 952237 w 2882554"/>
              <a:gd name="connsiteY38" fmla="*/ 681540 h 1981523"/>
              <a:gd name="connsiteX39" fmla="*/ 1181778 w 2882554"/>
              <a:gd name="connsiteY39" fmla="*/ 95200 h 1981523"/>
              <a:gd name="connsiteX40" fmla="*/ 1241411 w 2882554"/>
              <a:gd name="connsiteY40" fmla="*/ 15454 h 1981523"/>
              <a:gd name="connsiteX41" fmla="*/ 1293915 w 2882554"/>
              <a:gd name="connsiteY41" fmla="*/ 7441 h 1981523"/>
              <a:gd name="connsiteX42" fmla="*/ 1441277 w 2882554"/>
              <a:gd name="connsiteY42" fmla="*/ 0 h 1981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882554" h="1981523">
                <a:moveTo>
                  <a:pt x="1441277" y="0"/>
                </a:moveTo>
                <a:cubicBezTo>
                  <a:pt x="1789525" y="0"/>
                  <a:pt x="2108925" y="123511"/>
                  <a:pt x="2358063" y="329118"/>
                </a:cubicBezTo>
                <a:lnTo>
                  <a:pt x="2376906" y="346243"/>
                </a:lnTo>
                <a:lnTo>
                  <a:pt x="2460414" y="422140"/>
                </a:lnTo>
                <a:cubicBezTo>
                  <a:pt x="2656029" y="617755"/>
                  <a:pt x="2795675" y="869339"/>
                  <a:pt x="2853272" y="1150810"/>
                </a:cubicBezTo>
                <a:lnTo>
                  <a:pt x="2854097" y="1156214"/>
                </a:lnTo>
                <a:lnTo>
                  <a:pt x="2875113" y="1293915"/>
                </a:lnTo>
                <a:cubicBezTo>
                  <a:pt x="2880034" y="1342366"/>
                  <a:pt x="2882554" y="1391527"/>
                  <a:pt x="2882554" y="1441277"/>
                </a:cubicBezTo>
                <a:cubicBezTo>
                  <a:pt x="2882554" y="1491027"/>
                  <a:pt x="2880034" y="1540188"/>
                  <a:pt x="2875113" y="1588639"/>
                </a:cubicBezTo>
                <a:lnTo>
                  <a:pt x="2857289" y="1705423"/>
                </a:lnTo>
                <a:lnTo>
                  <a:pt x="2853272" y="1731743"/>
                </a:lnTo>
                <a:cubicBezTo>
                  <a:pt x="2843673" y="1778655"/>
                  <a:pt x="2831794" y="1824737"/>
                  <a:pt x="2817757" y="1869868"/>
                </a:cubicBezTo>
                <a:lnTo>
                  <a:pt x="2776891" y="1981523"/>
                </a:lnTo>
                <a:lnTo>
                  <a:pt x="2769291" y="1960759"/>
                </a:lnTo>
                <a:cubicBezTo>
                  <a:pt x="2732825" y="1874543"/>
                  <a:pt x="2688208" y="1792614"/>
                  <a:pt x="2636406" y="1715937"/>
                </a:cubicBezTo>
                <a:lnTo>
                  <a:pt x="2577561" y="1637244"/>
                </a:lnTo>
                <a:lnTo>
                  <a:pt x="2577560" y="1637244"/>
                </a:lnTo>
                <a:lnTo>
                  <a:pt x="2553436" y="1604984"/>
                </a:lnTo>
                <a:cubicBezTo>
                  <a:pt x="2524064" y="1569393"/>
                  <a:pt x="2493016" y="1535236"/>
                  <a:pt x="2460414" y="1502633"/>
                </a:cubicBezTo>
                <a:lnTo>
                  <a:pt x="2376906" y="1426736"/>
                </a:lnTo>
                <a:lnTo>
                  <a:pt x="2358063" y="1409611"/>
                </a:lnTo>
                <a:cubicBezTo>
                  <a:pt x="2251290" y="1321494"/>
                  <a:pt x="2131611" y="1248455"/>
                  <a:pt x="2002287" y="1193756"/>
                </a:cubicBezTo>
                <a:lnTo>
                  <a:pt x="1899715" y="1156214"/>
                </a:lnTo>
                <a:lnTo>
                  <a:pt x="1869869" y="1145290"/>
                </a:lnTo>
                <a:cubicBezTo>
                  <a:pt x="1734477" y="1103179"/>
                  <a:pt x="1590526" y="1080493"/>
                  <a:pt x="1441277" y="1080493"/>
                </a:cubicBezTo>
                <a:cubicBezTo>
                  <a:pt x="1292028" y="1080493"/>
                  <a:pt x="1148078" y="1103179"/>
                  <a:pt x="1012685" y="1145290"/>
                </a:cubicBezTo>
                <a:lnTo>
                  <a:pt x="960760" y="1164295"/>
                </a:lnTo>
                <a:lnTo>
                  <a:pt x="960760" y="1164294"/>
                </a:lnTo>
                <a:lnTo>
                  <a:pt x="880267" y="1193755"/>
                </a:lnTo>
                <a:cubicBezTo>
                  <a:pt x="535403" y="1339620"/>
                  <a:pt x="259128" y="1615895"/>
                  <a:pt x="113263" y="1960759"/>
                </a:cubicBezTo>
                <a:lnTo>
                  <a:pt x="105664" y="1981523"/>
                </a:lnTo>
                <a:lnTo>
                  <a:pt x="64797" y="1869868"/>
                </a:lnTo>
                <a:cubicBezTo>
                  <a:pt x="22686" y="1734476"/>
                  <a:pt x="0" y="1590525"/>
                  <a:pt x="0" y="1441276"/>
                </a:cubicBezTo>
                <a:cubicBezTo>
                  <a:pt x="0" y="744781"/>
                  <a:pt x="494044" y="163674"/>
                  <a:pt x="1150810" y="29281"/>
                </a:cubicBezTo>
                <a:lnTo>
                  <a:pt x="1241411" y="15453"/>
                </a:lnTo>
                <a:lnTo>
                  <a:pt x="1181778" y="95199"/>
                </a:lnTo>
                <a:cubicBezTo>
                  <a:pt x="1026373" y="325229"/>
                  <a:pt x="935630" y="602533"/>
                  <a:pt x="935630" y="901031"/>
                </a:cubicBezTo>
                <a:lnTo>
                  <a:pt x="935630" y="901031"/>
                </a:lnTo>
                <a:lnTo>
                  <a:pt x="952237" y="681540"/>
                </a:lnTo>
                <a:cubicBezTo>
                  <a:pt x="985043" y="466837"/>
                  <a:pt x="1065224" y="267722"/>
                  <a:pt x="1181778" y="95200"/>
                </a:cubicBezTo>
                <a:lnTo>
                  <a:pt x="1241411" y="15454"/>
                </a:lnTo>
                <a:lnTo>
                  <a:pt x="1293915" y="7441"/>
                </a:lnTo>
                <a:cubicBezTo>
                  <a:pt x="1342367" y="2521"/>
                  <a:pt x="1391528" y="0"/>
                  <a:pt x="1441277" y="0"/>
                </a:cubicBezTo>
                <a:close/>
              </a:path>
            </a:pathLst>
          </a:custGeom>
          <a:solidFill>
            <a:srgbClr val="D90429"/>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wrap="square">
            <a:noAutofit/>
          </a:bodyPr>
          <a:lstStyle/>
          <a:p>
            <a:endParaRPr lang="fr-FR" dirty="0"/>
          </a:p>
        </p:txBody>
      </p:sp>
      <p:sp>
        <p:nvSpPr>
          <p:cNvPr id="105" name="Freeform: Shape 104">
            <a:extLst>
              <a:ext uri="{FF2B5EF4-FFF2-40B4-BE49-F238E27FC236}">
                <a16:creationId xmlns:a16="http://schemas.microsoft.com/office/drawing/2014/main" id="{A220AFAD-C04A-1489-F321-C20E9710EF9E}"/>
              </a:ext>
            </a:extLst>
          </p:cNvPr>
          <p:cNvSpPr/>
          <p:nvPr/>
        </p:nvSpPr>
        <p:spPr>
          <a:xfrm>
            <a:off x="4486251" y="3300630"/>
            <a:ext cx="2878859" cy="3202106"/>
          </a:xfrm>
          <a:custGeom>
            <a:avLst/>
            <a:gdLst>
              <a:gd name="connsiteX0" fmla="*/ 25265 w 2577561"/>
              <a:gd name="connsiteY0" fmla="*/ 1161557 h 2866978"/>
              <a:gd name="connsiteX1" fmla="*/ 77055 w 2577561"/>
              <a:gd name="connsiteY1" fmla="*/ 1180512 h 2866978"/>
              <a:gd name="connsiteX2" fmla="*/ 505647 w 2577561"/>
              <a:gd name="connsiteY2" fmla="*/ 1245309 h 2866978"/>
              <a:gd name="connsiteX3" fmla="*/ 934239 w 2577561"/>
              <a:gd name="connsiteY3" fmla="*/ 1180512 h 2866978"/>
              <a:gd name="connsiteX4" fmla="*/ 964085 w 2577561"/>
              <a:gd name="connsiteY4" fmla="*/ 1169589 h 2866978"/>
              <a:gd name="connsiteX5" fmla="*/ 964909 w 2577561"/>
              <a:gd name="connsiteY5" fmla="*/ 1174992 h 2866978"/>
              <a:gd name="connsiteX6" fmla="*/ 1357767 w 2577561"/>
              <a:gd name="connsiteY6" fmla="*/ 1903662 h 2866978"/>
              <a:gd name="connsiteX7" fmla="*/ 1441276 w 2577561"/>
              <a:gd name="connsiteY7" fmla="*/ 1979559 h 2866978"/>
              <a:gd name="connsiteX8" fmla="*/ 1441276 w 2577561"/>
              <a:gd name="connsiteY8" fmla="*/ 1979558 h 2866978"/>
              <a:gd name="connsiteX9" fmla="*/ 1460118 w 2577561"/>
              <a:gd name="connsiteY9" fmla="*/ 1996683 h 2866978"/>
              <a:gd name="connsiteX10" fmla="*/ 2376904 w 2577561"/>
              <a:gd name="connsiteY10" fmla="*/ 2325801 h 2866978"/>
              <a:gd name="connsiteX11" fmla="*/ 2524266 w 2577561"/>
              <a:gd name="connsiteY11" fmla="*/ 2318360 h 2866978"/>
              <a:gd name="connsiteX12" fmla="*/ 2577561 w 2577561"/>
              <a:gd name="connsiteY12" fmla="*/ 2310226 h 2866978"/>
              <a:gd name="connsiteX13" fmla="*/ 2553436 w 2577561"/>
              <a:gd name="connsiteY13" fmla="*/ 2342487 h 2866978"/>
              <a:gd name="connsiteX14" fmla="*/ 1441277 w 2577561"/>
              <a:gd name="connsiteY14" fmla="*/ 2866978 h 2866978"/>
              <a:gd name="connsiteX15" fmla="*/ 329118 w 2577561"/>
              <a:gd name="connsiteY15" fmla="*/ 2342487 h 2866978"/>
              <a:gd name="connsiteX16" fmla="*/ 304995 w 2577561"/>
              <a:gd name="connsiteY16" fmla="*/ 2310228 h 2866978"/>
              <a:gd name="connsiteX17" fmla="*/ 304994 w 2577561"/>
              <a:gd name="connsiteY17" fmla="*/ 2310228 h 2866978"/>
              <a:gd name="connsiteX18" fmla="*/ 246148 w 2577561"/>
              <a:gd name="connsiteY18" fmla="*/ 2231534 h 2866978"/>
              <a:gd name="connsiteX19" fmla="*/ 0 w 2577561"/>
              <a:gd name="connsiteY19" fmla="*/ 1425702 h 2866978"/>
              <a:gd name="connsiteX20" fmla="*/ 7441 w 2577561"/>
              <a:gd name="connsiteY20" fmla="*/ 1278340 h 2866978"/>
              <a:gd name="connsiteX21" fmla="*/ 1240621 w 2577561"/>
              <a:gd name="connsiteY21" fmla="*/ 0 h 2866978"/>
              <a:gd name="connsiteX22" fmla="*/ 1181775 w 2577561"/>
              <a:gd name="connsiteY22" fmla="*/ 78693 h 2866978"/>
              <a:gd name="connsiteX23" fmla="*/ 1048890 w 2577561"/>
              <a:gd name="connsiteY23" fmla="*/ 323515 h 2866978"/>
              <a:gd name="connsiteX24" fmla="*/ 1041291 w 2577561"/>
              <a:gd name="connsiteY24" fmla="*/ 344279 h 2866978"/>
              <a:gd name="connsiteX25" fmla="*/ 1041291 w 2577561"/>
              <a:gd name="connsiteY25" fmla="*/ 344279 h 2866978"/>
              <a:gd name="connsiteX26" fmla="*/ 1000424 w 2577561"/>
              <a:gd name="connsiteY26" fmla="*/ 455932 h 2866978"/>
              <a:gd name="connsiteX27" fmla="*/ 964909 w 2577561"/>
              <a:gd name="connsiteY27" fmla="*/ 594057 h 2866978"/>
              <a:gd name="connsiteX28" fmla="*/ 960757 w 2577561"/>
              <a:gd name="connsiteY28" fmla="*/ 621260 h 2866978"/>
              <a:gd name="connsiteX29" fmla="*/ 943068 w 2577561"/>
              <a:gd name="connsiteY29" fmla="*/ 737162 h 2866978"/>
              <a:gd name="connsiteX30" fmla="*/ 935627 w 2577561"/>
              <a:gd name="connsiteY30" fmla="*/ 884524 h 2866978"/>
              <a:gd name="connsiteX31" fmla="*/ 943068 w 2577561"/>
              <a:gd name="connsiteY31" fmla="*/ 1031886 h 2866978"/>
              <a:gd name="connsiteX32" fmla="*/ 964085 w 2577561"/>
              <a:gd name="connsiteY32" fmla="*/ 1169588 h 2866978"/>
              <a:gd name="connsiteX33" fmla="*/ 934239 w 2577561"/>
              <a:gd name="connsiteY33" fmla="*/ 1180511 h 2866978"/>
              <a:gd name="connsiteX34" fmla="*/ 505647 w 2577561"/>
              <a:gd name="connsiteY34" fmla="*/ 1245308 h 2866978"/>
              <a:gd name="connsiteX35" fmla="*/ 77055 w 2577561"/>
              <a:gd name="connsiteY35" fmla="*/ 1180511 h 2866978"/>
              <a:gd name="connsiteX36" fmla="*/ 25265 w 2577561"/>
              <a:gd name="connsiteY36" fmla="*/ 1161556 h 2866978"/>
              <a:gd name="connsiteX37" fmla="*/ 29282 w 2577561"/>
              <a:gd name="connsiteY37" fmla="*/ 1135234 h 2866978"/>
              <a:gd name="connsiteX38" fmla="*/ 422140 w 2577561"/>
              <a:gd name="connsiteY38" fmla="*/ 406564 h 2866978"/>
              <a:gd name="connsiteX39" fmla="*/ 490161 w 2577561"/>
              <a:gd name="connsiteY39" fmla="*/ 344744 h 2866978"/>
              <a:gd name="connsiteX40" fmla="*/ 524491 w 2577561"/>
              <a:gd name="connsiteY40" fmla="*/ 313542 h 2866978"/>
              <a:gd name="connsiteX41" fmla="*/ 880267 w 2577561"/>
              <a:gd name="connsiteY41" fmla="*/ 97687 h 2866978"/>
              <a:gd name="connsiteX42" fmla="*/ 960892 w 2577561"/>
              <a:gd name="connsiteY42" fmla="*/ 68178 h 2866978"/>
              <a:gd name="connsiteX43" fmla="*/ 960892 w 2577561"/>
              <a:gd name="connsiteY43" fmla="*/ 68179 h 2866978"/>
              <a:gd name="connsiteX44" fmla="*/ 1012685 w 2577561"/>
              <a:gd name="connsiteY44" fmla="*/ 49222 h 2866978"/>
              <a:gd name="connsiteX45" fmla="*/ 1150810 w 2577561"/>
              <a:gd name="connsiteY45" fmla="*/ 13707 h 286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77561" h="2866978">
                <a:moveTo>
                  <a:pt x="25265" y="1161557"/>
                </a:moveTo>
                <a:lnTo>
                  <a:pt x="77055" y="1180512"/>
                </a:lnTo>
                <a:cubicBezTo>
                  <a:pt x="212448" y="1222624"/>
                  <a:pt x="356398" y="1245309"/>
                  <a:pt x="505647" y="1245309"/>
                </a:cubicBezTo>
                <a:cubicBezTo>
                  <a:pt x="654896" y="1245309"/>
                  <a:pt x="798847" y="1222624"/>
                  <a:pt x="934239" y="1180512"/>
                </a:cubicBezTo>
                <a:lnTo>
                  <a:pt x="964085" y="1169589"/>
                </a:lnTo>
                <a:lnTo>
                  <a:pt x="964909" y="1174992"/>
                </a:lnTo>
                <a:cubicBezTo>
                  <a:pt x="1022506" y="1456464"/>
                  <a:pt x="1162153" y="1708047"/>
                  <a:pt x="1357767" y="1903662"/>
                </a:cubicBezTo>
                <a:lnTo>
                  <a:pt x="1441276" y="1979559"/>
                </a:lnTo>
                <a:lnTo>
                  <a:pt x="1441276" y="1979558"/>
                </a:lnTo>
                <a:lnTo>
                  <a:pt x="1460118" y="1996683"/>
                </a:lnTo>
                <a:cubicBezTo>
                  <a:pt x="1709256" y="2202290"/>
                  <a:pt x="2028656" y="2325801"/>
                  <a:pt x="2376904" y="2325801"/>
                </a:cubicBezTo>
                <a:cubicBezTo>
                  <a:pt x="2426654" y="2325801"/>
                  <a:pt x="2475815" y="2323281"/>
                  <a:pt x="2524266" y="2318360"/>
                </a:cubicBezTo>
                <a:lnTo>
                  <a:pt x="2577561" y="2310226"/>
                </a:lnTo>
                <a:lnTo>
                  <a:pt x="2553436" y="2342487"/>
                </a:lnTo>
                <a:cubicBezTo>
                  <a:pt x="2289085" y="2662807"/>
                  <a:pt x="1889024" y="2866978"/>
                  <a:pt x="1441277" y="2866978"/>
                </a:cubicBezTo>
                <a:cubicBezTo>
                  <a:pt x="993530" y="2866978"/>
                  <a:pt x="593469" y="2662807"/>
                  <a:pt x="329118" y="2342487"/>
                </a:cubicBezTo>
                <a:lnTo>
                  <a:pt x="304995" y="2310228"/>
                </a:lnTo>
                <a:lnTo>
                  <a:pt x="304994" y="2310228"/>
                </a:lnTo>
                <a:lnTo>
                  <a:pt x="246148" y="2231534"/>
                </a:lnTo>
                <a:cubicBezTo>
                  <a:pt x="90743" y="2001504"/>
                  <a:pt x="0" y="1724200"/>
                  <a:pt x="0" y="1425702"/>
                </a:cubicBezTo>
                <a:cubicBezTo>
                  <a:pt x="0" y="1375953"/>
                  <a:pt x="2521" y="1326792"/>
                  <a:pt x="7441" y="1278340"/>
                </a:cubicBezTo>
                <a:close/>
                <a:moveTo>
                  <a:pt x="1240621" y="0"/>
                </a:moveTo>
                <a:lnTo>
                  <a:pt x="1181775" y="78693"/>
                </a:lnTo>
                <a:cubicBezTo>
                  <a:pt x="1129973" y="155370"/>
                  <a:pt x="1085356" y="237299"/>
                  <a:pt x="1048890" y="323515"/>
                </a:cubicBezTo>
                <a:lnTo>
                  <a:pt x="1041291" y="344279"/>
                </a:lnTo>
                <a:lnTo>
                  <a:pt x="1041291" y="344279"/>
                </a:lnTo>
                <a:lnTo>
                  <a:pt x="1000424" y="455932"/>
                </a:lnTo>
                <a:cubicBezTo>
                  <a:pt x="986387" y="501063"/>
                  <a:pt x="974508" y="547145"/>
                  <a:pt x="964909" y="594057"/>
                </a:cubicBezTo>
                <a:lnTo>
                  <a:pt x="960757" y="621260"/>
                </a:lnTo>
                <a:lnTo>
                  <a:pt x="943068" y="737162"/>
                </a:lnTo>
                <a:cubicBezTo>
                  <a:pt x="938148" y="785613"/>
                  <a:pt x="935627" y="834774"/>
                  <a:pt x="935627" y="884524"/>
                </a:cubicBezTo>
                <a:cubicBezTo>
                  <a:pt x="935627" y="934274"/>
                  <a:pt x="938148" y="983435"/>
                  <a:pt x="943068" y="1031886"/>
                </a:cubicBezTo>
                <a:lnTo>
                  <a:pt x="964085" y="1169588"/>
                </a:lnTo>
                <a:lnTo>
                  <a:pt x="934239" y="1180511"/>
                </a:lnTo>
                <a:cubicBezTo>
                  <a:pt x="798847" y="1222623"/>
                  <a:pt x="654896" y="1245308"/>
                  <a:pt x="505647" y="1245308"/>
                </a:cubicBezTo>
                <a:cubicBezTo>
                  <a:pt x="356398" y="1245308"/>
                  <a:pt x="212448" y="1222623"/>
                  <a:pt x="77055" y="1180511"/>
                </a:cubicBezTo>
                <a:lnTo>
                  <a:pt x="25265" y="1161556"/>
                </a:lnTo>
                <a:lnTo>
                  <a:pt x="29282" y="1135234"/>
                </a:lnTo>
                <a:cubicBezTo>
                  <a:pt x="86879" y="853763"/>
                  <a:pt x="226526" y="602179"/>
                  <a:pt x="422140" y="406564"/>
                </a:cubicBezTo>
                <a:lnTo>
                  <a:pt x="490161" y="344744"/>
                </a:lnTo>
                <a:lnTo>
                  <a:pt x="524491" y="313542"/>
                </a:lnTo>
                <a:cubicBezTo>
                  <a:pt x="631265" y="225425"/>
                  <a:pt x="750943" y="152386"/>
                  <a:pt x="880267" y="97687"/>
                </a:cubicBezTo>
                <a:lnTo>
                  <a:pt x="960892" y="68178"/>
                </a:lnTo>
                <a:lnTo>
                  <a:pt x="960892" y="68179"/>
                </a:lnTo>
                <a:lnTo>
                  <a:pt x="1012685" y="49222"/>
                </a:lnTo>
                <a:cubicBezTo>
                  <a:pt x="1057816" y="35185"/>
                  <a:pt x="1103898" y="23306"/>
                  <a:pt x="1150810" y="13707"/>
                </a:cubicBezTo>
                <a:close/>
              </a:path>
            </a:pathLst>
          </a:custGeom>
          <a:solidFill>
            <a:srgbClr val="C9ADA7"/>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2" name="Freeform: Shape 101">
            <a:extLst>
              <a:ext uri="{FF2B5EF4-FFF2-40B4-BE49-F238E27FC236}">
                <a16:creationId xmlns:a16="http://schemas.microsoft.com/office/drawing/2014/main" id="{A3873B08-CE44-780E-65C5-5E96D16517D9}"/>
              </a:ext>
            </a:extLst>
          </p:cNvPr>
          <p:cNvSpPr/>
          <p:nvPr/>
        </p:nvSpPr>
        <p:spPr>
          <a:xfrm>
            <a:off x="4827776" y="868608"/>
            <a:ext cx="2877978" cy="3202243"/>
          </a:xfrm>
          <a:custGeom>
            <a:avLst/>
            <a:gdLst>
              <a:gd name="connsiteX0" fmla="*/ 1535480 w 2576773"/>
              <a:gd name="connsiteY0" fmla="*/ 2521770 h 2867101"/>
              <a:gd name="connsiteX1" fmla="*/ 1576346 w 2576773"/>
              <a:gd name="connsiteY1" fmla="*/ 2633424 h 2867101"/>
              <a:gd name="connsiteX2" fmla="*/ 1611861 w 2576773"/>
              <a:gd name="connsiteY2" fmla="*/ 2771549 h 2867101"/>
              <a:gd name="connsiteX3" fmla="*/ 1616013 w 2576773"/>
              <a:gd name="connsiteY3" fmla="*/ 2798753 h 2867101"/>
              <a:gd name="connsiteX4" fmla="*/ 1564088 w 2576773"/>
              <a:gd name="connsiteY4" fmla="*/ 2817758 h 2867101"/>
              <a:gd name="connsiteX5" fmla="*/ 1425963 w 2576773"/>
              <a:gd name="connsiteY5" fmla="*/ 2853273 h 2867101"/>
              <a:gd name="connsiteX6" fmla="*/ 1335362 w 2576773"/>
              <a:gd name="connsiteY6" fmla="*/ 2867101 h 2867101"/>
              <a:gd name="connsiteX7" fmla="*/ 1394995 w 2576773"/>
              <a:gd name="connsiteY7" fmla="*/ 2787355 h 2867101"/>
              <a:gd name="connsiteX8" fmla="*/ 1527880 w 2576773"/>
              <a:gd name="connsiteY8" fmla="*/ 2542533 h 2867101"/>
              <a:gd name="connsiteX9" fmla="*/ 2071123 w 2576773"/>
              <a:gd name="connsiteY9" fmla="*/ 1620739 h 2867101"/>
              <a:gd name="connsiteX10" fmla="*/ 2499715 w 2576773"/>
              <a:gd name="connsiteY10" fmla="*/ 1685536 h 2867101"/>
              <a:gd name="connsiteX11" fmla="*/ 2551643 w 2576773"/>
              <a:gd name="connsiteY11" fmla="*/ 1704542 h 2867101"/>
              <a:gd name="connsiteX12" fmla="*/ 2547491 w 2576773"/>
              <a:gd name="connsiteY12" fmla="*/ 1731745 h 2867101"/>
              <a:gd name="connsiteX13" fmla="*/ 2154633 w 2576773"/>
              <a:gd name="connsiteY13" fmla="*/ 2460415 h 2867101"/>
              <a:gd name="connsiteX14" fmla="*/ 2086613 w 2576773"/>
              <a:gd name="connsiteY14" fmla="*/ 2522236 h 2867101"/>
              <a:gd name="connsiteX15" fmla="*/ 2086613 w 2576773"/>
              <a:gd name="connsiteY15" fmla="*/ 2522236 h 2867101"/>
              <a:gd name="connsiteX16" fmla="*/ 2052282 w 2576773"/>
              <a:gd name="connsiteY16" fmla="*/ 2553436 h 2867101"/>
              <a:gd name="connsiteX17" fmla="*/ 1696506 w 2576773"/>
              <a:gd name="connsiteY17" fmla="*/ 2769291 h 2867101"/>
              <a:gd name="connsiteX18" fmla="*/ 1616013 w 2576773"/>
              <a:gd name="connsiteY18" fmla="*/ 2798752 h 2867101"/>
              <a:gd name="connsiteX19" fmla="*/ 1611861 w 2576773"/>
              <a:gd name="connsiteY19" fmla="*/ 2771548 h 2867101"/>
              <a:gd name="connsiteX20" fmla="*/ 1576346 w 2576773"/>
              <a:gd name="connsiteY20" fmla="*/ 2633423 h 2867101"/>
              <a:gd name="connsiteX21" fmla="*/ 1535480 w 2576773"/>
              <a:gd name="connsiteY21" fmla="*/ 2521769 h 2867101"/>
              <a:gd name="connsiteX22" fmla="*/ 1576346 w 2576773"/>
              <a:gd name="connsiteY22" fmla="*/ 2410114 h 2867101"/>
              <a:gd name="connsiteX23" fmla="*/ 1611861 w 2576773"/>
              <a:gd name="connsiteY23" fmla="*/ 2271989 h 2867101"/>
              <a:gd name="connsiteX24" fmla="*/ 1615878 w 2576773"/>
              <a:gd name="connsiteY24" fmla="*/ 2245668 h 2867101"/>
              <a:gd name="connsiteX25" fmla="*/ 1633702 w 2576773"/>
              <a:gd name="connsiteY25" fmla="*/ 2128885 h 2867101"/>
              <a:gd name="connsiteX26" fmla="*/ 1641143 w 2576773"/>
              <a:gd name="connsiteY26" fmla="*/ 1981523 h 2867101"/>
              <a:gd name="connsiteX27" fmla="*/ 1633702 w 2576773"/>
              <a:gd name="connsiteY27" fmla="*/ 1834161 h 2867101"/>
              <a:gd name="connsiteX28" fmla="*/ 1612686 w 2576773"/>
              <a:gd name="connsiteY28" fmla="*/ 1696460 h 2867101"/>
              <a:gd name="connsiteX29" fmla="*/ 1642531 w 2576773"/>
              <a:gd name="connsiteY29" fmla="*/ 1685536 h 2867101"/>
              <a:gd name="connsiteX30" fmla="*/ 2071123 w 2576773"/>
              <a:gd name="connsiteY30" fmla="*/ 1620739 h 2867101"/>
              <a:gd name="connsiteX31" fmla="*/ 1135496 w 2576773"/>
              <a:gd name="connsiteY31" fmla="*/ 0 h 2867101"/>
              <a:gd name="connsiteX32" fmla="*/ 2247655 w 2576773"/>
              <a:gd name="connsiteY32" fmla="*/ 524491 h 2867101"/>
              <a:gd name="connsiteX33" fmla="*/ 2270993 w 2576773"/>
              <a:gd name="connsiteY33" fmla="*/ 555700 h 2867101"/>
              <a:gd name="connsiteX34" fmla="*/ 2330625 w 2576773"/>
              <a:gd name="connsiteY34" fmla="*/ 635445 h 2867101"/>
              <a:gd name="connsiteX35" fmla="*/ 2576773 w 2576773"/>
              <a:gd name="connsiteY35" fmla="*/ 1441277 h 2867101"/>
              <a:gd name="connsiteX36" fmla="*/ 2569332 w 2576773"/>
              <a:gd name="connsiteY36" fmla="*/ 1588639 h 2867101"/>
              <a:gd name="connsiteX37" fmla="*/ 2551643 w 2576773"/>
              <a:gd name="connsiteY37" fmla="*/ 1704541 h 2867101"/>
              <a:gd name="connsiteX38" fmla="*/ 2499715 w 2576773"/>
              <a:gd name="connsiteY38" fmla="*/ 1685535 h 2867101"/>
              <a:gd name="connsiteX39" fmla="*/ 2071123 w 2576773"/>
              <a:gd name="connsiteY39" fmla="*/ 1620738 h 2867101"/>
              <a:gd name="connsiteX40" fmla="*/ 1642531 w 2576773"/>
              <a:gd name="connsiteY40" fmla="*/ 1685535 h 2867101"/>
              <a:gd name="connsiteX41" fmla="*/ 1612686 w 2576773"/>
              <a:gd name="connsiteY41" fmla="*/ 1696459 h 2867101"/>
              <a:gd name="connsiteX42" fmla="*/ 1611861 w 2576773"/>
              <a:gd name="connsiteY42" fmla="*/ 1691055 h 2867101"/>
              <a:gd name="connsiteX43" fmla="*/ 1219003 w 2576773"/>
              <a:gd name="connsiteY43" fmla="*/ 962385 h 2867101"/>
              <a:gd name="connsiteX44" fmla="*/ 1135495 w 2576773"/>
              <a:gd name="connsiteY44" fmla="*/ 886488 h 2867101"/>
              <a:gd name="connsiteX45" fmla="*/ 1116652 w 2576773"/>
              <a:gd name="connsiteY45" fmla="*/ 869363 h 2867101"/>
              <a:gd name="connsiteX46" fmla="*/ 199866 w 2576773"/>
              <a:gd name="connsiteY46" fmla="*/ 540245 h 2867101"/>
              <a:gd name="connsiteX47" fmla="*/ 52504 w 2576773"/>
              <a:gd name="connsiteY47" fmla="*/ 547686 h 2867101"/>
              <a:gd name="connsiteX48" fmla="*/ 0 w 2576773"/>
              <a:gd name="connsiteY48" fmla="*/ 555699 h 2867101"/>
              <a:gd name="connsiteX49" fmla="*/ 23337 w 2576773"/>
              <a:gd name="connsiteY49" fmla="*/ 524491 h 2867101"/>
              <a:gd name="connsiteX50" fmla="*/ 1135496 w 2576773"/>
              <a:gd name="connsiteY50" fmla="*/ 0 h 286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576773" h="2867101">
                <a:moveTo>
                  <a:pt x="1535480" y="2521770"/>
                </a:moveTo>
                <a:lnTo>
                  <a:pt x="1576346" y="2633424"/>
                </a:lnTo>
                <a:cubicBezTo>
                  <a:pt x="1590383" y="2678555"/>
                  <a:pt x="1602262" y="2724637"/>
                  <a:pt x="1611861" y="2771549"/>
                </a:cubicBezTo>
                <a:lnTo>
                  <a:pt x="1616013" y="2798753"/>
                </a:lnTo>
                <a:lnTo>
                  <a:pt x="1564088" y="2817758"/>
                </a:lnTo>
                <a:cubicBezTo>
                  <a:pt x="1518957" y="2831795"/>
                  <a:pt x="1472876" y="2843674"/>
                  <a:pt x="1425963" y="2853273"/>
                </a:cubicBezTo>
                <a:lnTo>
                  <a:pt x="1335362" y="2867101"/>
                </a:lnTo>
                <a:lnTo>
                  <a:pt x="1394995" y="2787355"/>
                </a:lnTo>
                <a:cubicBezTo>
                  <a:pt x="1446797" y="2710678"/>
                  <a:pt x="1491414" y="2628749"/>
                  <a:pt x="1527880" y="2542533"/>
                </a:cubicBezTo>
                <a:close/>
                <a:moveTo>
                  <a:pt x="2071123" y="1620739"/>
                </a:moveTo>
                <a:cubicBezTo>
                  <a:pt x="2220372" y="1620739"/>
                  <a:pt x="2364323" y="1643425"/>
                  <a:pt x="2499715" y="1685536"/>
                </a:cubicBezTo>
                <a:lnTo>
                  <a:pt x="2551643" y="1704542"/>
                </a:lnTo>
                <a:lnTo>
                  <a:pt x="2547491" y="1731745"/>
                </a:lnTo>
                <a:cubicBezTo>
                  <a:pt x="2489894" y="2013217"/>
                  <a:pt x="2350248" y="2264800"/>
                  <a:pt x="2154633" y="2460415"/>
                </a:cubicBezTo>
                <a:lnTo>
                  <a:pt x="2086613" y="2522236"/>
                </a:lnTo>
                <a:lnTo>
                  <a:pt x="2086613" y="2522236"/>
                </a:lnTo>
                <a:lnTo>
                  <a:pt x="2052282" y="2553436"/>
                </a:lnTo>
                <a:cubicBezTo>
                  <a:pt x="1945509" y="2641554"/>
                  <a:pt x="1825830" y="2714592"/>
                  <a:pt x="1696506" y="2769291"/>
                </a:cubicBezTo>
                <a:lnTo>
                  <a:pt x="1616013" y="2798752"/>
                </a:lnTo>
                <a:lnTo>
                  <a:pt x="1611861" y="2771548"/>
                </a:lnTo>
                <a:cubicBezTo>
                  <a:pt x="1602262" y="2724636"/>
                  <a:pt x="1590383" y="2678554"/>
                  <a:pt x="1576346" y="2633423"/>
                </a:cubicBezTo>
                <a:lnTo>
                  <a:pt x="1535480" y="2521769"/>
                </a:lnTo>
                <a:lnTo>
                  <a:pt x="1576346" y="2410114"/>
                </a:lnTo>
                <a:cubicBezTo>
                  <a:pt x="1590383" y="2364983"/>
                  <a:pt x="1602262" y="2318901"/>
                  <a:pt x="1611861" y="2271989"/>
                </a:cubicBezTo>
                <a:lnTo>
                  <a:pt x="1615878" y="2245668"/>
                </a:lnTo>
                <a:lnTo>
                  <a:pt x="1633702" y="2128885"/>
                </a:lnTo>
                <a:cubicBezTo>
                  <a:pt x="1638623" y="2080434"/>
                  <a:pt x="1641143" y="2031273"/>
                  <a:pt x="1641143" y="1981523"/>
                </a:cubicBezTo>
                <a:cubicBezTo>
                  <a:pt x="1641143" y="1931773"/>
                  <a:pt x="1638623" y="1882612"/>
                  <a:pt x="1633702" y="1834161"/>
                </a:cubicBezTo>
                <a:lnTo>
                  <a:pt x="1612686" y="1696460"/>
                </a:lnTo>
                <a:lnTo>
                  <a:pt x="1642531" y="1685536"/>
                </a:lnTo>
                <a:cubicBezTo>
                  <a:pt x="1777924" y="1643425"/>
                  <a:pt x="1921874" y="1620739"/>
                  <a:pt x="2071123" y="1620739"/>
                </a:cubicBezTo>
                <a:close/>
                <a:moveTo>
                  <a:pt x="1135496" y="0"/>
                </a:moveTo>
                <a:cubicBezTo>
                  <a:pt x="1583243" y="0"/>
                  <a:pt x="1983304" y="204171"/>
                  <a:pt x="2247655" y="524491"/>
                </a:cubicBezTo>
                <a:lnTo>
                  <a:pt x="2270993" y="555700"/>
                </a:lnTo>
                <a:lnTo>
                  <a:pt x="2330625" y="635445"/>
                </a:lnTo>
                <a:cubicBezTo>
                  <a:pt x="2486030" y="865475"/>
                  <a:pt x="2576773" y="1142779"/>
                  <a:pt x="2576773" y="1441277"/>
                </a:cubicBezTo>
                <a:cubicBezTo>
                  <a:pt x="2576773" y="1491027"/>
                  <a:pt x="2574253" y="1540188"/>
                  <a:pt x="2569332" y="1588639"/>
                </a:cubicBezTo>
                <a:lnTo>
                  <a:pt x="2551643" y="1704541"/>
                </a:lnTo>
                <a:lnTo>
                  <a:pt x="2499715" y="1685535"/>
                </a:lnTo>
                <a:cubicBezTo>
                  <a:pt x="2364323" y="1643424"/>
                  <a:pt x="2220372" y="1620738"/>
                  <a:pt x="2071123" y="1620738"/>
                </a:cubicBezTo>
                <a:cubicBezTo>
                  <a:pt x="1921874" y="1620738"/>
                  <a:pt x="1777924" y="1643424"/>
                  <a:pt x="1642531" y="1685535"/>
                </a:cubicBezTo>
                <a:lnTo>
                  <a:pt x="1612686" y="1696459"/>
                </a:lnTo>
                <a:lnTo>
                  <a:pt x="1611861" y="1691055"/>
                </a:lnTo>
                <a:cubicBezTo>
                  <a:pt x="1554264" y="1409584"/>
                  <a:pt x="1414618" y="1158000"/>
                  <a:pt x="1219003" y="962385"/>
                </a:cubicBezTo>
                <a:lnTo>
                  <a:pt x="1135495" y="886488"/>
                </a:lnTo>
                <a:lnTo>
                  <a:pt x="1116652" y="869363"/>
                </a:lnTo>
                <a:cubicBezTo>
                  <a:pt x="867514" y="663756"/>
                  <a:pt x="548114" y="540245"/>
                  <a:pt x="199866" y="540245"/>
                </a:cubicBezTo>
                <a:cubicBezTo>
                  <a:pt x="150117" y="540245"/>
                  <a:pt x="100956" y="542766"/>
                  <a:pt x="52504" y="547686"/>
                </a:cubicBezTo>
                <a:lnTo>
                  <a:pt x="0" y="555699"/>
                </a:lnTo>
                <a:lnTo>
                  <a:pt x="23337" y="524491"/>
                </a:lnTo>
                <a:cubicBezTo>
                  <a:pt x="287688" y="204171"/>
                  <a:pt x="687749" y="0"/>
                  <a:pt x="1135496" y="0"/>
                </a:cubicBezTo>
                <a:close/>
              </a:path>
            </a:pathLst>
          </a:custGeom>
          <a:solidFill>
            <a:srgbClr val="2B2D42"/>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1" name="Freeform: Shape 100">
            <a:extLst>
              <a:ext uri="{FF2B5EF4-FFF2-40B4-BE49-F238E27FC236}">
                <a16:creationId xmlns:a16="http://schemas.microsoft.com/office/drawing/2014/main" id="{0FFB1EC0-ECB0-BC12-D54E-BBECB42577B1}"/>
              </a:ext>
            </a:extLst>
          </p:cNvPr>
          <p:cNvSpPr/>
          <p:nvPr/>
        </p:nvSpPr>
        <p:spPr>
          <a:xfrm>
            <a:off x="5531246" y="3685153"/>
            <a:ext cx="3219503" cy="2213148"/>
          </a:xfrm>
          <a:custGeom>
            <a:avLst/>
            <a:gdLst>
              <a:gd name="connsiteX0" fmla="*/ 2776891 w 2882554"/>
              <a:gd name="connsiteY0" fmla="*/ 0 h 1981523"/>
              <a:gd name="connsiteX1" fmla="*/ 2817757 w 2882554"/>
              <a:gd name="connsiteY1" fmla="*/ 111654 h 1981523"/>
              <a:gd name="connsiteX2" fmla="*/ 2882554 w 2882554"/>
              <a:gd name="connsiteY2" fmla="*/ 540246 h 1981523"/>
              <a:gd name="connsiteX3" fmla="*/ 1731744 w 2882554"/>
              <a:gd name="connsiteY3" fmla="*/ 1952241 h 1981523"/>
              <a:gd name="connsiteX4" fmla="*/ 1641934 w 2882554"/>
              <a:gd name="connsiteY4" fmla="*/ 1965948 h 1981523"/>
              <a:gd name="connsiteX5" fmla="*/ 1588639 w 2882554"/>
              <a:gd name="connsiteY5" fmla="*/ 1974082 h 1981523"/>
              <a:gd name="connsiteX6" fmla="*/ 1441277 w 2882554"/>
              <a:gd name="connsiteY6" fmla="*/ 1981523 h 1981523"/>
              <a:gd name="connsiteX7" fmla="*/ 524491 w 2882554"/>
              <a:gd name="connsiteY7" fmla="*/ 1652405 h 1981523"/>
              <a:gd name="connsiteX8" fmla="*/ 505649 w 2882554"/>
              <a:gd name="connsiteY8" fmla="*/ 1635281 h 1981523"/>
              <a:gd name="connsiteX9" fmla="*/ 505649 w 2882554"/>
              <a:gd name="connsiteY9" fmla="*/ 1635281 h 1981523"/>
              <a:gd name="connsiteX10" fmla="*/ 422140 w 2882554"/>
              <a:gd name="connsiteY10" fmla="*/ 1559384 h 1981523"/>
              <a:gd name="connsiteX11" fmla="*/ 29282 w 2882554"/>
              <a:gd name="connsiteY11" fmla="*/ 830714 h 1981523"/>
              <a:gd name="connsiteX12" fmla="*/ 28458 w 2882554"/>
              <a:gd name="connsiteY12" fmla="*/ 825311 h 1981523"/>
              <a:gd name="connsiteX13" fmla="*/ 131030 w 2882554"/>
              <a:gd name="connsiteY13" fmla="*/ 787768 h 1981523"/>
              <a:gd name="connsiteX14" fmla="*/ 486806 w 2882554"/>
              <a:gd name="connsiteY14" fmla="*/ 571913 h 1981523"/>
              <a:gd name="connsiteX15" fmla="*/ 505649 w 2882554"/>
              <a:gd name="connsiteY15" fmla="*/ 554788 h 1981523"/>
              <a:gd name="connsiteX16" fmla="*/ 524491 w 2882554"/>
              <a:gd name="connsiteY16" fmla="*/ 571913 h 1981523"/>
              <a:gd name="connsiteX17" fmla="*/ 880267 w 2882554"/>
              <a:gd name="connsiteY17" fmla="*/ 787768 h 1981523"/>
              <a:gd name="connsiteX18" fmla="*/ 982840 w 2882554"/>
              <a:gd name="connsiteY18" fmla="*/ 825311 h 1981523"/>
              <a:gd name="connsiteX19" fmla="*/ 982840 w 2882554"/>
              <a:gd name="connsiteY19" fmla="*/ 825310 h 1981523"/>
              <a:gd name="connsiteX20" fmla="*/ 1012685 w 2882554"/>
              <a:gd name="connsiteY20" fmla="*/ 836233 h 1981523"/>
              <a:gd name="connsiteX21" fmla="*/ 1441277 w 2882554"/>
              <a:gd name="connsiteY21" fmla="*/ 901030 h 1981523"/>
              <a:gd name="connsiteX22" fmla="*/ 1869869 w 2882554"/>
              <a:gd name="connsiteY22" fmla="*/ 836233 h 1981523"/>
              <a:gd name="connsiteX23" fmla="*/ 1921662 w 2882554"/>
              <a:gd name="connsiteY23" fmla="*/ 817277 h 1981523"/>
              <a:gd name="connsiteX24" fmla="*/ 2002287 w 2882554"/>
              <a:gd name="connsiteY24" fmla="*/ 787767 h 1981523"/>
              <a:gd name="connsiteX25" fmla="*/ 2769291 w 2882554"/>
              <a:gd name="connsiteY25" fmla="*/ 20763 h 1981523"/>
              <a:gd name="connsiteX26" fmla="*/ 105664 w 2882554"/>
              <a:gd name="connsiteY26" fmla="*/ 0 h 1981523"/>
              <a:gd name="connsiteX27" fmla="*/ 113263 w 2882554"/>
              <a:gd name="connsiteY27" fmla="*/ 20763 h 1981523"/>
              <a:gd name="connsiteX28" fmla="*/ 246148 w 2882554"/>
              <a:gd name="connsiteY28" fmla="*/ 265585 h 1981523"/>
              <a:gd name="connsiteX29" fmla="*/ 305781 w 2882554"/>
              <a:gd name="connsiteY29" fmla="*/ 345330 h 1981523"/>
              <a:gd name="connsiteX30" fmla="*/ 329118 w 2882554"/>
              <a:gd name="connsiteY30" fmla="*/ 376539 h 1981523"/>
              <a:gd name="connsiteX31" fmla="*/ 422140 w 2882554"/>
              <a:gd name="connsiteY31" fmla="*/ 478890 h 1981523"/>
              <a:gd name="connsiteX32" fmla="*/ 505649 w 2882554"/>
              <a:gd name="connsiteY32" fmla="*/ 554787 h 1981523"/>
              <a:gd name="connsiteX33" fmla="*/ 486806 w 2882554"/>
              <a:gd name="connsiteY33" fmla="*/ 571912 h 1981523"/>
              <a:gd name="connsiteX34" fmla="*/ 131030 w 2882554"/>
              <a:gd name="connsiteY34" fmla="*/ 787767 h 1981523"/>
              <a:gd name="connsiteX35" fmla="*/ 28458 w 2882554"/>
              <a:gd name="connsiteY35" fmla="*/ 825310 h 1981523"/>
              <a:gd name="connsiteX36" fmla="*/ 7441 w 2882554"/>
              <a:gd name="connsiteY36" fmla="*/ 687608 h 1981523"/>
              <a:gd name="connsiteX37" fmla="*/ 0 w 2882554"/>
              <a:gd name="connsiteY37" fmla="*/ 540246 h 1981523"/>
              <a:gd name="connsiteX38" fmla="*/ 7441 w 2882554"/>
              <a:gd name="connsiteY38" fmla="*/ 392884 h 1981523"/>
              <a:gd name="connsiteX39" fmla="*/ 25130 w 2882554"/>
              <a:gd name="connsiteY39" fmla="*/ 276982 h 1981523"/>
              <a:gd name="connsiteX40" fmla="*/ 29282 w 2882554"/>
              <a:gd name="connsiteY40" fmla="*/ 249779 h 1981523"/>
              <a:gd name="connsiteX41" fmla="*/ 64797 w 2882554"/>
              <a:gd name="connsiteY41" fmla="*/ 111654 h 1981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882554" h="1981523">
                <a:moveTo>
                  <a:pt x="2776891" y="0"/>
                </a:moveTo>
                <a:lnTo>
                  <a:pt x="2817757" y="111654"/>
                </a:lnTo>
                <a:cubicBezTo>
                  <a:pt x="2859868" y="247047"/>
                  <a:pt x="2882554" y="390997"/>
                  <a:pt x="2882554" y="540246"/>
                </a:cubicBezTo>
                <a:cubicBezTo>
                  <a:pt x="2882554" y="1236742"/>
                  <a:pt x="2388510" y="1817848"/>
                  <a:pt x="1731744" y="1952241"/>
                </a:cubicBezTo>
                <a:lnTo>
                  <a:pt x="1641934" y="1965948"/>
                </a:lnTo>
                <a:lnTo>
                  <a:pt x="1588639" y="1974082"/>
                </a:lnTo>
                <a:cubicBezTo>
                  <a:pt x="1540188" y="1979003"/>
                  <a:pt x="1491027" y="1981523"/>
                  <a:pt x="1441277" y="1981523"/>
                </a:cubicBezTo>
                <a:cubicBezTo>
                  <a:pt x="1093029" y="1981523"/>
                  <a:pt x="773629" y="1858012"/>
                  <a:pt x="524491" y="1652405"/>
                </a:cubicBezTo>
                <a:lnTo>
                  <a:pt x="505649" y="1635281"/>
                </a:lnTo>
                <a:lnTo>
                  <a:pt x="505649" y="1635281"/>
                </a:lnTo>
                <a:lnTo>
                  <a:pt x="422140" y="1559384"/>
                </a:lnTo>
                <a:cubicBezTo>
                  <a:pt x="226526" y="1363769"/>
                  <a:pt x="86879" y="1112186"/>
                  <a:pt x="29282" y="830714"/>
                </a:cubicBezTo>
                <a:lnTo>
                  <a:pt x="28458" y="825311"/>
                </a:lnTo>
                <a:lnTo>
                  <a:pt x="131030" y="787768"/>
                </a:lnTo>
                <a:cubicBezTo>
                  <a:pt x="260354" y="733069"/>
                  <a:pt x="380033" y="660031"/>
                  <a:pt x="486806" y="571913"/>
                </a:cubicBezTo>
                <a:lnTo>
                  <a:pt x="505649" y="554788"/>
                </a:lnTo>
                <a:lnTo>
                  <a:pt x="524491" y="571913"/>
                </a:lnTo>
                <a:cubicBezTo>
                  <a:pt x="631265" y="660031"/>
                  <a:pt x="750943" y="733069"/>
                  <a:pt x="880267" y="787768"/>
                </a:cubicBezTo>
                <a:lnTo>
                  <a:pt x="982840" y="825311"/>
                </a:lnTo>
                <a:lnTo>
                  <a:pt x="982840" y="825310"/>
                </a:lnTo>
                <a:lnTo>
                  <a:pt x="1012685" y="836233"/>
                </a:lnTo>
                <a:cubicBezTo>
                  <a:pt x="1148078" y="878345"/>
                  <a:pt x="1292028" y="901030"/>
                  <a:pt x="1441277" y="901030"/>
                </a:cubicBezTo>
                <a:cubicBezTo>
                  <a:pt x="1590526" y="901030"/>
                  <a:pt x="1734477" y="878345"/>
                  <a:pt x="1869869" y="836233"/>
                </a:cubicBezTo>
                <a:lnTo>
                  <a:pt x="1921662" y="817277"/>
                </a:lnTo>
                <a:lnTo>
                  <a:pt x="2002287" y="787767"/>
                </a:lnTo>
                <a:cubicBezTo>
                  <a:pt x="2347151" y="641902"/>
                  <a:pt x="2623426" y="365627"/>
                  <a:pt x="2769291" y="20763"/>
                </a:cubicBezTo>
                <a:close/>
                <a:moveTo>
                  <a:pt x="105664" y="0"/>
                </a:moveTo>
                <a:lnTo>
                  <a:pt x="113263" y="20763"/>
                </a:lnTo>
                <a:cubicBezTo>
                  <a:pt x="149729" y="106979"/>
                  <a:pt x="194346" y="188908"/>
                  <a:pt x="246148" y="265585"/>
                </a:cubicBezTo>
                <a:lnTo>
                  <a:pt x="305781" y="345330"/>
                </a:lnTo>
                <a:lnTo>
                  <a:pt x="329118" y="376539"/>
                </a:lnTo>
                <a:cubicBezTo>
                  <a:pt x="358490" y="412130"/>
                  <a:pt x="389538" y="446287"/>
                  <a:pt x="422140" y="478890"/>
                </a:cubicBezTo>
                <a:lnTo>
                  <a:pt x="505649" y="554787"/>
                </a:lnTo>
                <a:lnTo>
                  <a:pt x="486806" y="571912"/>
                </a:lnTo>
                <a:cubicBezTo>
                  <a:pt x="380033" y="660030"/>
                  <a:pt x="260354" y="733068"/>
                  <a:pt x="131030" y="787767"/>
                </a:cubicBezTo>
                <a:lnTo>
                  <a:pt x="28458" y="825310"/>
                </a:lnTo>
                <a:lnTo>
                  <a:pt x="7441" y="687608"/>
                </a:lnTo>
                <a:cubicBezTo>
                  <a:pt x="2521" y="639157"/>
                  <a:pt x="0" y="589996"/>
                  <a:pt x="0" y="540246"/>
                </a:cubicBezTo>
                <a:cubicBezTo>
                  <a:pt x="0" y="490496"/>
                  <a:pt x="2521" y="441335"/>
                  <a:pt x="7441" y="392884"/>
                </a:cubicBezTo>
                <a:lnTo>
                  <a:pt x="25130" y="276982"/>
                </a:lnTo>
                <a:lnTo>
                  <a:pt x="29282" y="249779"/>
                </a:lnTo>
                <a:cubicBezTo>
                  <a:pt x="38881" y="202867"/>
                  <a:pt x="50760" y="156785"/>
                  <a:pt x="64797" y="111654"/>
                </a:cubicBezTo>
                <a:close/>
              </a:path>
            </a:pathLst>
          </a:custGeom>
          <a:solidFill>
            <a:srgbClr val="9A8C98"/>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wrap="square">
            <a:noAutofit/>
          </a:bodyPr>
          <a:lstStyle/>
          <a:p>
            <a:endParaRPr lang="fr-FR" dirty="0"/>
          </a:p>
        </p:txBody>
      </p:sp>
      <p:sp>
        <p:nvSpPr>
          <p:cNvPr id="100" name="Freeform: Shape 99">
            <a:extLst>
              <a:ext uri="{FF2B5EF4-FFF2-40B4-BE49-F238E27FC236}">
                <a16:creationId xmlns:a16="http://schemas.microsoft.com/office/drawing/2014/main" id="{670EE24C-731A-3EC9-948D-B4F6F6C14D20}"/>
              </a:ext>
            </a:extLst>
          </p:cNvPr>
          <p:cNvSpPr/>
          <p:nvPr/>
        </p:nvSpPr>
        <p:spPr>
          <a:xfrm>
            <a:off x="5872771" y="1489265"/>
            <a:ext cx="2877978" cy="3202240"/>
          </a:xfrm>
          <a:custGeom>
            <a:avLst/>
            <a:gdLst>
              <a:gd name="connsiteX0" fmla="*/ 1335366 w 2576773"/>
              <a:gd name="connsiteY0" fmla="*/ 0 h 2867098"/>
              <a:gd name="connsiteX1" fmla="*/ 1425963 w 2576773"/>
              <a:gd name="connsiteY1" fmla="*/ 13827 h 2867098"/>
              <a:gd name="connsiteX2" fmla="*/ 2576773 w 2576773"/>
              <a:gd name="connsiteY2" fmla="*/ 1425822 h 2867098"/>
              <a:gd name="connsiteX3" fmla="*/ 2511976 w 2576773"/>
              <a:gd name="connsiteY3" fmla="*/ 1854414 h 2867098"/>
              <a:gd name="connsiteX4" fmla="*/ 2471110 w 2576773"/>
              <a:gd name="connsiteY4" fmla="*/ 1966069 h 2867098"/>
              <a:gd name="connsiteX5" fmla="*/ 2463510 w 2576773"/>
              <a:gd name="connsiteY5" fmla="*/ 1986832 h 2867098"/>
              <a:gd name="connsiteX6" fmla="*/ 1696506 w 2576773"/>
              <a:gd name="connsiteY6" fmla="*/ 2753836 h 2867098"/>
              <a:gd name="connsiteX7" fmla="*/ 1615881 w 2576773"/>
              <a:gd name="connsiteY7" fmla="*/ 2783346 h 2867098"/>
              <a:gd name="connsiteX8" fmla="*/ 1615881 w 2576773"/>
              <a:gd name="connsiteY8" fmla="*/ 2783345 h 2867098"/>
              <a:gd name="connsiteX9" fmla="*/ 1564088 w 2576773"/>
              <a:gd name="connsiteY9" fmla="*/ 2802301 h 2867098"/>
              <a:gd name="connsiteX10" fmla="*/ 1135496 w 2576773"/>
              <a:gd name="connsiteY10" fmla="*/ 2867098 h 2867098"/>
              <a:gd name="connsiteX11" fmla="*/ 706904 w 2576773"/>
              <a:gd name="connsiteY11" fmla="*/ 2802301 h 2867098"/>
              <a:gd name="connsiteX12" fmla="*/ 677059 w 2576773"/>
              <a:gd name="connsiteY12" fmla="*/ 2791378 h 2867098"/>
              <a:gd name="connsiteX13" fmla="*/ 677059 w 2576773"/>
              <a:gd name="connsiteY13" fmla="*/ 2791379 h 2867098"/>
              <a:gd name="connsiteX14" fmla="*/ 574486 w 2576773"/>
              <a:gd name="connsiteY14" fmla="*/ 2753836 h 2867098"/>
              <a:gd name="connsiteX15" fmla="*/ 218710 w 2576773"/>
              <a:gd name="connsiteY15" fmla="*/ 2537981 h 2867098"/>
              <a:gd name="connsiteX16" fmla="*/ 199868 w 2576773"/>
              <a:gd name="connsiteY16" fmla="*/ 2520856 h 2867098"/>
              <a:gd name="connsiteX17" fmla="*/ 116359 w 2576773"/>
              <a:gd name="connsiteY17" fmla="*/ 2444959 h 2867098"/>
              <a:gd name="connsiteX18" fmla="*/ 23337 w 2576773"/>
              <a:gd name="connsiteY18" fmla="*/ 2342608 h 2867098"/>
              <a:gd name="connsiteX19" fmla="*/ 0 w 2576773"/>
              <a:gd name="connsiteY19" fmla="*/ 2311399 h 2867098"/>
              <a:gd name="connsiteX20" fmla="*/ 52507 w 2576773"/>
              <a:gd name="connsiteY20" fmla="*/ 2319413 h 2867098"/>
              <a:gd name="connsiteX21" fmla="*/ 199869 w 2576773"/>
              <a:gd name="connsiteY21" fmla="*/ 2326854 h 2867098"/>
              <a:gd name="connsiteX22" fmla="*/ 347231 w 2576773"/>
              <a:gd name="connsiteY22" fmla="*/ 2319413 h 2867098"/>
              <a:gd name="connsiteX23" fmla="*/ 399735 w 2576773"/>
              <a:gd name="connsiteY23" fmla="*/ 2311400 h 2867098"/>
              <a:gd name="connsiteX24" fmla="*/ 490336 w 2576773"/>
              <a:gd name="connsiteY24" fmla="*/ 2297572 h 2867098"/>
              <a:gd name="connsiteX25" fmla="*/ 628461 w 2576773"/>
              <a:gd name="connsiteY25" fmla="*/ 2262057 h 2867098"/>
              <a:gd name="connsiteX26" fmla="*/ 680386 w 2576773"/>
              <a:gd name="connsiteY26" fmla="*/ 2243052 h 2867098"/>
              <a:gd name="connsiteX27" fmla="*/ 698075 w 2576773"/>
              <a:gd name="connsiteY27" fmla="*/ 2358953 h 2867098"/>
              <a:gd name="connsiteX28" fmla="*/ 705516 w 2576773"/>
              <a:gd name="connsiteY28" fmla="*/ 2506315 h 2867098"/>
              <a:gd name="connsiteX29" fmla="*/ 705516 w 2576773"/>
              <a:gd name="connsiteY29" fmla="*/ 2506314 h 2867098"/>
              <a:gd name="connsiteX30" fmla="*/ 698075 w 2576773"/>
              <a:gd name="connsiteY30" fmla="*/ 2358952 h 2867098"/>
              <a:gd name="connsiteX31" fmla="*/ 680386 w 2576773"/>
              <a:gd name="connsiteY31" fmla="*/ 2243051 h 2867098"/>
              <a:gd name="connsiteX32" fmla="*/ 760879 w 2576773"/>
              <a:gd name="connsiteY32" fmla="*/ 2213590 h 2867098"/>
              <a:gd name="connsiteX33" fmla="*/ 1116655 w 2576773"/>
              <a:gd name="connsiteY33" fmla="*/ 1997735 h 2867098"/>
              <a:gd name="connsiteX34" fmla="*/ 1150986 w 2576773"/>
              <a:gd name="connsiteY34" fmla="*/ 1966534 h 2867098"/>
              <a:gd name="connsiteX35" fmla="*/ 1150987 w 2576773"/>
              <a:gd name="connsiteY35" fmla="*/ 1966534 h 2867098"/>
              <a:gd name="connsiteX36" fmla="*/ 1219006 w 2576773"/>
              <a:gd name="connsiteY36" fmla="*/ 1904714 h 2867098"/>
              <a:gd name="connsiteX37" fmla="*/ 1611864 w 2576773"/>
              <a:gd name="connsiteY37" fmla="*/ 1176044 h 2867098"/>
              <a:gd name="connsiteX38" fmla="*/ 1616016 w 2576773"/>
              <a:gd name="connsiteY38" fmla="*/ 1148841 h 2867098"/>
              <a:gd name="connsiteX39" fmla="*/ 1633705 w 2576773"/>
              <a:gd name="connsiteY39" fmla="*/ 1032939 h 2867098"/>
              <a:gd name="connsiteX40" fmla="*/ 1641146 w 2576773"/>
              <a:gd name="connsiteY40" fmla="*/ 885577 h 2867098"/>
              <a:gd name="connsiteX41" fmla="*/ 1394998 w 2576773"/>
              <a:gd name="connsiteY41" fmla="*/ 79745 h 2867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76773" h="2867098">
                <a:moveTo>
                  <a:pt x="1335366" y="0"/>
                </a:moveTo>
                <a:lnTo>
                  <a:pt x="1425963" y="13827"/>
                </a:lnTo>
                <a:cubicBezTo>
                  <a:pt x="2082729" y="148220"/>
                  <a:pt x="2576773" y="729327"/>
                  <a:pt x="2576773" y="1425822"/>
                </a:cubicBezTo>
                <a:cubicBezTo>
                  <a:pt x="2576773" y="1575071"/>
                  <a:pt x="2554087" y="1719022"/>
                  <a:pt x="2511976" y="1854414"/>
                </a:cubicBezTo>
                <a:lnTo>
                  <a:pt x="2471110" y="1966069"/>
                </a:lnTo>
                <a:lnTo>
                  <a:pt x="2463510" y="1986832"/>
                </a:lnTo>
                <a:cubicBezTo>
                  <a:pt x="2317645" y="2331696"/>
                  <a:pt x="2041370" y="2607971"/>
                  <a:pt x="1696506" y="2753836"/>
                </a:cubicBezTo>
                <a:lnTo>
                  <a:pt x="1615881" y="2783346"/>
                </a:lnTo>
                <a:lnTo>
                  <a:pt x="1615881" y="2783345"/>
                </a:lnTo>
                <a:lnTo>
                  <a:pt x="1564088" y="2802301"/>
                </a:lnTo>
                <a:cubicBezTo>
                  <a:pt x="1428696" y="2844413"/>
                  <a:pt x="1284745" y="2867098"/>
                  <a:pt x="1135496" y="2867098"/>
                </a:cubicBezTo>
                <a:cubicBezTo>
                  <a:pt x="986247" y="2867098"/>
                  <a:pt x="842297" y="2844413"/>
                  <a:pt x="706904" y="2802301"/>
                </a:cubicBezTo>
                <a:lnTo>
                  <a:pt x="677059" y="2791378"/>
                </a:lnTo>
                <a:lnTo>
                  <a:pt x="677059" y="2791379"/>
                </a:lnTo>
                <a:lnTo>
                  <a:pt x="574486" y="2753836"/>
                </a:lnTo>
                <a:cubicBezTo>
                  <a:pt x="445162" y="2699137"/>
                  <a:pt x="325484" y="2626099"/>
                  <a:pt x="218710" y="2537981"/>
                </a:cubicBezTo>
                <a:lnTo>
                  <a:pt x="199868" y="2520856"/>
                </a:lnTo>
                <a:lnTo>
                  <a:pt x="116359" y="2444959"/>
                </a:lnTo>
                <a:cubicBezTo>
                  <a:pt x="83757" y="2412356"/>
                  <a:pt x="52709" y="2378199"/>
                  <a:pt x="23337" y="2342608"/>
                </a:cubicBezTo>
                <a:lnTo>
                  <a:pt x="0" y="2311399"/>
                </a:lnTo>
                <a:lnTo>
                  <a:pt x="52507" y="2319413"/>
                </a:lnTo>
                <a:cubicBezTo>
                  <a:pt x="100959" y="2324333"/>
                  <a:pt x="150120" y="2326854"/>
                  <a:pt x="199869" y="2326854"/>
                </a:cubicBezTo>
                <a:cubicBezTo>
                  <a:pt x="249619" y="2326854"/>
                  <a:pt x="298780" y="2324333"/>
                  <a:pt x="347231" y="2319413"/>
                </a:cubicBezTo>
                <a:lnTo>
                  <a:pt x="399735" y="2311400"/>
                </a:lnTo>
                <a:lnTo>
                  <a:pt x="490336" y="2297572"/>
                </a:lnTo>
                <a:cubicBezTo>
                  <a:pt x="537249" y="2287973"/>
                  <a:pt x="583330" y="2276094"/>
                  <a:pt x="628461" y="2262057"/>
                </a:cubicBezTo>
                <a:lnTo>
                  <a:pt x="680386" y="2243052"/>
                </a:lnTo>
                <a:lnTo>
                  <a:pt x="698075" y="2358953"/>
                </a:lnTo>
                <a:lnTo>
                  <a:pt x="705516" y="2506315"/>
                </a:lnTo>
                <a:lnTo>
                  <a:pt x="705516" y="2506314"/>
                </a:lnTo>
                <a:cubicBezTo>
                  <a:pt x="705516" y="2456564"/>
                  <a:pt x="702996" y="2407403"/>
                  <a:pt x="698075" y="2358952"/>
                </a:cubicBezTo>
                <a:lnTo>
                  <a:pt x="680386" y="2243051"/>
                </a:lnTo>
                <a:lnTo>
                  <a:pt x="760879" y="2213590"/>
                </a:lnTo>
                <a:cubicBezTo>
                  <a:pt x="890203" y="2158891"/>
                  <a:pt x="1009882" y="2085853"/>
                  <a:pt x="1116655" y="1997735"/>
                </a:cubicBezTo>
                <a:lnTo>
                  <a:pt x="1150986" y="1966534"/>
                </a:lnTo>
                <a:lnTo>
                  <a:pt x="1150987" y="1966534"/>
                </a:lnTo>
                <a:lnTo>
                  <a:pt x="1219006" y="1904714"/>
                </a:lnTo>
                <a:cubicBezTo>
                  <a:pt x="1414621" y="1709099"/>
                  <a:pt x="1554267" y="1457516"/>
                  <a:pt x="1611864" y="1176044"/>
                </a:cubicBezTo>
                <a:lnTo>
                  <a:pt x="1616016" y="1148841"/>
                </a:lnTo>
                <a:lnTo>
                  <a:pt x="1633705" y="1032939"/>
                </a:lnTo>
                <a:cubicBezTo>
                  <a:pt x="1638626" y="984488"/>
                  <a:pt x="1641146" y="935327"/>
                  <a:pt x="1641146" y="885577"/>
                </a:cubicBezTo>
                <a:cubicBezTo>
                  <a:pt x="1641146" y="587079"/>
                  <a:pt x="1550403" y="309775"/>
                  <a:pt x="1394998" y="79745"/>
                </a:cubicBezTo>
                <a:close/>
              </a:path>
            </a:pathLst>
          </a:custGeom>
          <a:solidFill>
            <a:srgbClr val="4A4E69"/>
          </a:solidFill>
          <a:ln>
            <a:noFill/>
          </a:ln>
          <a:effectLst>
            <a:innerShdw blurRad="508000">
              <a:prstClr val="black">
                <a:alpha val="50000"/>
              </a:prstClr>
            </a:inn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17" name="TextBox 116">
            <a:extLst>
              <a:ext uri="{FF2B5EF4-FFF2-40B4-BE49-F238E27FC236}">
                <a16:creationId xmlns:a16="http://schemas.microsoft.com/office/drawing/2014/main" id="{4265CC1B-6056-66A8-0411-315E73C31B48}"/>
              </a:ext>
            </a:extLst>
          </p:cNvPr>
          <p:cNvSpPr txBox="1"/>
          <p:nvPr/>
        </p:nvSpPr>
        <p:spPr>
          <a:xfrm>
            <a:off x="596251" y="2224636"/>
            <a:ext cx="1800000" cy="707886"/>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Contexte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Générale</a:t>
            </a:r>
          </a:p>
        </p:txBody>
      </p:sp>
      <p:sp>
        <p:nvSpPr>
          <p:cNvPr id="118" name="TextBox 117">
            <a:extLst>
              <a:ext uri="{FF2B5EF4-FFF2-40B4-BE49-F238E27FC236}">
                <a16:creationId xmlns:a16="http://schemas.microsoft.com/office/drawing/2014/main" id="{7A8FF530-32DD-31BA-31FD-AF3CC6350CCB}"/>
              </a:ext>
            </a:extLst>
          </p:cNvPr>
          <p:cNvSpPr txBox="1"/>
          <p:nvPr/>
        </p:nvSpPr>
        <p:spPr>
          <a:xfrm>
            <a:off x="20695" y="3842619"/>
            <a:ext cx="3024000" cy="1015663"/>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Les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fonctionnalité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du system</a:t>
            </a:r>
          </a:p>
        </p:txBody>
      </p:sp>
      <p:sp>
        <p:nvSpPr>
          <p:cNvPr id="119" name="TextBox 118">
            <a:extLst>
              <a:ext uri="{FF2B5EF4-FFF2-40B4-BE49-F238E27FC236}">
                <a16:creationId xmlns:a16="http://schemas.microsoft.com/office/drawing/2014/main" id="{A4CEE584-B290-0207-3DE3-769C1888653D}"/>
              </a:ext>
            </a:extLst>
          </p:cNvPr>
          <p:cNvSpPr txBox="1"/>
          <p:nvPr/>
        </p:nvSpPr>
        <p:spPr>
          <a:xfrm>
            <a:off x="308251" y="5422736"/>
            <a:ext cx="2376000" cy="1044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Conception et </a:t>
            </a:r>
          </a:p>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Technologie logicielle</a:t>
            </a:r>
          </a:p>
        </p:txBody>
      </p:sp>
      <p:sp>
        <p:nvSpPr>
          <p:cNvPr id="120" name="TextBox 119">
            <a:extLst>
              <a:ext uri="{FF2B5EF4-FFF2-40B4-BE49-F238E27FC236}">
                <a16:creationId xmlns:a16="http://schemas.microsoft.com/office/drawing/2014/main" id="{17E122F1-C7AA-F177-8700-DA2690E9DDE2}"/>
              </a:ext>
            </a:extLst>
          </p:cNvPr>
          <p:cNvSpPr txBox="1"/>
          <p:nvPr/>
        </p:nvSpPr>
        <p:spPr>
          <a:xfrm>
            <a:off x="9600300" y="2270475"/>
            <a:ext cx="2196000" cy="504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Perspectives</a:t>
            </a:r>
          </a:p>
        </p:txBody>
      </p:sp>
      <p:sp>
        <p:nvSpPr>
          <p:cNvPr id="121" name="TextBox 120">
            <a:extLst>
              <a:ext uri="{FF2B5EF4-FFF2-40B4-BE49-F238E27FC236}">
                <a16:creationId xmlns:a16="http://schemas.microsoft.com/office/drawing/2014/main" id="{FE72509A-97F9-3AF1-565A-A5A212BC8241}"/>
              </a:ext>
            </a:extLst>
          </p:cNvPr>
          <p:cNvSpPr txBox="1"/>
          <p:nvPr/>
        </p:nvSpPr>
        <p:spPr>
          <a:xfrm>
            <a:off x="9795744" y="3973989"/>
            <a:ext cx="1908000" cy="432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Conclusion</a:t>
            </a:r>
          </a:p>
        </p:txBody>
      </p:sp>
      <p:sp>
        <p:nvSpPr>
          <p:cNvPr id="122" name="TextBox 121">
            <a:extLst>
              <a:ext uri="{FF2B5EF4-FFF2-40B4-BE49-F238E27FC236}">
                <a16:creationId xmlns:a16="http://schemas.microsoft.com/office/drawing/2014/main" id="{D38544B6-5AB1-F43C-4C14-4610B0665E21}"/>
              </a:ext>
            </a:extLst>
          </p:cNvPr>
          <p:cNvSpPr txBox="1"/>
          <p:nvPr/>
        </p:nvSpPr>
        <p:spPr>
          <a:xfrm>
            <a:off x="9474300" y="5422736"/>
            <a:ext cx="2448000" cy="1044000"/>
          </a:xfrm>
          <a:prstGeom prst="rect">
            <a:avLst/>
          </a:prstGeom>
          <a:noFill/>
        </p:spPr>
        <p:txBody>
          <a:bodyPr wrap="square">
            <a:spAutoFit/>
          </a:bodyPr>
          <a:lstStyle/>
          <a:p>
            <a:pPr algn="ctr"/>
            <a:r>
              <a:rPr lang="fr-FR" sz="2000" b="1" spc="300" dirty="0">
                <a:solidFill>
                  <a:schemeClr val="bg1"/>
                </a:solidFill>
                <a:latin typeface="Nunito Sans" pitchFamily="2" charset="0"/>
                <a:ea typeface="Open Sans ExtraBold" panose="020B0906030804020204" pitchFamily="34" charset="0"/>
                <a:cs typeface="Open Sans ExtraBold" panose="020B0906030804020204" pitchFamily="34" charset="0"/>
              </a:rPr>
              <a:t>Réalisation du application web</a:t>
            </a:r>
          </a:p>
        </p:txBody>
      </p:sp>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TextBox 186">
            <a:extLst>
              <a:ext uri="{FF2B5EF4-FFF2-40B4-BE49-F238E27FC236}">
                <a16:creationId xmlns:a16="http://schemas.microsoft.com/office/drawing/2014/main" id="{65E6810F-5107-09ED-B428-BBF1759B0B43}"/>
              </a:ext>
            </a:extLst>
          </p:cNvPr>
          <p:cNvSpPr txBox="1"/>
          <p:nvPr/>
        </p:nvSpPr>
        <p:spPr>
          <a:xfrm>
            <a:off x="2553530" y="1978414"/>
            <a:ext cx="720000" cy="1200329"/>
          </a:xfrm>
          <a:prstGeom prst="rect">
            <a:avLst/>
          </a:prstGeom>
          <a:noFill/>
        </p:spPr>
        <p:txBody>
          <a:bodyPr wrap="square">
            <a:spAutoFit/>
          </a:bodyPr>
          <a:lstStyle/>
          <a:p>
            <a:pPr algn="ctr"/>
            <a:r>
              <a:rPr lang="fr-FR" sz="7200" dirty="0">
                <a:solidFill>
                  <a:srgbClr val="D90429"/>
                </a:solidFill>
                <a:latin typeface="Oswald" pitchFamily="2" charset="0"/>
                <a:ea typeface="Open Sans" panose="020B0606030504020204" pitchFamily="34" charset="0"/>
                <a:cs typeface="Open Sans" panose="020B0606030504020204" pitchFamily="34" charset="0"/>
              </a:rPr>
              <a:t>1</a:t>
            </a:r>
          </a:p>
        </p:txBody>
      </p:sp>
      <p:sp>
        <p:nvSpPr>
          <p:cNvPr id="188" name="TextBox 187">
            <a:extLst>
              <a:ext uri="{FF2B5EF4-FFF2-40B4-BE49-F238E27FC236}">
                <a16:creationId xmlns:a16="http://schemas.microsoft.com/office/drawing/2014/main" id="{1B086879-DF90-4103-AFF3-EC5B26D37F99}"/>
              </a:ext>
            </a:extLst>
          </p:cNvPr>
          <p:cNvSpPr txBox="1"/>
          <p:nvPr/>
        </p:nvSpPr>
        <p:spPr>
          <a:xfrm>
            <a:off x="2549360" y="3842619"/>
            <a:ext cx="720000" cy="1200329"/>
          </a:xfrm>
          <a:prstGeom prst="rect">
            <a:avLst/>
          </a:prstGeom>
          <a:noFill/>
        </p:spPr>
        <p:txBody>
          <a:bodyPr wrap="square">
            <a:spAutoFit/>
          </a:bodyPr>
          <a:lstStyle/>
          <a:p>
            <a:pPr algn="ctr"/>
            <a:r>
              <a:rPr lang="fr-FR" sz="7200" dirty="0">
                <a:solidFill>
                  <a:srgbClr val="EF233C"/>
                </a:solidFill>
                <a:latin typeface="Oswald" pitchFamily="2" charset="0"/>
                <a:ea typeface="Open Sans" panose="020B0606030504020204" pitchFamily="34" charset="0"/>
                <a:cs typeface="Open Sans" panose="020B0606030504020204" pitchFamily="34" charset="0"/>
              </a:rPr>
              <a:t>2</a:t>
            </a:r>
          </a:p>
        </p:txBody>
      </p:sp>
      <p:sp>
        <p:nvSpPr>
          <p:cNvPr id="189" name="TextBox 188">
            <a:extLst>
              <a:ext uri="{FF2B5EF4-FFF2-40B4-BE49-F238E27FC236}">
                <a16:creationId xmlns:a16="http://schemas.microsoft.com/office/drawing/2014/main" id="{DFF2F281-3385-328A-CFDB-399087731E35}"/>
              </a:ext>
            </a:extLst>
          </p:cNvPr>
          <p:cNvSpPr txBox="1"/>
          <p:nvPr/>
        </p:nvSpPr>
        <p:spPr>
          <a:xfrm>
            <a:off x="2558753" y="5327562"/>
            <a:ext cx="720000" cy="1200329"/>
          </a:xfrm>
          <a:prstGeom prst="rect">
            <a:avLst/>
          </a:prstGeom>
          <a:noFill/>
        </p:spPr>
        <p:txBody>
          <a:bodyPr wrap="square">
            <a:spAutoFit/>
          </a:bodyPr>
          <a:lstStyle/>
          <a:p>
            <a:pPr algn="ctr"/>
            <a:r>
              <a:rPr lang="fr-FR" sz="7200" dirty="0">
                <a:solidFill>
                  <a:srgbClr val="C9ADA7"/>
                </a:solidFill>
                <a:latin typeface="Oswald" pitchFamily="2" charset="0"/>
                <a:ea typeface="Open Sans" panose="020B0606030504020204" pitchFamily="34" charset="0"/>
                <a:cs typeface="Open Sans" panose="020B0606030504020204" pitchFamily="34" charset="0"/>
              </a:rPr>
              <a:t>3</a:t>
            </a:r>
          </a:p>
        </p:txBody>
      </p:sp>
      <p:sp>
        <p:nvSpPr>
          <p:cNvPr id="190" name="TextBox 189">
            <a:extLst>
              <a:ext uri="{FF2B5EF4-FFF2-40B4-BE49-F238E27FC236}">
                <a16:creationId xmlns:a16="http://schemas.microsoft.com/office/drawing/2014/main" id="{69DC2103-8378-E5D7-AFC2-CD4903B8568B}"/>
              </a:ext>
            </a:extLst>
          </p:cNvPr>
          <p:cNvSpPr txBox="1"/>
          <p:nvPr/>
        </p:nvSpPr>
        <p:spPr>
          <a:xfrm>
            <a:off x="8805542" y="5327561"/>
            <a:ext cx="720000" cy="1200329"/>
          </a:xfrm>
          <a:prstGeom prst="rect">
            <a:avLst/>
          </a:prstGeom>
          <a:noFill/>
        </p:spPr>
        <p:txBody>
          <a:bodyPr wrap="square">
            <a:spAutoFit/>
          </a:bodyPr>
          <a:lstStyle/>
          <a:p>
            <a:pPr algn="ctr"/>
            <a:r>
              <a:rPr lang="fr-FR" sz="7200" dirty="0">
                <a:solidFill>
                  <a:srgbClr val="998B97"/>
                </a:solidFill>
                <a:latin typeface="Oswald" pitchFamily="2" charset="0"/>
                <a:ea typeface="Open Sans" panose="020B0606030504020204" pitchFamily="34" charset="0"/>
                <a:cs typeface="Open Sans" panose="020B0606030504020204" pitchFamily="34" charset="0"/>
              </a:rPr>
              <a:t>4</a:t>
            </a:r>
          </a:p>
        </p:txBody>
      </p:sp>
      <p:sp>
        <p:nvSpPr>
          <p:cNvPr id="191" name="TextBox 190">
            <a:extLst>
              <a:ext uri="{FF2B5EF4-FFF2-40B4-BE49-F238E27FC236}">
                <a16:creationId xmlns:a16="http://schemas.microsoft.com/office/drawing/2014/main" id="{4C419685-5A19-A687-F020-CD70E8BCAD8E}"/>
              </a:ext>
            </a:extLst>
          </p:cNvPr>
          <p:cNvSpPr txBox="1"/>
          <p:nvPr/>
        </p:nvSpPr>
        <p:spPr>
          <a:xfrm>
            <a:off x="8805977" y="3645800"/>
            <a:ext cx="720000" cy="1200329"/>
          </a:xfrm>
          <a:prstGeom prst="rect">
            <a:avLst/>
          </a:prstGeom>
          <a:noFill/>
        </p:spPr>
        <p:txBody>
          <a:bodyPr wrap="square">
            <a:spAutoFit/>
          </a:bodyPr>
          <a:lstStyle/>
          <a:p>
            <a:pPr algn="ctr"/>
            <a:r>
              <a:rPr lang="fr-FR" sz="7200" dirty="0">
                <a:solidFill>
                  <a:srgbClr val="4A4E69"/>
                </a:solidFill>
                <a:latin typeface="Oswald" pitchFamily="2" charset="0"/>
                <a:ea typeface="Open Sans" panose="020B0606030504020204" pitchFamily="34" charset="0"/>
                <a:cs typeface="Open Sans" panose="020B0606030504020204" pitchFamily="34" charset="0"/>
              </a:rPr>
              <a:t>5</a:t>
            </a:r>
          </a:p>
        </p:txBody>
      </p:sp>
      <p:sp>
        <p:nvSpPr>
          <p:cNvPr id="192" name="TextBox 191">
            <a:extLst>
              <a:ext uri="{FF2B5EF4-FFF2-40B4-BE49-F238E27FC236}">
                <a16:creationId xmlns:a16="http://schemas.microsoft.com/office/drawing/2014/main" id="{61E11825-7879-B09A-6A63-B10FB705458A}"/>
              </a:ext>
            </a:extLst>
          </p:cNvPr>
          <p:cNvSpPr txBox="1"/>
          <p:nvPr/>
        </p:nvSpPr>
        <p:spPr>
          <a:xfrm>
            <a:off x="8805500" y="1890056"/>
            <a:ext cx="720000" cy="1200329"/>
          </a:xfrm>
          <a:prstGeom prst="rect">
            <a:avLst/>
          </a:prstGeom>
          <a:noFill/>
        </p:spPr>
        <p:txBody>
          <a:bodyPr wrap="square">
            <a:spAutoFit/>
          </a:bodyPr>
          <a:lstStyle/>
          <a:p>
            <a:pPr algn="ctr"/>
            <a:r>
              <a:rPr lang="fr-FR" sz="7200" dirty="0">
                <a:solidFill>
                  <a:srgbClr val="2B2D42"/>
                </a:solidFill>
                <a:effectLst>
                  <a:innerShdw blurRad="317500">
                    <a:srgbClr val="4A4E69"/>
                  </a:innerShdw>
                </a:effectLst>
                <a:latin typeface="Oswald" pitchFamily="2" charset="0"/>
                <a:ea typeface="Open Sans" panose="020B0606030504020204" pitchFamily="34" charset="0"/>
                <a:cs typeface="Open Sans" panose="020B0606030504020204" pitchFamily="34" charset="0"/>
              </a:rPr>
              <a:t>6</a:t>
            </a:r>
          </a:p>
        </p:txBody>
      </p:sp>
      <p:pic>
        <p:nvPicPr>
          <p:cNvPr id="4" name="Picture 3">
            <a:extLst>
              <a:ext uri="{FF2B5EF4-FFF2-40B4-BE49-F238E27FC236}">
                <a16:creationId xmlns:a16="http://schemas.microsoft.com/office/drawing/2014/main" id="{27C901AE-73DF-999B-A6C4-3DD8610E4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2314" y="2160096"/>
            <a:ext cx="612000" cy="612000"/>
          </a:xfrm>
          <a:prstGeom prst="rect">
            <a:avLst/>
          </a:prstGeom>
        </p:spPr>
      </p:pic>
      <p:pic>
        <p:nvPicPr>
          <p:cNvPr id="6" name="Graphic 5">
            <a:extLst>
              <a:ext uri="{FF2B5EF4-FFF2-40B4-BE49-F238E27FC236}">
                <a16:creationId xmlns:a16="http://schemas.microsoft.com/office/drawing/2014/main" id="{C3ED1E9E-2E78-F8A4-FAD6-4B18CD511DD7}"/>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5565537" y="1063089"/>
            <a:ext cx="748396" cy="432000"/>
          </a:xfrm>
          <a:prstGeom prst="rect">
            <a:avLst/>
          </a:prstGeom>
        </p:spPr>
      </p:pic>
      <p:pic>
        <p:nvPicPr>
          <p:cNvPr id="8" name="Graphic 7" descr="Checklist with solid fill">
            <a:extLst>
              <a:ext uri="{FF2B5EF4-FFF2-40B4-BE49-F238E27FC236}">
                <a16:creationId xmlns:a16="http://schemas.microsoft.com/office/drawing/2014/main" id="{CC534F0D-D442-5F72-22AA-D495CB753283}"/>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7794175" y="2139850"/>
            <a:ext cx="612000" cy="612000"/>
          </a:xfrm>
          <a:prstGeom prst="rect">
            <a:avLst/>
          </a:prstGeom>
        </p:spPr>
      </p:pic>
      <p:pic>
        <p:nvPicPr>
          <p:cNvPr id="50" name="Graphic 49">
            <a:extLst>
              <a:ext uri="{FF2B5EF4-FFF2-40B4-BE49-F238E27FC236}">
                <a16:creationId xmlns:a16="http://schemas.microsoft.com/office/drawing/2014/main" id="{11E0E152-2DE5-9C24-12A5-35A4C54AF743}"/>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3782775" y="4518655"/>
            <a:ext cx="612000" cy="612000"/>
          </a:xfrm>
          <a:prstGeom prst="rect">
            <a:avLst/>
          </a:prstGeom>
        </p:spPr>
      </p:pic>
      <p:pic>
        <p:nvPicPr>
          <p:cNvPr id="56" name="Graphic 55">
            <a:extLst>
              <a:ext uri="{FF2B5EF4-FFF2-40B4-BE49-F238E27FC236}">
                <a16:creationId xmlns:a16="http://schemas.microsoft.com/office/drawing/2014/main" id="{6399B6A4-DD44-B159-CCE7-4A495235BB8A}"/>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7694794" y="4620073"/>
            <a:ext cx="810762" cy="468000"/>
          </a:xfrm>
          <a:prstGeom prst="rect">
            <a:avLst/>
          </a:prstGeom>
        </p:spPr>
      </p:pic>
      <p:pic>
        <p:nvPicPr>
          <p:cNvPr id="58" name="Graphic 57">
            <a:extLst>
              <a:ext uri="{FF2B5EF4-FFF2-40B4-BE49-F238E27FC236}">
                <a16:creationId xmlns:a16="http://schemas.microsoft.com/office/drawing/2014/main" id="{B898751F-DAA2-BBED-91C6-D92AD6B85356}"/>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5630590" y="5656892"/>
            <a:ext cx="612000" cy="612000"/>
          </a:xfrm>
          <a:prstGeom prst="rect">
            <a:avLst/>
          </a:prstGeom>
        </p:spPr>
      </p:pic>
    </p:spTree>
    <p:extLst>
      <p:ext uri="{BB962C8B-B14F-4D97-AF65-F5344CB8AC3E}">
        <p14:creationId xmlns:p14="http://schemas.microsoft.com/office/powerpoint/2010/main" val="21749435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Contexte Générale</a:t>
            </a: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D90429"/>
          </a:solidFill>
          <a:ln w="28575" cap="flat" cmpd="sng">
            <a:noFill/>
            <a:prstDash val="solid"/>
            <a:round/>
            <a:headEnd type="none" w="sm" len="sm"/>
            <a:tailEnd type="none" w="sm" len="sm"/>
          </a:ln>
          <a:effectLst>
            <a:outerShdw blurRad="114300" dist="19050" dir="5400000" algn="bl" rotWithShape="0">
              <a:srgbClr val="EF233C">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01</a:t>
            </a:r>
            <a:endParaRPr lang="en" dirty="0">
              <a:solidFill>
                <a:schemeClr val="bg1"/>
              </a:solidFill>
              <a:latin typeface="Oswald ExtraLight" pitchFamily="2" charset="0"/>
            </a:endParaRPr>
          </a:p>
        </p:txBody>
      </p:sp>
      <p:sp>
        <p:nvSpPr>
          <p:cNvPr id="2" name="Rectangle: Rounded Corners 1">
            <a:extLst>
              <a:ext uri="{FF2B5EF4-FFF2-40B4-BE49-F238E27FC236}">
                <a16:creationId xmlns:a16="http://schemas.microsoft.com/office/drawing/2014/main" id="{B9CC7F38-0B4E-BEA4-AA49-84A90B18B263}"/>
              </a:ext>
            </a:extLst>
          </p:cNvPr>
          <p:cNvSpPr/>
          <p:nvPr/>
        </p:nvSpPr>
        <p:spPr>
          <a:xfrm rot="2571227">
            <a:off x="11567899" y="6340911"/>
            <a:ext cx="396000" cy="396000"/>
          </a:xfrm>
          <a:prstGeom prst="roundRect">
            <a:avLst/>
          </a:prstGeom>
          <a:noFill/>
          <a:ln w="38100">
            <a:gradFill>
              <a:gsLst>
                <a:gs pos="20000">
                  <a:srgbClr val="E63946"/>
                </a:gs>
                <a:gs pos="80000">
                  <a:srgbClr val="D9042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4" name="Slide Number Placeholder 3">
            <a:extLst>
              <a:ext uri="{FF2B5EF4-FFF2-40B4-BE49-F238E27FC236}">
                <a16:creationId xmlns:a16="http://schemas.microsoft.com/office/drawing/2014/main" id="{DC01D78E-6244-9FEB-8D7C-2D511FC0C468}"/>
              </a:ext>
            </a:extLst>
          </p:cNvPr>
          <p:cNvSpPr>
            <a:spLocks noGrp="1"/>
          </p:cNvSpPr>
          <p:nvPr>
            <p:ph type="sldNum" sz="quarter" idx="12"/>
          </p:nvPr>
        </p:nvSpPr>
        <p:spPr/>
        <p:txBody>
          <a:bodyPr/>
          <a:lstStyle/>
          <a:p>
            <a:pPr algn="ctr"/>
            <a:fld id="{DD31AE6B-CDAB-407E-9BC6-E294FE5CDB12}" type="slidenum">
              <a:rPr lang="fr-FR" smtClean="0"/>
              <a:pPr algn="ctr"/>
              <a:t>4</a:t>
            </a:fld>
            <a:endParaRPr lang="fr-FR"/>
          </a:p>
        </p:txBody>
      </p:sp>
    </p:spTree>
    <p:extLst>
      <p:ext uri="{BB962C8B-B14F-4D97-AF65-F5344CB8AC3E}">
        <p14:creationId xmlns:p14="http://schemas.microsoft.com/office/powerpoint/2010/main" val="45493052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 fill="hold"/>
                                        <p:tgtEl>
                                          <p:spTgt spid="7"/>
                                        </p:tgtEl>
                                        <p:attrNameLst>
                                          <p:attrName>ppt_w</p:attrName>
                                        </p:attrNameLst>
                                      </p:cBhvr>
                                      <p:tavLst>
                                        <p:tav tm="0">
                                          <p:val>
                                            <p:fltVal val="0"/>
                                          </p:val>
                                        </p:tav>
                                        <p:tav tm="100000">
                                          <p:val>
                                            <p:strVal val="#ppt_w"/>
                                          </p:val>
                                        </p:tav>
                                      </p:tavLst>
                                    </p:anim>
                                    <p:anim calcmode="lin" valueType="num">
                                      <p:cBhvr>
                                        <p:cTn id="12" dur="10" fill="hold"/>
                                        <p:tgtEl>
                                          <p:spTgt spid="7"/>
                                        </p:tgtEl>
                                        <p:attrNameLst>
                                          <p:attrName>ppt_h</p:attrName>
                                        </p:attrNameLst>
                                      </p:cBhvr>
                                      <p:tavLst>
                                        <p:tav tm="0">
                                          <p:val>
                                            <p:fltVal val="0"/>
                                          </p:val>
                                        </p:tav>
                                        <p:tav tm="100000">
                                          <p:val>
                                            <p:strVal val="#ppt_h"/>
                                          </p:val>
                                        </p:tav>
                                      </p:tavLst>
                                    </p:anim>
                                    <p:anim calcmode="lin" valueType="num">
                                      <p:cBhvr>
                                        <p:cTn id="13" dur="10" fill="hold"/>
                                        <p:tgtEl>
                                          <p:spTgt spid="7"/>
                                        </p:tgtEl>
                                        <p:attrNameLst>
                                          <p:attrName>style.rotation</p:attrName>
                                        </p:attrNameLst>
                                      </p:cBhvr>
                                      <p:tavLst>
                                        <p:tav tm="0">
                                          <p:val>
                                            <p:fltVal val="90"/>
                                          </p:val>
                                        </p:tav>
                                        <p:tav tm="100000">
                                          <p:val>
                                            <p:fltVal val="0"/>
                                          </p:val>
                                        </p:tav>
                                      </p:tavLst>
                                    </p:anim>
                                    <p:animEffect transition="in" filter="fade">
                                      <p:cBhvr>
                                        <p:cTn id="14"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1" name="oval red">
            <a:extLst>
              <a:ext uri="{FF2B5EF4-FFF2-40B4-BE49-F238E27FC236}">
                <a16:creationId xmlns:a16="http://schemas.microsoft.com/office/drawing/2014/main" id="{A342C557-A307-EB60-9269-74BD427F51BA}"/>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2" name="oval blue">
            <a:extLst>
              <a:ext uri="{FF2B5EF4-FFF2-40B4-BE49-F238E27FC236}">
                <a16:creationId xmlns:a16="http://schemas.microsoft.com/office/drawing/2014/main" id="{C7677370-E817-91D5-AE50-2089B00EB9AF}"/>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9" name="Oval 18">
            <a:extLst>
              <a:ext uri="{FF2B5EF4-FFF2-40B4-BE49-F238E27FC236}">
                <a16:creationId xmlns:a16="http://schemas.microsoft.com/office/drawing/2014/main" id="{132041D9-54F3-1451-296E-945374E11AE8}"/>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val 19">
            <a:extLst>
              <a:ext uri="{FF2B5EF4-FFF2-40B4-BE49-F238E27FC236}">
                <a16:creationId xmlns:a16="http://schemas.microsoft.com/office/drawing/2014/main" id="{4F1D1B79-61F6-D357-E076-78A6C0F8BCA7}"/>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 21">
            <a:extLst>
              <a:ext uri="{FF2B5EF4-FFF2-40B4-BE49-F238E27FC236}">
                <a16:creationId xmlns:a16="http://schemas.microsoft.com/office/drawing/2014/main" id="{6678B80D-EA27-2C91-74A5-E83F487D7237}"/>
              </a:ext>
            </a:extLst>
          </p:cNvPr>
          <p:cNvGrpSpPr/>
          <p:nvPr/>
        </p:nvGrpSpPr>
        <p:grpSpPr>
          <a:xfrm>
            <a:off x="1379588" y="-270539"/>
            <a:ext cx="9432824" cy="5823896"/>
            <a:chOff x="1379588" y="-9283"/>
            <a:chExt cx="9432824" cy="5823896"/>
          </a:xfrm>
        </p:grpSpPr>
        <p:grpSp>
          <p:nvGrpSpPr>
            <p:cNvPr id="6" name="Group 5">
              <a:extLst>
                <a:ext uri="{FF2B5EF4-FFF2-40B4-BE49-F238E27FC236}">
                  <a16:creationId xmlns:a16="http://schemas.microsoft.com/office/drawing/2014/main" id="{55562578-499D-EA4E-8573-D324964170C1}"/>
                </a:ext>
              </a:extLst>
            </p:cNvPr>
            <p:cNvGrpSpPr/>
            <p:nvPr/>
          </p:nvGrpSpPr>
          <p:grpSpPr>
            <a:xfrm>
              <a:off x="1379588" y="-9283"/>
              <a:ext cx="9432824" cy="5823896"/>
              <a:chOff x="1160745" y="-363600"/>
              <a:chExt cx="9720000" cy="6001200"/>
            </a:xfrm>
          </p:grpSpPr>
          <p:sp useBgFill="1">
            <p:nvSpPr>
              <p:cNvPr id="8" name="Google Shape;344;p34">
                <a:extLst>
                  <a:ext uri="{FF2B5EF4-FFF2-40B4-BE49-F238E27FC236}">
                    <a16:creationId xmlns:a16="http://schemas.microsoft.com/office/drawing/2014/main" id="{00434BE0-493C-E138-4C8A-0AC685999F23}"/>
                  </a:ext>
                </a:extLst>
              </p:cNvPr>
              <p:cNvSpPr/>
              <p:nvPr/>
            </p:nvSpPr>
            <p:spPr>
              <a:xfrm>
                <a:off x="1160745" y="1220400"/>
                <a:ext cx="9720000" cy="4417200"/>
              </a:xfrm>
              <a:prstGeom prst="roundRect">
                <a:avLst>
                  <a:gd name="adj" fmla="val 11903"/>
                </a:avLst>
              </a:prstGeom>
              <a:ln w="19050" cap="flat" cmpd="sng">
                <a:solidFill>
                  <a:srgbClr val="D90429"/>
                </a:solidFill>
                <a:prstDash val="solid"/>
                <a:round/>
                <a:headEnd type="none" w="sm" len="sm"/>
                <a:tailEnd type="none" w="sm" len="sm"/>
              </a:ln>
              <a:effectLst>
                <a:outerShdw blurRad="142875" dist="19050" dir="5400000" algn="bl" rotWithShape="0">
                  <a:srgbClr val="EF233C">
                    <a:alpha val="90000"/>
                  </a:srgbClr>
                </a:outerShdw>
              </a:effectLst>
            </p:spPr>
            <p:txBody>
              <a:bodyPr spcFirstLastPara="1" wrap="square" lIns="91425" tIns="91425" rIns="91425" bIns="91425" anchor="ctr" anchorCtr="0">
                <a:noAutofit/>
              </a:bodyPr>
              <a:lstStyle/>
              <a:p>
                <a:pPr marL="0" lvl="0" indent="0" algn="l">
                  <a:spcBef>
                    <a:spcPts val="0"/>
                  </a:spcBef>
                  <a:spcAft>
                    <a:spcPts val="0"/>
                  </a:spcAft>
                  <a:buNone/>
                </a:pPr>
                <a:endParaRPr dirty="0"/>
              </a:p>
            </p:txBody>
          </p:sp>
          <p:grpSp>
            <p:nvGrpSpPr>
              <p:cNvPr id="9" name="Group 8">
                <a:extLst>
                  <a:ext uri="{FF2B5EF4-FFF2-40B4-BE49-F238E27FC236}">
                    <a16:creationId xmlns:a16="http://schemas.microsoft.com/office/drawing/2014/main" id="{E906A02B-9B35-384A-257B-C9A6AD651F3F}"/>
                  </a:ext>
                </a:extLst>
              </p:cNvPr>
              <p:cNvGrpSpPr/>
              <p:nvPr/>
            </p:nvGrpSpPr>
            <p:grpSpPr>
              <a:xfrm>
                <a:off x="3794234" y="-363600"/>
                <a:ext cx="252000" cy="1584000"/>
                <a:chOff x="3668234" y="-363600"/>
                <a:chExt cx="252000" cy="1584000"/>
              </a:xfrm>
              <a:effectLst>
                <a:outerShdw blurRad="63500" sx="102000" sy="102000" algn="ctr" rotWithShape="0">
                  <a:prstClr val="black">
                    <a:alpha val="40000"/>
                  </a:prstClr>
                </a:outerShdw>
              </a:effectLst>
            </p:grpSpPr>
            <p:sp>
              <p:nvSpPr>
                <p:cNvPr id="17" name="Oval 16">
                  <a:extLst>
                    <a:ext uri="{FF2B5EF4-FFF2-40B4-BE49-F238E27FC236}">
                      <a16:creationId xmlns:a16="http://schemas.microsoft.com/office/drawing/2014/main" id="{CE3A30F5-3F67-7ADD-6C8D-C6E9B439C8FF}"/>
                    </a:ext>
                  </a:extLst>
                </p:cNvPr>
                <p:cNvSpPr/>
                <p:nvPr/>
              </p:nvSpPr>
              <p:spPr>
                <a:xfrm>
                  <a:off x="3668234" y="968400"/>
                  <a:ext cx="252000" cy="25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18" name="Straight Connector 17">
                  <a:extLst>
                    <a:ext uri="{FF2B5EF4-FFF2-40B4-BE49-F238E27FC236}">
                      <a16:creationId xmlns:a16="http://schemas.microsoft.com/office/drawing/2014/main" id="{8EA0E9D2-A218-7EAB-1F4D-E40CC5FD8932}"/>
                    </a:ext>
                  </a:extLst>
                </p:cNvPr>
                <p:cNvCxnSpPr>
                  <a:cxnSpLocks/>
                </p:cNvCxnSpPr>
                <p:nvPr/>
              </p:nvCxnSpPr>
              <p:spPr>
                <a:xfrm>
                  <a:off x="3794234" y="-363600"/>
                  <a:ext cx="0" cy="1332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86B4CAC3-5477-F125-9E87-84FB6B96CFF6}"/>
                  </a:ext>
                </a:extLst>
              </p:cNvPr>
              <p:cNvGrpSpPr/>
              <p:nvPr/>
            </p:nvGrpSpPr>
            <p:grpSpPr>
              <a:xfrm>
                <a:off x="8019767" y="-363600"/>
                <a:ext cx="252000" cy="1584000"/>
                <a:chOff x="3668234" y="-363600"/>
                <a:chExt cx="252000" cy="1584000"/>
              </a:xfrm>
              <a:effectLst>
                <a:outerShdw blurRad="63500" sx="102000" sy="102000" algn="ctr" rotWithShape="0">
                  <a:prstClr val="black">
                    <a:alpha val="40000"/>
                  </a:prstClr>
                </a:outerShdw>
              </a:effectLst>
            </p:grpSpPr>
            <p:sp>
              <p:nvSpPr>
                <p:cNvPr id="15" name="Oval 14">
                  <a:extLst>
                    <a:ext uri="{FF2B5EF4-FFF2-40B4-BE49-F238E27FC236}">
                      <a16:creationId xmlns:a16="http://schemas.microsoft.com/office/drawing/2014/main" id="{1CD803DD-9913-77A2-8132-AC4F74617FB4}"/>
                    </a:ext>
                  </a:extLst>
                </p:cNvPr>
                <p:cNvSpPr/>
                <p:nvPr/>
              </p:nvSpPr>
              <p:spPr>
                <a:xfrm>
                  <a:off x="3668234" y="968400"/>
                  <a:ext cx="252000" cy="25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16" name="Straight Connector 15">
                  <a:extLst>
                    <a:ext uri="{FF2B5EF4-FFF2-40B4-BE49-F238E27FC236}">
                      <a16:creationId xmlns:a16="http://schemas.microsoft.com/office/drawing/2014/main" id="{BA2D1B79-E14C-E4B8-A43F-F4BAF1BE93F8}"/>
                    </a:ext>
                  </a:extLst>
                </p:cNvPr>
                <p:cNvCxnSpPr>
                  <a:cxnSpLocks/>
                </p:cNvCxnSpPr>
                <p:nvPr/>
              </p:nvCxnSpPr>
              <p:spPr>
                <a:xfrm>
                  <a:off x="3794234" y="-363600"/>
                  <a:ext cx="0" cy="1332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286380DF-D973-B000-D79F-1A9515680371}"/>
                  </a:ext>
                </a:extLst>
              </p:cNvPr>
              <p:cNvSpPr txBox="1"/>
              <p:nvPr/>
            </p:nvSpPr>
            <p:spPr>
              <a:xfrm>
                <a:off x="4284921" y="1693756"/>
                <a:ext cx="216939" cy="433726"/>
              </a:xfrm>
              <a:prstGeom prst="rect">
                <a:avLst/>
              </a:prstGeom>
              <a:noFill/>
            </p:spPr>
            <p:txBody>
              <a:bodyPr wrap="none" rtlCol="0">
                <a:spAutoFit/>
              </a:bodyPr>
              <a:lstStyle/>
              <a:p>
                <a:endParaRPr lang="fr-FR" dirty="0"/>
              </a:p>
            </p:txBody>
          </p:sp>
          <p:sp>
            <p:nvSpPr>
              <p:cNvPr id="14" name="TextBox 13">
                <a:extLst>
                  <a:ext uri="{FF2B5EF4-FFF2-40B4-BE49-F238E27FC236}">
                    <a16:creationId xmlns:a16="http://schemas.microsoft.com/office/drawing/2014/main" id="{E55D8726-15DF-A567-B75F-D182EDB239A0}"/>
                  </a:ext>
                </a:extLst>
              </p:cNvPr>
              <p:cNvSpPr txBox="1"/>
              <p:nvPr/>
            </p:nvSpPr>
            <p:spPr>
              <a:xfrm>
                <a:off x="4545518" y="1462925"/>
                <a:ext cx="3061126" cy="602578"/>
              </a:xfrm>
              <a:prstGeom prst="rect">
                <a:avLst/>
              </a:prstGeom>
              <a:noFill/>
            </p:spPr>
            <p:txBody>
              <a:bodyPr wrap="none" rtlCol="0">
                <a:spAutoFit/>
              </a:bodyPr>
              <a:lstStyle/>
              <a:p>
                <a:r>
                  <a:rPr lang="fr-FR" sz="3200" b="1" spc="300" dirty="0">
                    <a:solidFill>
                      <a:srgbClr val="D90429"/>
                    </a:solidFill>
                    <a:latin typeface="Nunito Sans" pitchFamily="2" charset="0"/>
                    <a:ea typeface="Noto Serif" panose="02020600060500020200" pitchFamily="18" charset="0"/>
                    <a:cs typeface="Noto Serif" panose="02020600060500020200" pitchFamily="18" charset="0"/>
                  </a:rPr>
                  <a:t>Introduction</a:t>
                </a:r>
                <a:endParaRPr lang="fr-FR" sz="3200" b="1" dirty="0">
                  <a:solidFill>
                    <a:srgbClr val="D90429"/>
                  </a:solidFill>
                  <a:latin typeface="Nunito Sans" pitchFamily="2" charset="0"/>
                  <a:ea typeface="Noto Serif" panose="02020600060500020200" pitchFamily="18" charset="0"/>
                  <a:cs typeface="Noto Serif" panose="02020600060500020200" pitchFamily="18" charset="0"/>
                </a:endParaRPr>
              </a:p>
            </p:txBody>
          </p:sp>
        </p:grpSp>
        <p:sp>
          <p:nvSpPr>
            <p:cNvPr id="21" name="TextBox 20">
              <a:extLst>
                <a:ext uri="{FF2B5EF4-FFF2-40B4-BE49-F238E27FC236}">
                  <a16:creationId xmlns:a16="http://schemas.microsoft.com/office/drawing/2014/main" id="{2BEFC18C-A6A3-749D-C4B0-5B45A145B58A}"/>
                </a:ext>
              </a:extLst>
            </p:cNvPr>
            <p:cNvSpPr txBox="1"/>
            <p:nvPr/>
          </p:nvSpPr>
          <p:spPr>
            <a:xfrm>
              <a:off x="1830000" y="2293625"/>
              <a:ext cx="8532000" cy="3456000"/>
            </a:xfrm>
            <a:prstGeom prst="rect">
              <a:avLst/>
            </a:prstGeom>
            <a:noFill/>
          </p:spPr>
          <p:txBody>
            <a:bodyPr wrap="square">
              <a:spAutoFit/>
            </a:bodyPr>
            <a:lstStyle/>
            <a:p>
              <a:pPr algn="just"/>
              <a:r>
                <a:rPr lang="fr-FR" sz="2200" kern="1200" dirty="0">
                  <a:solidFill>
                    <a:schemeClr val="bg1"/>
                  </a:solidFill>
                  <a:effectLst/>
                  <a:latin typeface="Oswald" pitchFamily="2" charset="0"/>
                  <a:cs typeface="Briem Hand" pitchFamily="2" charset="0"/>
                </a:rPr>
                <a:t>Le secteur du transport joue un rôle essentiel dans la mobilité des individus et des marchandises à l'échelle nationale. Afin d'optimiser l'expérience des voyageurs et d'améliorer l'efficacité des opérations, les sociétés de transport national doivent mettre en place </a:t>
              </a:r>
              <a:r>
                <a:rPr lang="fr-FR" sz="2200" kern="1200" dirty="0">
                  <a:solidFill>
                    <a:srgbClr val="EF233C"/>
                  </a:solidFill>
                  <a:effectLst/>
                  <a:latin typeface="Oswald" pitchFamily="2" charset="0"/>
                  <a:cs typeface="Briem Hand" pitchFamily="2" charset="0"/>
                </a:rPr>
                <a:t>des systèmes de gestion des réservations de sièges efficaces et conviviaux</a:t>
              </a:r>
              <a:r>
                <a:rPr lang="fr-FR" sz="2200" kern="1200" dirty="0">
                  <a:solidFill>
                    <a:schemeClr val="bg1"/>
                  </a:solidFill>
                  <a:effectLst/>
                  <a:latin typeface="Oswald" pitchFamily="2" charset="0"/>
                  <a:cs typeface="Briem Hand" pitchFamily="2" charset="0"/>
                </a:rPr>
                <a:t>.</a:t>
              </a:r>
            </a:p>
            <a:p>
              <a:pPr algn="just"/>
              <a:r>
                <a:rPr lang="fr-FR" sz="2200" kern="1200" dirty="0">
                  <a:solidFill>
                    <a:schemeClr val="bg1"/>
                  </a:solidFill>
                  <a:effectLst/>
                  <a:latin typeface="Oswald" pitchFamily="2" charset="0"/>
                  <a:cs typeface="Briem Hand" pitchFamily="2" charset="0"/>
                </a:rPr>
                <a:t>Notre projet  consiste à développer </a:t>
              </a:r>
              <a:r>
                <a:rPr lang="fr-FR" sz="2200" kern="1200" dirty="0">
                  <a:solidFill>
                    <a:srgbClr val="EF233C"/>
                  </a:solidFill>
                  <a:effectLst/>
                  <a:latin typeface="Oswald" pitchFamily="2" charset="0"/>
                  <a:cs typeface="Briem Hand" pitchFamily="2" charset="0"/>
                </a:rPr>
                <a:t>une application web de réservation de sièges de transport </a:t>
              </a:r>
              <a:r>
                <a:rPr lang="fr-FR" sz="2200" kern="1200" dirty="0">
                  <a:solidFill>
                    <a:schemeClr val="bg1"/>
                  </a:solidFill>
                  <a:effectLst/>
                  <a:latin typeface="Oswald" pitchFamily="2" charset="0"/>
                  <a:cs typeface="Briem Hand" pitchFamily="2" charset="0"/>
                </a:rPr>
                <a:t>pour les compagnies de transport bus au Maroc. Ce projet vise à améliorer la </a:t>
              </a:r>
              <a:r>
                <a:rPr lang="fr-FR" sz="2200" kern="1200" dirty="0">
                  <a:solidFill>
                    <a:srgbClr val="EF233C"/>
                  </a:solidFill>
                  <a:effectLst/>
                  <a:latin typeface="Oswald" pitchFamily="2" charset="0"/>
                  <a:cs typeface="Briem Hand" pitchFamily="2" charset="0"/>
                </a:rPr>
                <a:t>facilité</a:t>
              </a:r>
              <a:r>
                <a:rPr lang="fr-FR" sz="2200" kern="1200" dirty="0">
                  <a:solidFill>
                    <a:schemeClr val="bg1"/>
                  </a:solidFill>
                  <a:effectLst/>
                  <a:latin typeface="Oswald" pitchFamily="2" charset="0"/>
                  <a:cs typeface="Briem Hand" pitchFamily="2" charset="0"/>
                </a:rPr>
                <a:t> et la </a:t>
              </a:r>
              <a:r>
                <a:rPr lang="fr-FR" sz="2200" kern="1200" dirty="0">
                  <a:solidFill>
                    <a:srgbClr val="EF233C"/>
                  </a:solidFill>
                  <a:effectLst/>
                  <a:latin typeface="Oswald" pitchFamily="2" charset="0"/>
                  <a:cs typeface="Briem Hand" pitchFamily="2" charset="0"/>
                </a:rPr>
                <a:t>rapidité</a:t>
              </a:r>
              <a:r>
                <a:rPr lang="fr-FR" sz="2200" kern="1200" dirty="0">
                  <a:solidFill>
                    <a:schemeClr val="bg1"/>
                  </a:solidFill>
                  <a:effectLst/>
                  <a:latin typeface="Oswald" pitchFamily="2" charset="0"/>
                  <a:cs typeface="Briem Hand" pitchFamily="2" charset="0"/>
                </a:rPr>
                <a:t> du processus de réservation en ligne, tout en offrant une solution moderne et pratique aux voyageurs.</a:t>
              </a:r>
            </a:p>
            <a:p>
              <a:pPr algn="just"/>
              <a:endParaRPr lang="fr-FR" sz="2200" kern="1200" dirty="0">
                <a:solidFill>
                  <a:schemeClr val="bg1"/>
                </a:solidFill>
                <a:effectLst/>
                <a:latin typeface="Oswald" pitchFamily="2" charset="0"/>
                <a:cs typeface="Briem Hand" pitchFamily="2" charset="0"/>
              </a:endParaRPr>
            </a:p>
          </p:txBody>
        </p:sp>
      </p:grpSp>
      <p:sp>
        <p:nvSpPr>
          <p:cNvPr id="2" name="Slide Number Placeholder 1">
            <a:extLst>
              <a:ext uri="{FF2B5EF4-FFF2-40B4-BE49-F238E27FC236}">
                <a16:creationId xmlns:a16="http://schemas.microsoft.com/office/drawing/2014/main" id="{47F923A7-CCB8-1538-5A31-EC8AF2C50414}"/>
              </a:ext>
            </a:extLst>
          </p:cNvPr>
          <p:cNvSpPr>
            <a:spLocks noGrp="1"/>
          </p:cNvSpPr>
          <p:nvPr>
            <p:ph type="sldNum" sz="quarter" idx="12"/>
          </p:nvPr>
        </p:nvSpPr>
        <p:spPr/>
        <p:txBody>
          <a:bodyPr/>
          <a:lstStyle/>
          <a:p>
            <a:pPr algn="ctr"/>
            <a:fld id="{DD31AE6B-CDAB-407E-9BC6-E294FE5CDB12}" type="slidenum">
              <a:rPr lang="fr-FR" smtClean="0"/>
              <a:pPr algn="ctr"/>
              <a:t>5</a:t>
            </a:fld>
            <a:endParaRPr lang="fr-FR"/>
          </a:p>
        </p:txBody>
      </p:sp>
      <p:sp>
        <p:nvSpPr>
          <p:cNvPr id="3" name="Rectangle: Rounded Corners 2">
            <a:extLst>
              <a:ext uri="{FF2B5EF4-FFF2-40B4-BE49-F238E27FC236}">
                <a16:creationId xmlns:a16="http://schemas.microsoft.com/office/drawing/2014/main" id="{10AED896-7558-F32B-17FE-CC9E0B742396}"/>
              </a:ext>
            </a:extLst>
          </p:cNvPr>
          <p:cNvSpPr/>
          <p:nvPr/>
        </p:nvSpPr>
        <p:spPr>
          <a:xfrm rot="2571227">
            <a:off x="11567899" y="6340911"/>
            <a:ext cx="396000" cy="396000"/>
          </a:xfrm>
          <a:prstGeom prst="roundRect">
            <a:avLst/>
          </a:prstGeom>
          <a:noFill/>
          <a:ln w="38100">
            <a:gradFill>
              <a:gsLst>
                <a:gs pos="20000">
                  <a:srgbClr val="E63946"/>
                </a:gs>
                <a:gs pos="80000">
                  <a:srgbClr val="D9042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99199856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62500">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14:bounceEnd="62500">
                                          <p:cBhvr additive="base">
                                            <p:cTn id="7" dur="2000" fill="hold"/>
                                            <p:tgtEl>
                                              <p:spTgt spid="22"/>
                                            </p:tgtEl>
                                            <p:attrNameLst>
                                              <p:attrName>ppt_x</p:attrName>
                                            </p:attrNameLst>
                                          </p:cBhvr>
                                          <p:tavLst>
                                            <p:tav tm="0">
                                              <p:val>
                                                <p:strVal val="#ppt_x"/>
                                              </p:val>
                                            </p:tav>
                                            <p:tav tm="100000">
                                              <p:val>
                                                <p:strVal val="#ppt_x"/>
                                              </p:val>
                                            </p:tav>
                                          </p:tavLst>
                                        </p:anim>
                                        <p:anim calcmode="lin" valueType="num" p14:bounceEnd="62500">
                                          <p:cBhvr additive="base">
                                            <p:cTn id="8" dur="20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2000" fill="hold"/>
                                            <p:tgtEl>
                                              <p:spTgt spid="22"/>
                                            </p:tgtEl>
                                            <p:attrNameLst>
                                              <p:attrName>ppt_x</p:attrName>
                                            </p:attrNameLst>
                                          </p:cBhvr>
                                          <p:tavLst>
                                            <p:tav tm="0">
                                              <p:val>
                                                <p:strVal val="#ppt_x"/>
                                              </p:val>
                                            </p:tav>
                                            <p:tav tm="100000">
                                              <p:val>
                                                <p:strVal val="#ppt_x"/>
                                              </p:val>
                                            </p:tav>
                                          </p:tavLst>
                                        </p:anim>
                                        <p:anim calcmode="lin" valueType="num">
                                          <p:cBhvr additive="base">
                                            <p:cTn id="8" dur="20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2BF13DFA-168B-9505-6B6D-AF65476A3273}"/>
              </a:ext>
            </a:extLst>
          </p:cNvPr>
          <p:cNvSpPr txBox="1"/>
          <p:nvPr/>
        </p:nvSpPr>
        <p:spPr>
          <a:xfrm>
            <a:off x="5340000" y="3341870"/>
            <a:ext cx="1512000" cy="1080000"/>
          </a:xfrm>
          <a:prstGeom prst="rect">
            <a:avLst/>
          </a:prstGeom>
          <a:noFill/>
        </p:spPr>
        <p:txBody>
          <a:bodyPr wrap="square">
            <a:spAutoFit/>
          </a:bodyPr>
          <a:lstStyle/>
          <a:p>
            <a:pPr algn="ctr"/>
            <a:r>
              <a:rPr lang="fr-FR" sz="2800" spc="300" dirty="0">
                <a:solidFill>
                  <a:schemeClr val="bg1"/>
                </a:solidFill>
                <a:latin typeface="Oswald" pitchFamily="2" charset="0"/>
              </a:rPr>
              <a:t>Nos Objectif</a:t>
            </a:r>
          </a:p>
        </p:txBody>
      </p:sp>
      <p:sp>
        <p:nvSpPr>
          <p:cNvPr id="6" name="Rectangle 5">
            <a:extLst>
              <a:ext uri="{FF2B5EF4-FFF2-40B4-BE49-F238E27FC236}">
                <a16:creationId xmlns:a16="http://schemas.microsoft.com/office/drawing/2014/main" id="{5BCE3CF1-D57B-7B32-FBEF-40A3E6CA8966}"/>
              </a:ext>
            </a:extLst>
          </p:cNvPr>
          <p:cNvSpPr/>
          <p:nvPr/>
        </p:nvSpPr>
        <p:spPr>
          <a:xfrm>
            <a:off x="0" y="1"/>
            <a:ext cx="12192000" cy="6858000"/>
          </a:xfrm>
          <a:prstGeom prst="rect">
            <a:avLst/>
          </a:prstGeom>
          <a:gradFill flip="none" rotWithShape="1">
            <a:gsLst>
              <a:gs pos="0">
                <a:srgbClr val="2A2D32"/>
              </a:gs>
              <a:gs pos="100000">
                <a:srgbClr val="030303"/>
              </a:gs>
            </a:gsLst>
            <a:path path="circle">
              <a:fillToRect l="50000" t="50000" r="50000" b="50000"/>
            </a:path>
            <a:tileRect/>
          </a:gradFill>
          <a:ln>
            <a:noFill/>
          </a:ln>
          <a:effectLst>
            <a:outerShdw blurRad="3175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red">
            <a:extLst>
              <a:ext uri="{FF2B5EF4-FFF2-40B4-BE49-F238E27FC236}">
                <a16:creationId xmlns:a16="http://schemas.microsoft.com/office/drawing/2014/main" id="{A342C557-A307-EB60-9269-74BD427F51BA}"/>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2" name="oval blue">
            <a:extLst>
              <a:ext uri="{FF2B5EF4-FFF2-40B4-BE49-F238E27FC236}">
                <a16:creationId xmlns:a16="http://schemas.microsoft.com/office/drawing/2014/main" id="{C7677370-E817-91D5-AE50-2089B00EB9AF}"/>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9" name="Oval 18">
            <a:extLst>
              <a:ext uri="{FF2B5EF4-FFF2-40B4-BE49-F238E27FC236}">
                <a16:creationId xmlns:a16="http://schemas.microsoft.com/office/drawing/2014/main" id="{132041D9-54F3-1451-296E-945374E11AE8}"/>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val 19">
            <a:extLst>
              <a:ext uri="{FF2B5EF4-FFF2-40B4-BE49-F238E27FC236}">
                <a16:creationId xmlns:a16="http://schemas.microsoft.com/office/drawing/2014/main" id="{4F1D1B79-61F6-D357-E076-78A6C0F8BCA7}"/>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242;p32">
            <a:extLst>
              <a:ext uri="{FF2B5EF4-FFF2-40B4-BE49-F238E27FC236}">
                <a16:creationId xmlns:a16="http://schemas.microsoft.com/office/drawing/2014/main" id="{44860BA1-C393-5625-5282-D27901164968}"/>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Contexte Générale</a:t>
            </a:r>
          </a:p>
          <a:p>
            <a:pPr>
              <a:spcBef>
                <a:spcPts val="0"/>
              </a:spcBef>
            </a:pPr>
            <a:endParaRPr lang="fr-FR" dirty="0">
              <a:solidFill>
                <a:schemeClr val="bg1"/>
              </a:solidFill>
              <a:latin typeface="Oswald" pitchFamily="2" charset="0"/>
            </a:endParaRPr>
          </a:p>
        </p:txBody>
      </p:sp>
      <p:grpSp>
        <p:nvGrpSpPr>
          <p:cNvPr id="5" name="Groupe 40">
            <a:extLst>
              <a:ext uri="{FF2B5EF4-FFF2-40B4-BE49-F238E27FC236}">
                <a16:creationId xmlns:a16="http://schemas.microsoft.com/office/drawing/2014/main" id="{800E32B6-ECCF-B7CF-8034-757AEFB9AA26}"/>
              </a:ext>
            </a:extLst>
          </p:cNvPr>
          <p:cNvGrpSpPr/>
          <p:nvPr/>
        </p:nvGrpSpPr>
        <p:grpSpPr>
          <a:xfrm>
            <a:off x="2106596" y="1326234"/>
            <a:ext cx="4895167" cy="343022"/>
            <a:chOff x="1814736" y="1246862"/>
            <a:chExt cx="4895167" cy="343022"/>
          </a:xfrm>
        </p:grpSpPr>
        <p:sp>
          <p:nvSpPr>
            <p:cNvPr id="7" name="Oval 17">
              <a:extLst>
                <a:ext uri="{FF2B5EF4-FFF2-40B4-BE49-F238E27FC236}">
                  <a16:creationId xmlns:a16="http://schemas.microsoft.com/office/drawing/2014/main" id="{DD2B90B5-C36E-8C33-72B4-081305C27879}"/>
                </a:ext>
              </a:extLst>
            </p:cNvPr>
            <p:cNvSpPr/>
            <p:nvPr/>
          </p:nvSpPr>
          <p:spPr>
            <a:xfrm>
              <a:off x="1814736" y="1386369"/>
              <a:ext cx="59913" cy="64008"/>
            </a:xfrm>
            <a:prstGeom prst="ellipse">
              <a:avLst/>
            </a:prstGeom>
            <a:solidFill>
              <a:srgbClr val="D90429"/>
            </a:solidFill>
            <a:ln>
              <a:solidFill>
                <a:srgbClr val="EF233C"/>
              </a:solidFill>
            </a:ln>
            <a:effectLst>
              <a:glow rad="63500">
                <a:schemeClr val="accent3">
                  <a:satMod val="175000"/>
                  <a:alpha val="24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303;p33">
              <a:extLst>
                <a:ext uri="{FF2B5EF4-FFF2-40B4-BE49-F238E27FC236}">
                  <a16:creationId xmlns:a16="http://schemas.microsoft.com/office/drawing/2014/main" id="{2DEB4D67-5C53-B333-12BB-617D5D97DF6E}"/>
                </a:ext>
              </a:extLst>
            </p:cNvPr>
            <p:cNvSpPr txBox="1">
              <a:spLocks/>
            </p:cNvSpPr>
            <p:nvPr/>
          </p:nvSpPr>
          <p:spPr>
            <a:xfrm>
              <a:off x="1993903" y="1246862"/>
              <a:ext cx="4716000" cy="34302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400"/>
                <a:buFont typeface="Oswald"/>
                <a:buNone/>
                <a:defRPr sz="3400" b="0"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algn="l"/>
              <a:r>
                <a:rPr lang="fr-FR" sz="3200" dirty="0">
                  <a:solidFill>
                    <a:schemeClr val="bg1"/>
                  </a:solidFill>
                </a:rPr>
                <a:t>Nos Objectif</a:t>
              </a:r>
              <a:endParaRPr lang="fr-FR" sz="3600" dirty="0">
                <a:solidFill>
                  <a:schemeClr val="bg1"/>
                </a:solidFill>
              </a:endParaRPr>
            </a:p>
            <a:p>
              <a:pPr algn="l"/>
              <a:endParaRPr lang="fr-FR" sz="3200" dirty="0"/>
            </a:p>
            <a:p>
              <a:pPr algn="l"/>
              <a:endParaRPr lang="fr-FR" sz="2600" dirty="0"/>
            </a:p>
          </p:txBody>
        </p:sp>
      </p:grpSp>
      <p:sp>
        <p:nvSpPr>
          <p:cNvPr id="35" name="Freeform: Shape 34">
            <a:extLst>
              <a:ext uri="{FF2B5EF4-FFF2-40B4-BE49-F238E27FC236}">
                <a16:creationId xmlns:a16="http://schemas.microsoft.com/office/drawing/2014/main" id="{A1873FFB-5381-60C0-162C-4AB190CA6654}"/>
              </a:ext>
            </a:extLst>
          </p:cNvPr>
          <p:cNvSpPr/>
          <p:nvPr/>
        </p:nvSpPr>
        <p:spPr>
          <a:xfrm>
            <a:off x="16821144" y="-1962787"/>
            <a:ext cx="2604307" cy="1800002"/>
          </a:xfrm>
          <a:custGeom>
            <a:avLst/>
            <a:gdLst>
              <a:gd name="connsiteX0" fmla="*/ 1800001 w 2604307"/>
              <a:gd name="connsiteY0" fmla="*/ 0 h 1800002"/>
              <a:gd name="connsiteX1" fmla="*/ 2591376 w 2604307"/>
              <a:gd name="connsiteY1" fmla="*/ 942013 h 1800002"/>
              <a:gd name="connsiteX2" fmla="*/ 2604307 w 2604307"/>
              <a:gd name="connsiteY2" fmla="*/ 995696 h 1800002"/>
              <a:gd name="connsiteX3" fmla="*/ 2500642 w 2604307"/>
              <a:gd name="connsiteY3" fmla="*/ 970728 h 1800002"/>
              <a:gd name="connsiteX4" fmla="*/ 1800001 w 2604307"/>
              <a:gd name="connsiteY4" fmla="*/ 900001 h 1800002"/>
              <a:gd name="connsiteX5" fmla="*/ 1099360 w 2604307"/>
              <a:gd name="connsiteY5" fmla="*/ 970728 h 1800002"/>
              <a:gd name="connsiteX6" fmla="*/ 995696 w 2604307"/>
              <a:gd name="connsiteY6" fmla="*/ 995696 h 1800002"/>
              <a:gd name="connsiteX7" fmla="*/ 1008626 w 2604307"/>
              <a:gd name="connsiteY7" fmla="*/ 942013 h 1800002"/>
              <a:gd name="connsiteX8" fmla="*/ 1333319 w 2604307"/>
              <a:gd name="connsiteY8" fmla="*/ 260592 h 1800002"/>
              <a:gd name="connsiteX9" fmla="*/ 1439617 w 2604307"/>
              <a:gd name="connsiteY9" fmla="*/ 150112 h 1800002"/>
              <a:gd name="connsiteX10" fmla="*/ 1439617 w 2604307"/>
              <a:gd name="connsiteY10" fmla="*/ 150112 h 1800002"/>
              <a:gd name="connsiteX11" fmla="*/ 1008625 w 2604307"/>
              <a:gd name="connsiteY11" fmla="*/ 942014 h 1800002"/>
              <a:gd name="connsiteX12" fmla="*/ 995695 w 2604307"/>
              <a:gd name="connsiteY12" fmla="*/ 995697 h 1800002"/>
              <a:gd name="connsiteX13" fmla="*/ 942013 w 2604307"/>
              <a:gd name="connsiteY13" fmla="*/ 1008627 h 1800002"/>
              <a:gd name="connsiteX14" fmla="*/ 9293 w 2604307"/>
              <a:gd name="connsiteY14" fmla="*/ 1707982 h 1800002"/>
              <a:gd name="connsiteX15" fmla="*/ 0 w 2604307"/>
              <a:gd name="connsiteY15" fmla="*/ 1800002 h 1800002"/>
              <a:gd name="connsiteX16" fmla="*/ 0 w 2604307"/>
              <a:gd name="connsiteY16" fmla="*/ 1800001 h 1800002"/>
              <a:gd name="connsiteX17" fmla="*/ 1615961 w 2604307"/>
              <a:gd name="connsiteY17" fmla="*/ 9294 h 1800002"/>
              <a:gd name="connsiteX18" fmla="*/ 1799952 w 2604307"/>
              <a:gd name="connsiteY18" fmla="*/ 4 h 180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04307" h="1800002">
                <a:moveTo>
                  <a:pt x="1800001" y="0"/>
                </a:moveTo>
                <a:cubicBezTo>
                  <a:pt x="2141727" y="0"/>
                  <a:pt x="2438971" y="380908"/>
                  <a:pt x="2591376" y="942013"/>
                </a:cubicBezTo>
                <a:lnTo>
                  <a:pt x="2604307" y="995696"/>
                </a:lnTo>
                <a:lnTo>
                  <a:pt x="2500642" y="970728"/>
                </a:lnTo>
                <a:cubicBezTo>
                  <a:pt x="2285294" y="925185"/>
                  <a:pt x="2048529" y="900001"/>
                  <a:pt x="1800001" y="900001"/>
                </a:cubicBezTo>
                <a:cubicBezTo>
                  <a:pt x="1551473" y="900001"/>
                  <a:pt x="1314709" y="925185"/>
                  <a:pt x="1099360" y="970728"/>
                </a:cubicBezTo>
                <a:lnTo>
                  <a:pt x="995696" y="995696"/>
                </a:lnTo>
                <a:lnTo>
                  <a:pt x="1008626" y="942013"/>
                </a:lnTo>
                <a:cubicBezTo>
                  <a:pt x="1084829" y="661461"/>
                  <a:pt x="1197242" y="425957"/>
                  <a:pt x="1333319" y="260592"/>
                </a:cubicBezTo>
                <a:lnTo>
                  <a:pt x="1439617" y="150112"/>
                </a:lnTo>
                <a:lnTo>
                  <a:pt x="1439617" y="150112"/>
                </a:lnTo>
                <a:cubicBezTo>
                  <a:pt x="1255710" y="311022"/>
                  <a:pt x="1103879" y="591324"/>
                  <a:pt x="1008625" y="942014"/>
                </a:cubicBezTo>
                <a:lnTo>
                  <a:pt x="995695" y="995697"/>
                </a:lnTo>
                <a:lnTo>
                  <a:pt x="942013" y="1008627"/>
                </a:lnTo>
                <a:cubicBezTo>
                  <a:pt x="431917" y="1147178"/>
                  <a:pt x="70745" y="1405429"/>
                  <a:pt x="9293" y="1707982"/>
                </a:cubicBezTo>
                <a:lnTo>
                  <a:pt x="0" y="1800002"/>
                </a:lnTo>
                <a:lnTo>
                  <a:pt x="0" y="1800001"/>
                </a:lnTo>
                <a:cubicBezTo>
                  <a:pt x="0" y="868020"/>
                  <a:pt x="708299" y="101472"/>
                  <a:pt x="1615961" y="9294"/>
                </a:cubicBezTo>
                <a:lnTo>
                  <a:pt x="1799952" y="4"/>
                </a:lnTo>
                <a:close/>
              </a:path>
            </a:pathLst>
          </a:custGeom>
          <a:solidFill>
            <a:srgbClr val="22223B"/>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reeform: Shape 35">
            <a:extLst>
              <a:ext uri="{FF2B5EF4-FFF2-40B4-BE49-F238E27FC236}">
                <a16:creationId xmlns:a16="http://schemas.microsoft.com/office/drawing/2014/main" id="{56AA6782-D340-976B-F849-6891F3E803F8}"/>
              </a:ext>
            </a:extLst>
          </p:cNvPr>
          <p:cNvSpPr/>
          <p:nvPr/>
        </p:nvSpPr>
        <p:spPr>
          <a:xfrm>
            <a:off x="-2211122" y="-2157931"/>
            <a:ext cx="1800000" cy="2604304"/>
          </a:xfrm>
          <a:custGeom>
            <a:avLst/>
            <a:gdLst>
              <a:gd name="connsiteX0" fmla="*/ 995695 w 1800000"/>
              <a:gd name="connsiteY0" fmla="*/ 0 h 2604304"/>
              <a:gd name="connsiteX1" fmla="*/ 970727 w 1800000"/>
              <a:gd name="connsiteY1" fmla="*/ 103663 h 2604304"/>
              <a:gd name="connsiteX2" fmla="*/ 900000 w 1800000"/>
              <a:gd name="connsiteY2" fmla="*/ 804304 h 2604304"/>
              <a:gd name="connsiteX3" fmla="*/ 970727 w 1800000"/>
              <a:gd name="connsiteY3" fmla="*/ 1504945 h 2604304"/>
              <a:gd name="connsiteX4" fmla="*/ 995696 w 1800000"/>
              <a:gd name="connsiteY4" fmla="*/ 1608610 h 2604304"/>
              <a:gd name="connsiteX5" fmla="*/ 1008625 w 1800000"/>
              <a:gd name="connsiteY5" fmla="*/ 1662291 h 2604304"/>
              <a:gd name="connsiteX6" fmla="*/ 1800000 w 1800000"/>
              <a:gd name="connsiteY6" fmla="*/ 2604304 h 2604304"/>
              <a:gd name="connsiteX7" fmla="*/ 9293 w 1800000"/>
              <a:gd name="connsiteY7" fmla="*/ 988344 h 2604304"/>
              <a:gd name="connsiteX8" fmla="*/ 0 w 1800000"/>
              <a:gd name="connsiteY8" fmla="*/ 804306 h 2604304"/>
              <a:gd name="connsiteX9" fmla="*/ 0 w 1800000"/>
              <a:gd name="connsiteY9" fmla="*/ 804305 h 2604304"/>
              <a:gd name="connsiteX10" fmla="*/ 9293 w 1800000"/>
              <a:gd name="connsiteY10" fmla="*/ 712285 h 2604304"/>
              <a:gd name="connsiteX11" fmla="*/ 942013 w 1800000"/>
              <a:gd name="connsiteY11" fmla="*/ 12930 h 260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0000" h="2604304">
                <a:moveTo>
                  <a:pt x="995695" y="0"/>
                </a:moveTo>
                <a:lnTo>
                  <a:pt x="970727" y="103663"/>
                </a:lnTo>
                <a:cubicBezTo>
                  <a:pt x="925184" y="319012"/>
                  <a:pt x="900000" y="555776"/>
                  <a:pt x="900000" y="804304"/>
                </a:cubicBezTo>
                <a:cubicBezTo>
                  <a:pt x="900000" y="1052832"/>
                  <a:pt x="925184" y="1289597"/>
                  <a:pt x="970727" y="1504945"/>
                </a:cubicBezTo>
                <a:lnTo>
                  <a:pt x="995696" y="1608610"/>
                </a:lnTo>
                <a:lnTo>
                  <a:pt x="1008625" y="1662291"/>
                </a:lnTo>
                <a:cubicBezTo>
                  <a:pt x="1161031" y="2223397"/>
                  <a:pt x="1458274" y="2604304"/>
                  <a:pt x="1800000" y="2604304"/>
                </a:cubicBezTo>
                <a:cubicBezTo>
                  <a:pt x="868019" y="2604304"/>
                  <a:pt x="101471" y="1896005"/>
                  <a:pt x="9293" y="988344"/>
                </a:cubicBezTo>
                <a:lnTo>
                  <a:pt x="0" y="804306"/>
                </a:lnTo>
                <a:lnTo>
                  <a:pt x="0" y="804305"/>
                </a:lnTo>
                <a:lnTo>
                  <a:pt x="9293" y="712285"/>
                </a:lnTo>
                <a:cubicBezTo>
                  <a:pt x="70745" y="409732"/>
                  <a:pt x="431917" y="151481"/>
                  <a:pt x="942013" y="12930"/>
                </a:cubicBezTo>
                <a:close/>
              </a:path>
            </a:pathLst>
          </a:custGeom>
          <a:solidFill>
            <a:srgbClr val="4A4E69"/>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reeform: Shape 36">
            <a:extLst>
              <a:ext uri="{FF2B5EF4-FFF2-40B4-BE49-F238E27FC236}">
                <a16:creationId xmlns:a16="http://schemas.microsoft.com/office/drawing/2014/main" id="{BE7590F5-E1E9-0B96-97F5-8503ABF26320}"/>
              </a:ext>
            </a:extLst>
          </p:cNvPr>
          <p:cNvSpPr/>
          <p:nvPr/>
        </p:nvSpPr>
        <p:spPr>
          <a:xfrm>
            <a:off x="-6148928" y="6195483"/>
            <a:ext cx="2604303" cy="1799998"/>
          </a:xfrm>
          <a:custGeom>
            <a:avLst/>
            <a:gdLst>
              <a:gd name="connsiteX0" fmla="*/ 2604303 w 2604303"/>
              <a:gd name="connsiteY0" fmla="*/ 0 h 1799998"/>
              <a:gd name="connsiteX1" fmla="*/ 2595010 w 2604303"/>
              <a:gd name="connsiteY1" fmla="*/ 184038 h 1799998"/>
              <a:gd name="connsiteX2" fmla="*/ 976987 w 2604303"/>
              <a:gd name="connsiteY2" fmla="*/ 1791822 h 1799998"/>
              <a:gd name="connsiteX3" fmla="*/ 804306 w 2604303"/>
              <a:gd name="connsiteY3" fmla="*/ 1799998 h 1799998"/>
              <a:gd name="connsiteX4" fmla="*/ 804304 w 2604303"/>
              <a:gd name="connsiteY4" fmla="*/ 1799998 h 1799998"/>
              <a:gd name="connsiteX5" fmla="*/ 804304 w 2604303"/>
              <a:gd name="connsiteY5" fmla="*/ 1799998 h 1799998"/>
              <a:gd name="connsiteX6" fmla="*/ 804303 w 2604303"/>
              <a:gd name="connsiteY6" fmla="*/ 1799998 h 1799998"/>
              <a:gd name="connsiteX7" fmla="*/ 804304 w 2604303"/>
              <a:gd name="connsiteY7" fmla="*/ 1799998 h 1799998"/>
              <a:gd name="connsiteX8" fmla="*/ 740776 w 2604303"/>
              <a:gd name="connsiteY8" fmla="*/ 1795584 h 1799998"/>
              <a:gd name="connsiteX9" fmla="*/ 12929 w 2604303"/>
              <a:gd name="connsiteY9" fmla="*/ 857985 h 1799998"/>
              <a:gd name="connsiteX10" fmla="*/ 0 w 2604303"/>
              <a:gd name="connsiteY10" fmla="*/ 804304 h 1799998"/>
              <a:gd name="connsiteX11" fmla="*/ 103663 w 2604303"/>
              <a:gd name="connsiteY11" fmla="*/ 829273 h 1799998"/>
              <a:gd name="connsiteX12" fmla="*/ 804304 w 2604303"/>
              <a:gd name="connsiteY12" fmla="*/ 899999 h 1799998"/>
              <a:gd name="connsiteX13" fmla="*/ 1504945 w 2604303"/>
              <a:gd name="connsiteY13" fmla="*/ 829273 h 1799998"/>
              <a:gd name="connsiteX14" fmla="*/ 1608608 w 2604303"/>
              <a:gd name="connsiteY14" fmla="*/ 804305 h 1799998"/>
              <a:gd name="connsiteX15" fmla="*/ 1608608 w 2604303"/>
              <a:gd name="connsiteY15" fmla="*/ 804304 h 1799998"/>
              <a:gd name="connsiteX16" fmla="*/ 1662290 w 2604303"/>
              <a:gd name="connsiteY16" fmla="*/ 791374 h 1799998"/>
              <a:gd name="connsiteX17" fmla="*/ 2595010 w 2604303"/>
              <a:gd name="connsiteY17" fmla="*/ 92019 h 179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04303" h="1799998">
                <a:moveTo>
                  <a:pt x="2604303" y="0"/>
                </a:moveTo>
                <a:lnTo>
                  <a:pt x="2595010" y="184038"/>
                </a:lnTo>
                <a:cubicBezTo>
                  <a:pt x="2508593" y="1034970"/>
                  <a:pt x="1829468" y="1710682"/>
                  <a:pt x="976987" y="1791822"/>
                </a:cubicBezTo>
                <a:lnTo>
                  <a:pt x="804306" y="1799998"/>
                </a:lnTo>
                <a:lnTo>
                  <a:pt x="804304" y="1799998"/>
                </a:lnTo>
                <a:lnTo>
                  <a:pt x="804304" y="1799998"/>
                </a:lnTo>
                <a:lnTo>
                  <a:pt x="804303" y="1799998"/>
                </a:lnTo>
                <a:lnTo>
                  <a:pt x="804304" y="1799998"/>
                </a:lnTo>
                <a:lnTo>
                  <a:pt x="740776" y="1795584"/>
                </a:lnTo>
                <a:cubicBezTo>
                  <a:pt x="425989" y="1751681"/>
                  <a:pt x="155810" y="1384022"/>
                  <a:pt x="12929" y="857985"/>
                </a:cubicBezTo>
                <a:lnTo>
                  <a:pt x="0" y="804304"/>
                </a:lnTo>
                <a:lnTo>
                  <a:pt x="103663" y="829273"/>
                </a:lnTo>
                <a:cubicBezTo>
                  <a:pt x="319012" y="874815"/>
                  <a:pt x="555776" y="899999"/>
                  <a:pt x="804304" y="899999"/>
                </a:cubicBezTo>
                <a:cubicBezTo>
                  <a:pt x="1052832" y="899999"/>
                  <a:pt x="1289597" y="874815"/>
                  <a:pt x="1504945" y="829273"/>
                </a:cubicBezTo>
                <a:lnTo>
                  <a:pt x="1608608" y="804305"/>
                </a:lnTo>
                <a:lnTo>
                  <a:pt x="1608608" y="804304"/>
                </a:lnTo>
                <a:lnTo>
                  <a:pt x="1662290" y="791374"/>
                </a:lnTo>
                <a:cubicBezTo>
                  <a:pt x="2172386" y="652824"/>
                  <a:pt x="2533558" y="394572"/>
                  <a:pt x="2595010" y="92019"/>
                </a:cubicBezTo>
                <a:close/>
              </a:path>
            </a:pathLst>
          </a:custGeom>
          <a:solidFill>
            <a:srgbClr val="9A8C98"/>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reeform: Shape 37">
            <a:extLst>
              <a:ext uri="{FF2B5EF4-FFF2-40B4-BE49-F238E27FC236}">
                <a16:creationId xmlns:a16="http://schemas.microsoft.com/office/drawing/2014/main" id="{2F9DEE93-A1FF-DD05-DBAF-D76044D35275}"/>
              </a:ext>
            </a:extLst>
          </p:cNvPr>
          <p:cNvSpPr/>
          <p:nvPr/>
        </p:nvSpPr>
        <p:spPr>
          <a:xfrm>
            <a:off x="13092216" y="5182291"/>
            <a:ext cx="1800001" cy="2604305"/>
          </a:xfrm>
          <a:custGeom>
            <a:avLst/>
            <a:gdLst>
              <a:gd name="connsiteX0" fmla="*/ 0 w 1800001"/>
              <a:gd name="connsiteY0" fmla="*/ 0 h 2604305"/>
              <a:gd name="connsiteX1" fmla="*/ 1790707 w 1800001"/>
              <a:gd name="connsiteY1" fmla="*/ 1615961 h 2604305"/>
              <a:gd name="connsiteX2" fmla="*/ 1799999 w 1800001"/>
              <a:gd name="connsiteY2" fmla="*/ 1799980 h 2604305"/>
              <a:gd name="connsiteX3" fmla="*/ 1800001 w 1800001"/>
              <a:gd name="connsiteY3" fmla="*/ 1800000 h 2604305"/>
              <a:gd name="connsiteX4" fmla="*/ 1800001 w 1800001"/>
              <a:gd name="connsiteY4" fmla="*/ 1800001 h 2604305"/>
              <a:gd name="connsiteX5" fmla="*/ 1790708 w 1800001"/>
              <a:gd name="connsiteY5" fmla="*/ 1892020 h 2604305"/>
              <a:gd name="connsiteX6" fmla="*/ 857988 w 1800001"/>
              <a:gd name="connsiteY6" fmla="*/ 2591375 h 2604305"/>
              <a:gd name="connsiteX7" fmla="*/ 804306 w 1800001"/>
              <a:gd name="connsiteY7" fmla="*/ 2604305 h 2604305"/>
              <a:gd name="connsiteX8" fmla="*/ 829275 w 1800001"/>
              <a:gd name="connsiteY8" fmla="*/ 2500640 h 2604305"/>
              <a:gd name="connsiteX9" fmla="*/ 900001 w 1800001"/>
              <a:gd name="connsiteY9" fmla="*/ 1799999 h 2604305"/>
              <a:gd name="connsiteX10" fmla="*/ 829275 w 1800001"/>
              <a:gd name="connsiteY10" fmla="*/ 1099358 h 2604305"/>
              <a:gd name="connsiteX11" fmla="*/ 804308 w 1800001"/>
              <a:gd name="connsiteY11" fmla="*/ 995696 h 2604305"/>
              <a:gd name="connsiteX12" fmla="*/ 804306 w 1800001"/>
              <a:gd name="connsiteY12" fmla="*/ 995696 h 2604305"/>
              <a:gd name="connsiteX13" fmla="*/ 791375 w 1800001"/>
              <a:gd name="connsiteY13" fmla="*/ 942013 h 2604305"/>
              <a:gd name="connsiteX14" fmla="*/ 0 w 1800001"/>
              <a:gd name="connsiteY14" fmla="*/ 0 h 260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0001" h="2604305">
                <a:moveTo>
                  <a:pt x="0" y="0"/>
                </a:moveTo>
                <a:cubicBezTo>
                  <a:pt x="931981" y="0"/>
                  <a:pt x="1698529" y="708299"/>
                  <a:pt x="1790707" y="1615961"/>
                </a:cubicBezTo>
                <a:lnTo>
                  <a:pt x="1799999" y="1799980"/>
                </a:lnTo>
                <a:lnTo>
                  <a:pt x="1800001" y="1800000"/>
                </a:lnTo>
                <a:lnTo>
                  <a:pt x="1800001" y="1800001"/>
                </a:lnTo>
                <a:lnTo>
                  <a:pt x="1790708" y="1892020"/>
                </a:lnTo>
                <a:cubicBezTo>
                  <a:pt x="1729256" y="2194573"/>
                  <a:pt x="1368084" y="2452825"/>
                  <a:pt x="857988" y="2591375"/>
                </a:cubicBezTo>
                <a:lnTo>
                  <a:pt x="804306" y="2604305"/>
                </a:lnTo>
                <a:lnTo>
                  <a:pt x="829275" y="2500640"/>
                </a:lnTo>
                <a:cubicBezTo>
                  <a:pt x="874817" y="2285292"/>
                  <a:pt x="900001" y="2048527"/>
                  <a:pt x="900001" y="1799999"/>
                </a:cubicBezTo>
                <a:cubicBezTo>
                  <a:pt x="900001" y="1551471"/>
                  <a:pt x="874817" y="1314707"/>
                  <a:pt x="829275" y="1099358"/>
                </a:cubicBezTo>
                <a:lnTo>
                  <a:pt x="804308" y="995696"/>
                </a:lnTo>
                <a:lnTo>
                  <a:pt x="804306" y="995696"/>
                </a:lnTo>
                <a:lnTo>
                  <a:pt x="791375" y="942013"/>
                </a:lnTo>
                <a:cubicBezTo>
                  <a:pt x="638970" y="380908"/>
                  <a:pt x="341726" y="0"/>
                  <a:pt x="0" y="0"/>
                </a:cubicBezTo>
                <a:close/>
              </a:path>
            </a:pathLst>
          </a:custGeom>
          <a:solidFill>
            <a:srgbClr val="EF233C"/>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pic>
        <p:nvPicPr>
          <p:cNvPr id="48" name="Graphic 47">
            <a:extLst>
              <a:ext uri="{FF2B5EF4-FFF2-40B4-BE49-F238E27FC236}">
                <a16:creationId xmlns:a16="http://schemas.microsoft.com/office/drawing/2014/main" id="{42A87F8D-0FD5-3083-42D8-B42CB78EC290}"/>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4124826" y="6694290"/>
            <a:ext cx="576000" cy="576000"/>
          </a:xfrm>
          <a:prstGeom prst="rect">
            <a:avLst/>
          </a:prstGeom>
        </p:spPr>
      </p:pic>
      <p:pic>
        <p:nvPicPr>
          <p:cNvPr id="50" name="Graphic 49">
            <a:extLst>
              <a:ext uri="{FF2B5EF4-FFF2-40B4-BE49-F238E27FC236}">
                <a16:creationId xmlns:a16="http://schemas.microsoft.com/office/drawing/2014/main" id="{2D7B5027-9B19-392E-3CA6-D5DE3C2C7F4F}"/>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2008491" y="-1599473"/>
            <a:ext cx="648000" cy="648000"/>
          </a:xfrm>
          <a:prstGeom prst="rect">
            <a:avLst/>
          </a:prstGeom>
        </p:spPr>
      </p:pic>
      <p:pic>
        <p:nvPicPr>
          <p:cNvPr id="54" name="Graphic 53">
            <a:extLst>
              <a:ext uri="{FF2B5EF4-FFF2-40B4-BE49-F238E27FC236}">
                <a16:creationId xmlns:a16="http://schemas.microsoft.com/office/drawing/2014/main" id="{253040DC-62DD-35A7-FB5D-86A0EAB0587A}"/>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746865">
            <a:off x="18299278" y="-1810130"/>
            <a:ext cx="648000" cy="648000"/>
          </a:xfrm>
          <a:prstGeom prst="rect">
            <a:avLst/>
          </a:prstGeom>
        </p:spPr>
      </p:pic>
      <p:pic>
        <p:nvPicPr>
          <p:cNvPr id="56" name="Graphic 55">
            <a:extLst>
              <a:ext uri="{FF2B5EF4-FFF2-40B4-BE49-F238E27FC236}">
                <a16:creationId xmlns:a16="http://schemas.microsoft.com/office/drawing/2014/main" id="{4E833283-8AAF-FF43-E661-BAD85F1794B6}"/>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5602777" y="7193171"/>
            <a:ext cx="612000" cy="612000"/>
          </a:xfrm>
          <a:prstGeom prst="rect">
            <a:avLst/>
          </a:prstGeom>
        </p:spPr>
      </p:pic>
      <p:sp>
        <p:nvSpPr>
          <p:cNvPr id="57" name="TextBox 56">
            <a:extLst>
              <a:ext uri="{FF2B5EF4-FFF2-40B4-BE49-F238E27FC236}">
                <a16:creationId xmlns:a16="http://schemas.microsoft.com/office/drawing/2014/main" id="{03FB5B44-E703-6DD8-F402-EE68A98C544F}"/>
              </a:ext>
            </a:extLst>
          </p:cNvPr>
          <p:cNvSpPr txBox="1"/>
          <p:nvPr/>
        </p:nvSpPr>
        <p:spPr>
          <a:xfrm>
            <a:off x="14268794" y="-1891967"/>
            <a:ext cx="828000" cy="864000"/>
          </a:xfrm>
          <a:prstGeom prst="rect">
            <a:avLst/>
          </a:prstGeom>
          <a:noFill/>
        </p:spPr>
        <p:txBody>
          <a:bodyPr wrap="square">
            <a:spAutoFit/>
          </a:bodyPr>
          <a:lstStyle/>
          <a:p>
            <a:pPr algn="ctr"/>
            <a:r>
              <a:rPr lang="fr-FR" sz="4800" dirty="0">
                <a:solidFill>
                  <a:srgbClr val="22223B"/>
                </a:solidFill>
                <a:effectLst>
                  <a:innerShdw blurRad="317500">
                    <a:srgbClr val="41455C"/>
                  </a:innerShdw>
                </a:effectLst>
                <a:latin typeface="Oswald" pitchFamily="2" charset="0"/>
                <a:ea typeface="Open Sans" panose="020B0606030504020204" pitchFamily="34" charset="0"/>
                <a:cs typeface="Open Sans" panose="020B0606030504020204" pitchFamily="34" charset="0"/>
              </a:rPr>
              <a:t>01</a:t>
            </a:r>
            <a:endParaRPr lang="fr-FR" sz="7200" dirty="0">
              <a:solidFill>
                <a:srgbClr val="22223B"/>
              </a:solidFill>
              <a:effectLst>
                <a:innerShdw blurRad="317500">
                  <a:srgbClr val="41455C"/>
                </a:innerShdw>
              </a:effectLst>
              <a:latin typeface="Oswald" pitchFamily="2" charset="0"/>
              <a:ea typeface="Open Sans" panose="020B0606030504020204" pitchFamily="34" charset="0"/>
              <a:cs typeface="Open Sans" panose="020B0606030504020204" pitchFamily="34" charset="0"/>
            </a:endParaRPr>
          </a:p>
        </p:txBody>
      </p:sp>
      <p:sp>
        <p:nvSpPr>
          <p:cNvPr id="58" name="TextBox 57">
            <a:extLst>
              <a:ext uri="{FF2B5EF4-FFF2-40B4-BE49-F238E27FC236}">
                <a16:creationId xmlns:a16="http://schemas.microsoft.com/office/drawing/2014/main" id="{3F7C7FF0-AA44-A42D-4362-843F2E3F7EC9}"/>
              </a:ext>
            </a:extLst>
          </p:cNvPr>
          <p:cNvSpPr txBox="1"/>
          <p:nvPr/>
        </p:nvSpPr>
        <p:spPr>
          <a:xfrm>
            <a:off x="16473553" y="5253110"/>
            <a:ext cx="828000" cy="864000"/>
          </a:xfrm>
          <a:prstGeom prst="rect">
            <a:avLst/>
          </a:prstGeom>
          <a:noFill/>
        </p:spPr>
        <p:txBody>
          <a:bodyPr wrap="square">
            <a:spAutoFit/>
          </a:bodyPr>
          <a:lstStyle/>
          <a:p>
            <a:pPr algn="ctr"/>
            <a:r>
              <a:rPr lang="fr-FR" sz="4800" dirty="0">
                <a:solidFill>
                  <a:srgbClr val="D92036"/>
                </a:solidFill>
                <a:latin typeface="Oswald" pitchFamily="2" charset="0"/>
                <a:ea typeface="Open Sans" panose="020B0606030504020204" pitchFamily="34" charset="0"/>
                <a:cs typeface="Open Sans" panose="020B0606030504020204" pitchFamily="34" charset="0"/>
              </a:rPr>
              <a:t>02</a:t>
            </a:r>
            <a:endParaRPr lang="fr-FR" sz="7200" dirty="0">
              <a:solidFill>
                <a:srgbClr val="D92036"/>
              </a:solidFill>
              <a:latin typeface="Oswald" pitchFamily="2" charset="0"/>
              <a:ea typeface="Open Sans" panose="020B0606030504020204" pitchFamily="34" charset="0"/>
              <a:cs typeface="Open Sans" panose="020B0606030504020204" pitchFamily="34" charset="0"/>
            </a:endParaRPr>
          </a:p>
        </p:txBody>
      </p:sp>
      <p:sp>
        <p:nvSpPr>
          <p:cNvPr id="59" name="TextBox 58">
            <a:extLst>
              <a:ext uri="{FF2B5EF4-FFF2-40B4-BE49-F238E27FC236}">
                <a16:creationId xmlns:a16="http://schemas.microsoft.com/office/drawing/2014/main" id="{EDC55049-9869-6CBA-EB62-CA3C5FAD98B0}"/>
              </a:ext>
            </a:extLst>
          </p:cNvPr>
          <p:cNvSpPr txBox="1"/>
          <p:nvPr/>
        </p:nvSpPr>
        <p:spPr>
          <a:xfrm>
            <a:off x="-4763472" y="-1065627"/>
            <a:ext cx="828000" cy="864000"/>
          </a:xfrm>
          <a:prstGeom prst="rect">
            <a:avLst/>
          </a:prstGeom>
          <a:noFill/>
        </p:spPr>
        <p:txBody>
          <a:bodyPr wrap="square">
            <a:spAutoFit/>
          </a:bodyPr>
          <a:lstStyle/>
          <a:p>
            <a:pPr algn="ctr"/>
            <a:r>
              <a:rPr lang="fr-FR" sz="4800" dirty="0">
                <a:solidFill>
                  <a:srgbClr val="41455C"/>
                </a:solidFill>
                <a:latin typeface="Oswald" pitchFamily="2" charset="0"/>
                <a:ea typeface="Open Sans" panose="020B0606030504020204" pitchFamily="34" charset="0"/>
                <a:cs typeface="Open Sans" panose="020B0606030504020204" pitchFamily="34" charset="0"/>
              </a:rPr>
              <a:t>03</a:t>
            </a:r>
            <a:endParaRPr lang="fr-FR" sz="7200" dirty="0">
              <a:solidFill>
                <a:srgbClr val="41455C"/>
              </a:solidFill>
              <a:latin typeface="Oswald" pitchFamily="2" charset="0"/>
              <a:ea typeface="Open Sans" panose="020B0606030504020204" pitchFamily="34" charset="0"/>
              <a:cs typeface="Open Sans" panose="020B0606030504020204" pitchFamily="34" charset="0"/>
            </a:endParaRPr>
          </a:p>
        </p:txBody>
      </p:sp>
      <p:sp>
        <p:nvSpPr>
          <p:cNvPr id="60" name="TextBox 59">
            <a:extLst>
              <a:ext uri="{FF2B5EF4-FFF2-40B4-BE49-F238E27FC236}">
                <a16:creationId xmlns:a16="http://schemas.microsoft.com/office/drawing/2014/main" id="{9421533A-5205-5656-A127-B6E173DFECB1}"/>
              </a:ext>
            </a:extLst>
          </p:cNvPr>
          <p:cNvSpPr txBox="1"/>
          <p:nvPr/>
        </p:nvSpPr>
        <p:spPr>
          <a:xfrm>
            <a:off x="-1963288" y="6483481"/>
            <a:ext cx="828000" cy="864000"/>
          </a:xfrm>
          <a:prstGeom prst="rect">
            <a:avLst/>
          </a:prstGeom>
          <a:noFill/>
        </p:spPr>
        <p:txBody>
          <a:bodyPr wrap="square">
            <a:spAutoFit/>
          </a:bodyPr>
          <a:lstStyle/>
          <a:p>
            <a:pPr algn="ctr"/>
            <a:r>
              <a:rPr lang="fr-FR" sz="4800" dirty="0">
                <a:solidFill>
                  <a:srgbClr val="857983"/>
                </a:solidFill>
                <a:latin typeface="Oswald" pitchFamily="2" charset="0"/>
                <a:ea typeface="Open Sans" panose="020B0606030504020204" pitchFamily="34" charset="0"/>
                <a:cs typeface="Open Sans" panose="020B0606030504020204" pitchFamily="34" charset="0"/>
              </a:rPr>
              <a:t>04</a:t>
            </a:r>
            <a:endParaRPr lang="fr-FR" sz="7200" dirty="0">
              <a:solidFill>
                <a:srgbClr val="857983"/>
              </a:solidFill>
              <a:latin typeface="Oswald" pitchFamily="2" charset="0"/>
              <a:ea typeface="Open Sans" panose="020B0606030504020204" pitchFamily="34" charset="0"/>
              <a:cs typeface="Open Sans" panose="020B0606030504020204" pitchFamily="34" charset="0"/>
            </a:endParaRPr>
          </a:p>
        </p:txBody>
      </p:sp>
      <p:sp>
        <p:nvSpPr>
          <p:cNvPr id="62" name="TextBox 61">
            <a:extLst>
              <a:ext uri="{FF2B5EF4-FFF2-40B4-BE49-F238E27FC236}">
                <a16:creationId xmlns:a16="http://schemas.microsoft.com/office/drawing/2014/main" id="{42F6CC62-427C-D51F-396F-5716DAABBB7F}"/>
              </a:ext>
            </a:extLst>
          </p:cNvPr>
          <p:cNvSpPr txBox="1"/>
          <p:nvPr/>
        </p:nvSpPr>
        <p:spPr>
          <a:xfrm>
            <a:off x="12993130" y="-1066664"/>
            <a:ext cx="3600000" cy="1107996"/>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Faciliter la réservation des sièges de transport en ligne</a:t>
            </a:r>
            <a:endParaRPr lang="fr-FR" sz="2200" spc="300" dirty="0">
              <a:solidFill>
                <a:schemeClr val="bg1"/>
              </a:solidFill>
              <a:latin typeface="Oswald" pitchFamily="2" charset="0"/>
            </a:endParaRPr>
          </a:p>
        </p:txBody>
      </p:sp>
      <p:sp>
        <p:nvSpPr>
          <p:cNvPr id="63" name="TextBox 62">
            <a:extLst>
              <a:ext uri="{FF2B5EF4-FFF2-40B4-BE49-F238E27FC236}">
                <a16:creationId xmlns:a16="http://schemas.microsoft.com/office/drawing/2014/main" id="{F8830145-CF33-4598-BC65-D9F3D4E5C119}"/>
              </a:ext>
            </a:extLst>
          </p:cNvPr>
          <p:cNvSpPr txBox="1"/>
          <p:nvPr/>
        </p:nvSpPr>
        <p:spPr>
          <a:xfrm>
            <a:off x="15120230" y="6078413"/>
            <a:ext cx="3600000" cy="1107996"/>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Réduire les temps d'attente et améliorer l'expérience utilisateur</a:t>
            </a:r>
            <a:endParaRPr lang="fr-FR" sz="2200" spc="300" dirty="0">
              <a:solidFill>
                <a:schemeClr val="bg1"/>
              </a:solidFill>
              <a:latin typeface="Oswald" pitchFamily="2" charset="0"/>
            </a:endParaRPr>
          </a:p>
        </p:txBody>
      </p:sp>
      <p:sp>
        <p:nvSpPr>
          <p:cNvPr id="64" name="TextBox 63">
            <a:extLst>
              <a:ext uri="{FF2B5EF4-FFF2-40B4-BE49-F238E27FC236}">
                <a16:creationId xmlns:a16="http://schemas.microsoft.com/office/drawing/2014/main" id="{593E243F-D29B-294D-17C7-590197812EB3}"/>
              </a:ext>
            </a:extLst>
          </p:cNvPr>
          <p:cNvSpPr txBox="1"/>
          <p:nvPr/>
        </p:nvSpPr>
        <p:spPr>
          <a:xfrm>
            <a:off x="-6039136" y="-179569"/>
            <a:ext cx="3600000" cy="1446550"/>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Fournir des informations précises sur les horaires et la disponibilité des sièges</a:t>
            </a:r>
            <a:endParaRPr lang="fr-FR" sz="2200" spc="300" dirty="0">
              <a:solidFill>
                <a:schemeClr val="bg1"/>
              </a:solidFill>
              <a:latin typeface="Oswald" pitchFamily="2" charset="0"/>
            </a:endParaRPr>
          </a:p>
        </p:txBody>
      </p:sp>
      <p:sp>
        <p:nvSpPr>
          <p:cNvPr id="65" name="TextBox 64">
            <a:extLst>
              <a:ext uri="{FF2B5EF4-FFF2-40B4-BE49-F238E27FC236}">
                <a16:creationId xmlns:a16="http://schemas.microsoft.com/office/drawing/2014/main" id="{43E87B97-A896-E95D-D2AD-499123D1C3CC}"/>
              </a:ext>
            </a:extLst>
          </p:cNvPr>
          <p:cNvSpPr txBox="1"/>
          <p:nvPr/>
        </p:nvSpPr>
        <p:spPr>
          <a:xfrm>
            <a:off x="-3349288" y="7369539"/>
            <a:ext cx="3600000" cy="1107996"/>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Assurer la sécurité et la fiabilité des transactions en ligne</a:t>
            </a:r>
            <a:endParaRPr lang="fr-FR" sz="2200" spc="300" dirty="0">
              <a:solidFill>
                <a:schemeClr val="bg1"/>
              </a:solidFill>
              <a:latin typeface="Oswald" pitchFamily="2" charset="0"/>
            </a:endParaRPr>
          </a:p>
        </p:txBody>
      </p:sp>
      <p:sp>
        <p:nvSpPr>
          <p:cNvPr id="8" name="Google Shape;312;p33">
            <a:extLst>
              <a:ext uri="{FF2B5EF4-FFF2-40B4-BE49-F238E27FC236}">
                <a16:creationId xmlns:a16="http://schemas.microsoft.com/office/drawing/2014/main" id="{3A334AAC-2493-14AD-87FF-387171AB9527}"/>
              </a:ext>
            </a:extLst>
          </p:cNvPr>
          <p:cNvSpPr/>
          <p:nvPr/>
        </p:nvSpPr>
        <p:spPr>
          <a:xfrm>
            <a:off x="376003" y="429130"/>
            <a:ext cx="1011666" cy="897104"/>
          </a:xfrm>
          <a:prstGeom prst="ellipse">
            <a:avLst/>
          </a:prstGeom>
          <a:solidFill>
            <a:srgbClr val="D90429"/>
          </a:solidFill>
          <a:ln w="28575" cap="flat" cmpd="sng">
            <a:noFill/>
            <a:prstDash val="solid"/>
            <a:round/>
            <a:headEnd type="none" w="sm" len="sm"/>
            <a:tailEnd type="none" w="sm" len="sm"/>
          </a:ln>
          <a:effectLst>
            <a:outerShdw blurRad="114300" dist="19050" dir="5400000" algn="bl" rotWithShape="0">
              <a:srgbClr val="EF233C">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9" name="Google Shape;243;p32">
            <a:extLst>
              <a:ext uri="{FF2B5EF4-FFF2-40B4-BE49-F238E27FC236}">
                <a16:creationId xmlns:a16="http://schemas.microsoft.com/office/drawing/2014/main" id="{A33B0CCB-F2C5-1DCD-721C-C64C53645D11}"/>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01</a:t>
            </a:r>
            <a:endParaRPr lang="en" dirty="0">
              <a:solidFill>
                <a:schemeClr val="bg1"/>
              </a:solidFill>
              <a:latin typeface="Oswald ExtraLight" pitchFamily="2" charset="0"/>
            </a:endParaRPr>
          </a:p>
        </p:txBody>
      </p:sp>
      <p:sp>
        <p:nvSpPr>
          <p:cNvPr id="3" name="Slide Number Placeholder 2">
            <a:extLst>
              <a:ext uri="{FF2B5EF4-FFF2-40B4-BE49-F238E27FC236}">
                <a16:creationId xmlns:a16="http://schemas.microsoft.com/office/drawing/2014/main" id="{2C974F79-BB14-FC8A-DCA6-554E35795302}"/>
              </a:ext>
            </a:extLst>
          </p:cNvPr>
          <p:cNvSpPr>
            <a:spLocks noGrp="1"/>
          </p:cNvSpPr>
          <p:nvPr>
            <p:ph type="sldNum" sz="quarter" idx="12"/>
          </p:nvPr>
        </p:nvSpPr>
        <p:spPr/>
        <p:txBody>
          <a:bodyPr/>
          <a:lstStyle/>
          <a:p>
            <a:pPr algn="ctr"/>
            <a:fld id="{DD31AE6B-CDAB-407E-9BC6-E294FE5CDB12}" type="slidenum">
              <a:rPr lang="fr-FR" smtClean="0"/>
              <a:pPr algn="ctr"/>
              <a:t>6</a:t>
            </a:fld>
            <a:endParaRPr lang="fr-FR"/>
          </a:p>
        </p:txBody>
      </p:sp>
      <p:sp>
        <p:nvSpPr>
          <p:cNvPr id="4" name="Rectangle: Rounded Corners 3">
            <a:extLst>
              <a:ext uri="{FF2B5EF4-FFF2-40B4-BE49-F238E27FC236}">
                <a16:creationId xmlns:a16="http://schemas.microsoft.com/office/drawing/2014/main" id="{9F49E6A1-1145-0E92-DF1B-64E2920DCB6F}"/>
              </a:ext>
            </a:extLst>
          </p:cNvPr>
          <p:cNvSpPr/>
          <p:nvPr/>
        </p:nvSpPr>
        <p:spPr>
          <a:xfrm rot="2571227">
            <a:off x="11567899" y="6340911"/>
            <a:ext cx="396000" cy="396000"/>
          </a:xfrm>
          <a:prstGeom prst="roundRect">
            <a:avLst/>
          </a:prstGeom>
          <a:noFill/>
          <a:ln w="38100">
            <a:gradFill>
              <a:gsLst>
                <a:gs pos="20000">
                  <a:srgbClr val="E63946"/>
                </a:gs>
                <a:gs pos="80000">
                  <a:srgbClr val="D9042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26264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0EA9B795-57A6-3DAA-70F9-B907F2494382}"/>
              </a:ext>
            </a:extLst>
          </p:cNvPr>
          <p:cNvSpPr/>
          <p:nvPr/>
        </p:nvSpPr>
        <p:spPr>
          <a:xfrm>
            <a:off x="0" y="1"/>
            <a:ext cx="12192000" cy="6858000"/>
          </a:xfrm>
          <a:prstGeom prst="rect">
            <a:avLst/>
          </a:prstGeom>
          <a:gradFill flip="none" rotWithShape="1">
            <a:gsLst>
              <a:gs pos="0">
                <a:srgbClr val="2A2D32"/>
              </a:gs>
              <a:gs pos="100000">
                <a:srgbClr val="030303"/>
              </a:gs>
            </a:gsLst>
            <a:path path="circle">
              <a:fillToRect l="50000" t="50000" r="50000" b="50000"/>
            </a:path>
            <a:tileRect/>
          </a:gradFill>
          <a:ln>
            <a:noFill/>
          </a:ln>
          <a:effectLst>
            <a:outerShdw blurRad="3175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val red">
            <a:extLst>
              <a:ext uri="{FF2B5EF4-FFF2-40B4-BE49-F238E27FC236}">
                <a16:creationId xmlns:a16="http://schemas.microsoft.com/office/drawing/2014/main" id="{A342C557-A307-EB60-9269-74BD427F51BA}"/>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2" name="oval blue">
            <a:extLst>
              <a:ext uri="{FF2B5EF4-FFF2-40B4-BE49-F238E27FC236}">
                <a16:creationId xmlns:a16="http://schemas.microsoft.com/office/drawing/2014/main" id="{C7677370-E817-91D5-AE50-2089B00EB9AF}"/>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9" name="Oval 18">
            <a:extLst>
              <a:ext uri="{FF2B5EF4-FFF2-40B4-BE49-F238E27FC236}">
                <a16:creationId xmlns:a16="http://schemas.microsoft.com/office/drawing/2014/main" id="{132041D9-54F3-1451-296E-945374E11AE8}"/>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val 19">
            <a:extLst>
              <a:ext uri="{FF2B5EF4-FFF2-40B4-BE49-F238E27FC236}">
                <a16:creationId xmlns:a16="http://schemas.microsoft.com/office/drawing/2014/main" id="{4F1D1B79-61F6-D357-E076-78A6C0F8BCA7}"/>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242;p32">
            <a:extLst>
              <a:ext uri="{FF2B5EF4-FFF2-40B4-BE49-F238E27FC236}">
                <a16:creationId xmlns:a16="http://schemas.microsoft.com/office/drawing/2014/main" id="{44860BA1-C393-5625-5282-D27901164968}"/>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Contexte Générale</a:t>
            </a:r>
          </a:p>
          <a:p>
            <a:pPr>
              <a:spcBef>
                <a:spcPts val="0"/>
              </a:spcBef>
            </a:pPr>
            <a:endParaRPr lang="fr-FR" dirty="0">
              <a:solidFill>
                <a:schemeClr val="bg1"/>
              </a:solidFill>
              <a:latin typeface="Oswald" pitchFamily="2" charset="0"/>
            </a:endParaRPr>
          </a:p>
        </p:txBody>
      </p:sp>
      <p:sp>
        <p:nvSpPr>
          <p:cNvPr id="3" name="Google Shape;312;p33">
            <a:extLst>
              <a:ext uri="{FF2B5EF4-FFF2-40B4-BE49-F238E27FC236}">
                <a16:creationId xmlns:a16="http://schemas.microsoft.com/office/drawing/2014/main" id="{3D3ECD1B-45BA-5918-1BDA-FF2AFB535536}"/>
              </a:ext>
            </a:extLst>
          </p:cNvPr>
          <p:cNvSpPr/>
          <p:nvPr/>
        </p:nvSpPr>
        <p:spPr>
          <a:xfrm>
            <a:off x="376003" y="429130"/>
            <a:ext cx="1011666" cy="897104"/>
          </a:xfrm>
          <a:prstGeom prst="ellipse">
            <a:avLst/>
          </a:prstGeom>
          <a:solidFill>
            <a:srgbClr val="D90429"/>
          </a:solidFill>
          <a:ln w="28575" cap="flat" cmpd="sng">
            <a:noFill/>
            <a:prstDash val="solid"/>
            <a:round/>
            <a:headEnd type="none" w="sm" len="sm"/>
            <a:tailEnd type="none" w="sm" len="sm"/>
          </a:ln>
          <a:effectLst>
            <a:outerShdw blurRad="114300" dist="19050" dir="5400000" algn="bl" rotWithShape="0">
              <a:srgbClr val="EF233C">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4" name="Google Shape;243;p32">
            <a:extLst>
              <a:ext uri="{FF2B5EF4-FFF2-40B4-BE49-F238E27FC236}">
                <a16:creationId xmlns:a16="http://schemas.microsoft.com/office/drawing/2014/main" id="{965860E9-1539-6050-D329-7B09BB6CEEE8}"/>
              </a:ext>
            </a:extLst>
          </p:cNvPr>
          <p:cNvSpPr txBox="1">
            <a:spLocks/>
          </p:cNvSpPr>
          <p:nvPr/>
        </p:nvSpPr>
        <p:spPr>
          <a:xfrm>
            <a:off x="655799"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 sz="4000" dirty="0">
                <a:solidFill>
                  <a:schemeClr val="bg1"/>
                </a:solidFill>
                <a:latin typeface="Oswald ExtraLight" pitchFamily="2" charset="0"/>
              </a:rPr>
              <a:t>01</a:t>
            </a:r>
            <a:endParaRPr lang="en" dirty="0">
              <a:solidFill>
                <a:schemeClr val="bg1"/>
              </a:solidFill>
              <a:latin typeface="Oswald ExtraLight" pitchFamily="2" charset="0"/>
            </a:endParaRPr>
          </a:p>
        </p:txBody>
      </p:sp>
      <p:grpSp>
        <p:nvGrpSpPr>
          <p:cNvPr id="5" name="Groupe 40">
            <a:extLst>
              <a:ext uri="{FF2B5EF4-FFF2-40B4-BE49-F238E27FC236}">
                <a16:creationId xmlns:a16="http://schemas.microsoft.com/office/drawing/2014/main" id="{800E32B6-ECCF-B7CF-8034-757AEFB9AA26}"/>
              </a:ext>
            </a:extLst>
          </p:cNvPr>
          <p:cNvGrpSpPr/>
          <p:nvPr/>
        </p:nvGrpSpPr>
        <p:grpSpPr>
          <a:xfrm>
            <a:off x="2106596" y="1326234"/>
            <a:ext cx="4895167" cy="343022"/>
            <a:chOff x="1814736" y="1246862"/>
            <a:chExt cx="4895167" cy="343022"/>
          </a:xfrm>
        </p:grpSpPr>
        <p:sp>
          <p:nvSpPr>
            <p:cNvPr id="7" name="Oval 17">
              <a:extLst>
                <a:ext uri="{FF2B5EF4-FFF2-40B4-BE49-F238E27FC236}">
                  <a16:creationId xmlns:a16="http://schemas.microsoft.com/office/drawing/2014/main" id="{DD2B90B5-C36E-8C33-72B4-081305C27879}"/>
                </a:ext>
              </a:extLst>
            </p:cNvPr>
            <p:cNvSpPr/>
            <p:nvPr/>
          </p:nvSpPr>
          <p:spPr>
            <a:xfrm>
              <a:off x="1814736" y="1386369"/>
              <a:ext cx="59913" cy="64008"/>
            </a:xfrm>
            <a:prstGeom prst="ellipse">
              <a:avLst/>
            </a:prstGeom>
            <a:solidFill>
              <a:srgbClr val="D90429"/>
            </a:solidFill>
            <a:ln>
              <a:solidFill>
                <a:srgbClr val="EF233C"/>
              </a:solidFill>
            </a:ln>
            <a:effectLst>
              <a:glow rad="63500">
                <a:schemeClr val="accent3">
                  <a:satMod val="175000"/>
                  <a:alpha val="24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303;p33">
              <a:extLst>
                <a:ext uri="{FF2B5EF4-FFF2-40B4-BE49-F238E27FC236}">
                  <a16:creationId xmlns:a16="http://schemas.microsoft.com/office/drawing/2014/main" id="{2DEB4D67-5C53-B333-12BB-617D5D97DF6E}"/>
                </a:ext>
              </a:extLst>
            </p:cNvPr>
            <p:cNvSpPr txBox="1">
              <a:spLocks/>
            </p:cNvSpPr>
            <p:nvPr/>
          </p:nvSpPr>
          <p:spPr>
            <a:xfrm>
              <a:off x="1993903" y="1246862"/>
              <a:ext cx="4716000" cy="34302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400"/>
                <a:buFont typeface="Oswald"/>
                <a:buNone/>
                <a:defRPr sz="3400" b="0"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algn="l"/>
              <a:r>
                <a:rPr lang="fr-FR" sz="3200" dirty="0">
                  <a:solidFill>
                    <a:schemeClr val="bg1"/>
                  </a:solidFill>
                </a:rPr>
                <a:t>Nos Objectif</a:t>
              </a:r>
              <a:endParaRPr lang="fr-FR" sz="3600" dirty="0">
                <a:solidFill>
                  <a:schemeClr val="bg1"/>
                </a:solidFill>
              </a:endParaRPr>
            </a:p>
            <a:p>
              <a:pPr algn="l"/>
              <a:endParaRPr lang="fr-FR" sz="3200" dirty="0"/>
            </a:p>
            <a:p>
              <a:pPr algn="l"/>
              <a:endParaRPr lang="fr-FR" sz="2600" dirty="0"/>
            </a:p>
          </p:txBody>
        </p:sp>
      </p:grpSp>
      <p:sp>
        <p:nvSpPr>
          <p:cNvPr id="35" name="Freeform: Shape 34">
            <a:extLst>
              <a:ext uri="{FF2B5EF4-FFF2-40B4-BE49-F238E27FC236}">
                <a16:creationId xmlns:a16="http://schemas.microsoft.com/office/drawing/2014/main" id="{A1873FFB-5381-60C0-162C-4AB190CA6654}"/>
              </a:ext>
            </a:extLst>
          </p:cNvPr>
          <p:cNvSpPr/>
          <p:nvPr/>
        </p:nvSpPr>
        <p:spPr>
          <a:xfrm>
            <a:off x="4296000" y="2077584"/>
            <a:ext cx="2604307" cy="1800002"/>
          </a:xfrm>
          <a:custGeom>
            <a:avLst/>
            <a:gdLst>
              <a:gd name="connsiteX0" fmla="*/ 1800001 w 2604307"/>
              <a:gd name="connsiteY0" fmla="*/ 0 h 1800002"/>
              <a:gd name="connsiteX1" fmla="*/ 2591376 w 2604307"/>
              <a:gd name="connsiteY1" fmla="*/ 942013 h 1800002"/>
              <a:gd name="connsiteX2" fmla="*/ 2604307 w 2604307"/>
              <a:gd name="connsiteY2" fmla="*/ 995696 h 1800002"/>
              <a:gd name="connsiteX3" fmla="*/ 2500642 w 2604307"/>
              <a:gd name="connsiteY3" fmla="*/ 970728 h 1800002"/>
              <a:gd name="connsiteX4" fmla="*/ 1800001 w 2604307"/>
              <a:gd name="connsiteY4" fmla="*/ 900001 h 1800002"/>
              <a:gd name="connsiteX5" fmla="*/ 1099360 w 2604307"/>
              <a:gd name="connsiteY5" fmla="*/ 970728 h 1800002"/>
              <a:gd name="connsiteX6" fmla="*/ 995696 w 2604307"/>
              <a:gd name="connsiteY6" fmla="*/ 995696 h 1800002"/>
              <a:gd name="connsiteX7" fmla="*/ 1008626 w 2604307"/>
              <a:gd name="connsiteY7" fmla="*/ 942013 h 1800002"/>
              <a:gd name="connsiteX8" fmla="*/ 1333319 w 2604307"/>
              <a:gd name="connsiteY8" fmla="*/ 260592 h 1800002"/>
              <a:gd name="connsiteX9" fmla="*/ 1439617 w 2604307"/>
              <a:gd name="connsiteY9" fmla="*/ 150112 h 1800002"/>
              <a:gd name="connsiteX10" fmla="*/ 1439617 w 2604307"/>
              <a:gd name="connsiteY10" fmla="*/ 150112 h 1800002"/>
              <a:gd name="connsiteX11" fmla="*/ 1008625 w 2604307"/>
              <a:gd name="connsiteY11" fmla="*/ 942014 h 1800002"/>
              <a:gd name="connsiteX12" fmla="*/ 995695 w 2604307"/>
              <a:gd name="connsiteY12" fmla="*/ 995697 h 1800002"/>
              <a:gd name="connsiteX13" fmla="*/ 942013 w 2604307"/>
              <a:gd name="connsiteY13" fmla="*/ 1008627 h 1800002"/>
              <a:gd name="connsiteX14" fmla="*/ 9293 w 2604307"/>
              <a:gd name="connsiteY14" fmla="*/ 1707982 h 1800002"/>
              <a:gd name="connsiteX15" fmla="*/ 0 w 2604307"/>
              <a:gd name="connsiteY15" fmla="*/ 1800002 h 1800002"/>
              <a:gd name="connsiteX16" fmla="*/ 0 w 2604307"/>
              <a:gd name="connsiteY16" fmla="*/ 1800001 h 1800002"/>
              <a:gd name="connsiteX17" fmla="*/ 1615961 w 2604307"/>
              <a:gd name="connsiteY17" fmla="*/ 9294 h 1800002"/>
              <a:gd name="connsiteX18" fmla="*/ 1799952 w 2604307"/>
              <a:gd name="connsiteY18" fmla="*/ 4 h 180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04307" h="1800002">
                <a:moveTo>
                  <a:pt x="1800001" y="0"/>
                </a:moveTo>
                <a:cubicBezTo>
                  <a:pt x="2141727" y="0"/>
                  <a:pt x="2438971" y="380908"/>
                  <a:pt x="2591376" y="942013"/>
                </a:cubicBezTo>
                <a:lnTo>
                  <a:pt x="2604307" y="995696"/>
                </a:lnTo>
                <a:lnTo>
                  <a:pt x="2500642" y="970728"/>
                </a:lnTo>
                <a:cubicBezTo>
                  <a:pt x="2285294" y="925185"/>
                  <a:pt x="2048529" y="900001"/>
                  <a:pt x="1800001" y="900001"/>
                </a:cubicBezTo>
                <a:cubicBezTo>
                  <a:pt x="1551473" y="900001"/>
                  <a:pt x="1314709" y="925185"/>
                  <a:pt x="1099360" y="970728"/>
                </a:cubicBezTo>
                <a:lnTo>
                  <a:pt x="995696" y="995696"/>
                </a:lnTo>
                <a:lnTo>
                  <a:pt x="1008626" y="942013"/>
                </a:lnTo>
                <a:cubicBezTo>
                  <a:pt x="1084829" y="661461"/>
                  <a:pt x="1197242" y="425957"/>
                  <a:pt x="1333319" y="260592"/>
                </a:cubicBezTo>
                <a:lnTo>
                  <a:pt x="1439617" y="150112"/>
                </a:lnTo>
                <a:lnTo>
                  <a:pt x="1439617" y="150112"/>
                </a:lnTo>
                <a:cubicBezTo>
                  <a:pt x="1255710" y="311022"/>
                  <a:pt x="1103879" y="591324"/>
                  <a:pt x="1008625" y="942014"/>
                </a:cubicBezTo>
                <a:lnTo>
                  <a:pt x="995695" y="995697"/>
                </a:lnTo>
                <a:lnTo>
                  <a:pt x="942013" y="1008627"/>
                </a:lnTo>
                <a:cubicBezTo>
                  <a:pt x="431917" y="1147178"/>
                  <a:pt x="70745" y="1405429"/>
                  <a:pt x="9293" y="1707982"/>
                </a:cubicBezTo>
                <a:lnTo>
                  <a:pt x="0" y="1800002"/>
                </a:lnTo>
                <a:lnTo>
                  <a:pt x="0" y="1800001"/>
                </a:lnTo>
                <a:cubicBezTo>
                  <a:pt x="0" y="868020"/>
                  <a:pt x="708299" y="101472"/>
                  <a:pt x="1615961" y="9294"/>
                </a:cubicBezTo>
                <a:lnTo>
                  <a:pt x="1799952" y="4"/>
                </a:lnTo>
                <a:close/>
              </a:path>
            </a:pathLst>
          </a:custGeom>
          <a:solidFill>
            <a:srgbClr val="22223B"/>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reeform: Shape 35">
            <a:extLst>
              <a:ext uri="{FF2B5EF4-FFF2-40B4-BE49-F238E27FC236}">
                <a16:creationId xmlns:a16="http://schemas.microsoft.com/office/drawing/2014/main" id="{56AA6782-D340-976B-F849-6891F3E803F8}"/>
              </a:ext>
            </a:extLst>
          </p:cNvPr>
          <p:cNvSpPr/>
          <p:nvPr/>
        </p:nvSpPr>
        <p:spPr>
          <a:xfrm>
            <a:off x="4296000" y="3073280"/>
            <a:ext cx="1800000" cy="2604304"/>
          </a:xfrm>
          <a:custGeom>
            <a:avLst/>
            <a:gdLst>
              <a:gd name="connsiteX0" fmla="*/ 995695 w 1800000"/>
              <a:gd name="connsiteY0" fmla="*/ 0 h 2604304"/>
              <a:gd name="connsiteX1" fmla="*/ 970727 w 1800000"/>
              <a:gd name="connsiteY1" fmla="*/ 103663 h 2604304"/>
              <a:gd name="connsiteX2" fmla="*/ 900000 w 1800000"/>
              <a:gd name="connsiteY2" fmla="*/ 804304 h 2604304"/>
              <a:gd name="connsiteX3" fmla="*/ 970727 w 1800000"/>
              <a:gd name="connsiteY3" fmla="*/ 1504945 h 2604304"/>
              <a:gd name="connsiteX4" fmla="*/ 995696 w 1800000"/>
              <a:gd name="connsiteY4" fmla="*/ 1608610 h 2604304"/>
              <a:gd name="connsiteX5" fmla="*/ 1008625 w 1800000"/>
              <a:gd name="connsiteY5" fmla="*/ 1662291 h 2604304"/>
              <a:gd name="connsiteX6" fmla="*/ 1800000 w 1800000"/>
              <a:gd name="connsiteY6" fmla="*/ 2604304 h 2604304"/>
              <a:gd name="connsiteX7" fmla="*/ 9293 w 1800000"/>
              <a:gd name="connsiteY7" fmla="*/ 988344 h 2604304"/>
              <a:gd name="connsiteX8" fmla="*/ 0 w 1800000"/>
              <a:gd name="connsiteY8" fmla="*/ 804306 h 2604304"/>
              <a:gd name="connsiteX9" fmla="*/ 0 w 1800000"/>
              <a:gd name="connsiteY9" fmla="*/ 804305 h 2604304"/>
              <a:gd name="connsiteX10" fmla="*/ 9293 w 1800000"/>
              <a:gd name="connsiteY10" fmla="*/ 712285 h 2604304"/>
              <a:gd name="connsiteX11" fmla="*/ 942013 w 1800000"/>
              <a:gd name="connsiteY11" fmla="*/ 12930 h 260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0000" h="2604304">
                <a:moveTo>
                  <a:pt x="995695" y="0"/>
                </a:moveTo>
                <a:lnTo>
                  <a:pt x="970727" y="103663"/>
                </a:lnTo>
                <a:cubicBezTo>
                  <a:pt x="925184" y="319012"/>
                  <a:pt x="900000" y="555776"/>
                  <a:pt x="900000" y="804304"/>
                </a:cubicBezTo>
                <a:cubicBezTo>
                  <a:pt x="900000" y="1052832"/>
                  <a:pt x="925184" y="1289597"/>
                  <a:pt x="970727" y="1504945"/>
                </a:cubicBezTo>
                <a:lnTo>
                  <a:pt x="995696" y="1608610"/>
                </a:lnTo>
                <a:lnTo>
                  <a:pt x="1008625" y="1662291"/>
                </a:lnTo>
                <a:cubicBezTo>
                  <a:pt x="1161031" y="2223397"/>
                  <a:pt x="1458274" y="2604304"/>
                  <a:pt x="1800000" y="2604304"/>
                </a:cubicBezTo>
                <a:cubicBezTo>
                  <a:pt x="868019" y="2604304"/>
                  <a:pt x="101471" y="1896005"/>
                  <a:pt x="9293" y="988344"/>
                </a:cubicBezTo>
                <a:lnTo>
                  <a:pt x="0" y="804306"/>
                </a:lnTo>
                <a:lnTo>
                  <a:pt x="0" y="804305"/>
                </a:lnTo>
                <a:lnTo>
                  <a:pt x="9293" y="712285"/>
                </a:lnTo>
                <a:cubicBezTo>
                  <a:pt x="70745" y="409732"/>
                  <a:pt x="431917" y="151481"/>
                  <a:pt x="942013" y="12930"/>
                </a:cubicBezTo>
                <a:close/>
              </a:path>
            </a:pathLst>
          </a:custGeom>
          <a:solidFill>
            <a:srgbClr val="4A4E69"/>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reeform: Shape 36">
            <a:extLst>
              <a:ext uri="{FF2B5EF4-FFF2-40B4-BE49-F238E27FC236}">
                <a16:creationId xmlns:a16="http://schemas.microsoft.com/office/drawing/2014/main" id="{BE7590F5-E1E9-0B96-97F5-8503ABF26320}"/>
              </a:ext>
            </a:extLst>
          </p:cNvPr>
          <p:cNvSpPr/>
          <p:nvPr/>
        </p:nvSpPr>
        <p:spPr>
          <a:xfrm>
            <a:off x="5291697" y="3877586"/>
            <a:ext cx="2604303" cy="1799998"/>
          </a:xfrm>
          <a:custGeom>
            <a:avLst/>
            <a:gdLst>
              <a:gd name="connsiteX0" fmla="*/ 2604303 w 2604303"/>
              <a:gd name="connsiteY0" fmla="*/ 0 h 1799998"/>
              <a:gd name="connsiteX1" fmla="*/ 2595010 w 2604303"/>
              <a:gd name="connsiteY1" fmla="*/ 184038 h 1799998"/>
              <a:gd name="connsiteX2" fmla="*/ 976987 w 2604303"/>
              <a:gd name="connsiteY2" fmla="*/ 1791822 h 1799998"/>
              <a:gd name="connsiteX3" fmla="*/ 804306 w 2604303"/>
              <a:gd name="connsiteY3" fmla="*/ 1799998 h 1799998"/>
              <a:gd name="connsiteX4" fmla="*/ 804304 w 2604303"/>
              <a:gd name="connsiteY4" fmla="*/ 1799998 h 1799998"/>
              <a:gd name="connsiteX5" fmla="*/ 804304 w 2604303"/>
              <a:gd name="connsiteY5" fmla="*/ 1799998 h 1799998"/>
              <a:gd name="connsiteX6" fmla="*/ 804303 w 2604303"/>
              <a:gd name="connsiteY6" fmla="*/ 1799998 h 1799998"/>
              <a:gd name="connsiteX7" fmla="*/ 804304 w 2604303"/>
              <a:gd name="connsiteY7" fmla="*/ 1799998 h 1799998"/>
              <a:gd name="connsiteX8" fmla="*/ 740776 w 2604303"/>
              <a:gd name="connsiteY8" fmla="*/ 1795584 h 1799998"/>
              <a:gd name="connsiteX9" fmla="*/ 12929 w 2604303"/>
              <a:gd name="connsiteY9" fmla="*/ 857985 h 1799998"/>
              <a:gd name="connsiteX10" fmla="*/ 0 w 2604303"/>
              <a:gd name="connsiteY10" fmla="*/ 804304 h 1799998"/>
              <a:gd name="connsiteX11" fmla="*/ 103663 w 2604303"/>
              <a:gd name="connsiteY11" fmla="*/ 829273 h 1799998"/>
              <a:gd name="connsiteX12" fmla="*/ 804304 w 2604303"/>
              <a:gd name="connsiteY12" fmla="*/ 899999 h 1799998"/>
              <a:gd name="connsiteX13" fmla="*/ 1504945 w 2604303"/>
              <a:gd name="connsiteY13" fmla="*/ 829273 h 1799998"/>
              <a:gd name="connsiteX14" fmla="*/ 1608608 w 2604303"/>
              <a:gd name="connsiteY14" fmla="*/ 804305 h 1799998"/>
              <a:gd name="connsiteX15" fmla="*/ 1608608 w 2604303"/>
              <a:gd name="connsiteY15" fmla="*/ 804304 h 1799998"/>
              <a:gd name="connsiteX16" fmla="*/ 1662290 w 2604303"/>
              <a:gd name="connsiteY16" fmla="*/ 791374 h 1799998"/>
              <a:gd name="connsiteX17" fmla="*/ 2595010 w 2604303"/>
              <a:gd name="connsiteY17" fmla="*/ 92019 h 179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04303" h="1799998">
                <a:moveTo>
                  <a:pt x="2604303" y="0"/>
                </a:moveTo>
                <a:lnTo>
                  <a:pt x="2595010" y="184038"/>
                </a:lnTo>
                <a:cubicBezTo>
                  <a:pt x="2508593" y="1034970"/>
                  <a:pt x="1829468" y="1710682"/>
                  <a:pt x="976987" y="1791822"/>
                </a:cubicBezTo>
                <a:lnTo>
                  <a:pt x="804306" y="1799998"/>
                </a:lnTo>
                <a:lnTo>
                  <a:pt x="804304" y="1799998"/>
                </a:lnTo>
                <a:lnTo>
                  <a:pt x="804304" y="1799998"/>
                </a:lnTo>
                <a:lnTo>
                  <a:pt x="804303" y="1799998"/>
                </a:lnTo>
                <a:lnTo>
                  <a:pt x="804304" y="1799998"/>
                </a:lnTo>
                <a:lnTo>
                  <a:pt x="740776" y="1795584"/>
                </a:lnTo>
                <a:cubicBezTo>
                  <a:pt x="425989" y="1751681"/>
                  <a:pt x="155810" y="1384022"/>
                  <a:pt x="12929" y="857985"/>
                </a:cubicBezTo>
                <a:lnTo>
                  <a:pt x="0" y="804304"/>
                </a:lnTo>
                <a:lnTo>
                  <a:pt x="103663" y="829273"/>
                </a:lnTo>
                <a:cubicBezTo>
                  <a:pt x="319012" y="874815"/>
                  <a:pt x="555776" y="899999"/>
                  <a:pt x="804304" y="899999"/>
                </a:cubicBezTo>
                <a:cubicBezTo>
                  <a:pt x="1052832" y="899999"/>
                  <a:pt x="1289597" y="874815"/>
                  <a:pt x="1504945" y="829273"/>
                </a:cubicBezTo>
                <a:lnTo>
                  <a:pt x="1608608" y="804305"/>
                </a:lnTo>
                <a:lnTo>
                  <a:pt x="1608608" y="804304"/>
                </a:lnTo>
                <a:lnTo>
                  <a:pt x="1662290" y="791374"/>
                </a:lnTo>
                <a:cubicBezTo>
                  <a:pt x="2172386" y="652824"/>
                  <a:pt x="2533558" y="394572"/>
                  <a:pt x="2595010" y="92019"/>
                </a:cubicBezTo>
                <a:close/>
              </a:path>
            </a:pathLst>
          </a:custGeom>
          <a:solidFill>
            <a:srgbClr val="9A8C98"/>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reeform: Shape 37">
            <a:extLst>
              <a:ext uri="{FF2B5EF4-FFF2-40B4-BE49-F238E27FC236}">
                <a16:creationId xmlns:a16="http://schemas.microsoft.com/office/drawing/2014/main" id="{2F9DEE93-A1FF-DD05-DBAF-D76044D35275}"/>
              </a:ext>
            </a:extLst>
          </p:cNvPr>
          <p:cNvSpPr/>
          <p:nvPr/>
        </p:nvSpPr>
        <p:spPr>
          <a:xfrm>
            <a:off x="6096000" y="2077585"/>
            <a:ext cx="1800001" cy="2604305"/>
          </a:xfrm>
          <a:custGeom>
            <a:avLst/>
            <a:gdLst>
              <a:gd name="connsiteX0" fmla="*/ 0 w 1800001"/>
              <a:gd name="connsiteY0" fmla="*/ 0 h 2604305"/>
              <a:gd name="connsiteX1" fmla="*/ 1790707 w 1800001"/>
              <a:gd name="connsiteY1" fmla="*/ 1615961 h 2604305"/>
              <a:gd name="connsiteX2" fmla="*/ 1799999 w 1800001"/>
              <a:gd name="connsiteY2" fmla="*/ 1799980 h 2604305"/>
              <a:gd name="connsiteX3" fmla="*/ 1800001 w 1800001"/>
              <a:gd name="connsiteY3" fmla="*/ 1800000 h 2604305"/>
              <a:gd name="connsiteX4" fmla="*/ 1800001 w 1800001"/>
              <a:gd name="connsiteY4" fmla="*/ 1800001 h 2604305"/>
              <a:gd name="connsiteX5" fmla="*/ 1790708 w 1800001"/>
              <a:gd name="connsiteY5" fmla="*/ 1892020 h 2604305"/>
              <a:gd name="connsiteX6" fmla="*/ 857988 w 1800001"/>
              <a:gd name="connsiteY6" fmla="*/ 2591375 h 2604305"/>
              <a:gd name="connsiteX7" fmla="*/ 804306 w 1800001"/>
              <a:gd name="connsiteY7" fmla="*/ 2604305 h 2604305"/>
              <a:gd name="connsiteX8" fmla="*/ 829275 w 1800001"/>
              <a:gd name="connsiteY8" fmla="*/ 2500640 h 2604305"/>
              <a:gd name="connsiteX9" fmla="*/ 900001 w 1800001"/>
              <a:gd name="connsiteY9" fmla="*/ 1799999 h 2604305"/>
              <a:gd name="connsiteX10" fmla="*/ 829275 w 1800001"/>
              <a:gd name="connsiteY10" fmla="*/ 1099358 h 2604305"/>
              <a:gd name="connsiteX11" fmla="*/ 804308 w 1800001"/>
              <a:gd name="connsiteY11" fmla="*/ 995696 h 2604305"/>
              <a:gd name="connsiteX12" fmla="*/ 804306 w 1800001"/>
              <a:gd name="connsiteY12" fmla="*/ 995696 h 2604305"/>
              <a:gd name="connsiteX13" fmla="*/ 791375 w 1800001"/>
              <a:gd name="connsiteY13" fmla="*/ 942013 h 2604305"/>
              <a:gd name="connsiteX14" fmla="*/ 0 w 1800001"/>
              <a:gd name="connsiteY14" fmla="*/ 0 h 260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0001" h="2604305">
                <a:moveTo>
                  <a:pt x="0" y="0"/>
                </a:moveTo>
                <a:cubicBezTo>
                  <a:pt x="931981" y="0"/>
                  <a:pt x="1698529" y="708299"/>
                  <a:pt x="1790707" y="1615961"/>
                </a:cubicBezTo>
                <a:lnTo>
                  <a:pt x="1799999" y="1799980"/>
                </a:lnTo>
                <a:lnTo>
                  <a:pt x="1800001" y="1800000"/>
                </a:lnTo>
                <a:lnTo>
                  <a:pt x="1800001" y="1800001"/>
                </a:lnTo>
                <a:lnTo>
                  <a:pt x="1790708" y="1892020"/>
                </a:lnTo>
                <a:cubicBezTo>
                  <a:pt x="1729256" y="2194573"/>
                  <a:pt x="1368084" y="2452825"/>
                  <a:pt x="857988" y="2591375"/>
                </a:cubicBezTo>
                <a:lnTo>
                  <a:pt x="804306" y="2604305"/>
                </a:lnTo>
                <a:lnTo>
                  <a:pt x="829275" y="2500640"/>
                </a:lnTo>
                <a:cubicBezTo>
                  <a:pt x="874817" y="2285292"/>
                  <a:pt x="900001" y="2048527"/>
                  <a:pt x="900001" y="1799999"/>
                </a:cubicBezTo>
                <a:cubicBezTo>
                  <a:pt x="900001" y="1551471"/>
                  <a:pt x="874817" y="1314707"/>
                  <a:pt x="829275" y="1099358"/>
                </a:cubicBezTo>
                <a:lnTo>
                  <a:pt x="804308" y="995696"/>
                </a:lnTo>
                <a:lnTo>
                  <a:pt x="804306" y="995696"/>
                </a:lnTo>
                <a:lnTo>
                  <a:pt x="791375" y="942013"/>
                </a:lnTo>
                <a:cubicBezTo>
                  <a:pt x="638970" y="380908"/>
                  <a:pt x="341726" y="0"/>
                  <a:pt x="0" y="0"/>
                </a:cubicBezTo>
                <a:close/>
              </a:path>
            </a:pathLst>
          </a:custGeom>
          <a:solidFill>
            <a:srgbClr val="EF233C"/>
          </a:solidFill>
          <a:ln>
            <a:noFill/>
          </a:ln>
          <a:effectLst>
            <a:innerShdw blurRad="6350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41" name="TextBox 40">
            <a:extLst>
              <a:ext uri="{FF2B5EF4-FFF2-40B4-BE49-F238E27FC236}">
                <a16:creationId xmlns:a16="http://schemas.microsoft.com/office/drawing/2014/main" id="{2BF13DFA-168B-9505-6B6D-AF65476A3273}"/>
              </a:ext>
            </a:extLst>
          </p:cNvPr>
          <p:cNvSpPr txBox="1"/>
          <p:nvPr/>
        </p:nvSpPr>
        <p:spPr>
          <a:xfrm>
            <a:off x="5340000" y="3341870"/>
            <a:ext cx="1512000" cy="1080000"/>
          </a:xfrm>
          <a:prstGeom prst="rect">
            <a:avLst/>
          </a:prstGeom>
          <a:noFill/>
        </p:spPr>
        <p:txBody>
          <a:bodyPr wrap="square">
            <a:spAutoFit/>
          </a:bodyPr>
          <a:lstStyle/>
          <a:p>
            <a:pPr algn="ctr"/>
            <a:r>
              <a:rPr lang="fr-FR" sz="2800" spc="300" dirty="0">
                <a:solidFill>
                  <a:schemeClr val="bg1"/>
                </a:solidFill>
                <a:latin typeface="Oswald" pitchFamily="2" charset="0"/>
              </a:rPr>
              <a:t>Nos Objectif</a:t>
            </a:r>
          </a:p>
        </p:txBody>
      </p:sp>
      <p:pic>
        <p:nvPicPr>
          <p:cNvPr id="48" name="Graphic 47">
            <a:extLst>
              <a:ext uri="{FF2B5EF4-FFF2-40B4-BE49-F238E27FC236}">
                <a16:creationId xmlns:a16="http://schemas.microsoft.com/office/drawing/2014/main" id="{42A87F8D-0FD5-3083-42D8-B42CB78EC290}"/>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7128610" y="3589584"/>
            <a:ext cx="576000" cy="576000"/>
          </a:xfrm>
          <a:prstGeom prst="rect">
            <a:avLst/>
          </a:prstGeom>
        </p:spPr>
      </p:pic>
      <p:pic>
        <p:nvPicPr>
          <p:cNvPr id="50" name="Graphic 49">
            <a:extLst>
              <a:ext uri="{FF2B5EF4-FFF2-40B4-BE49-F238E27FC236}">
                <a16:creationId xmlns:a16="http://schemas.microsoft.com/office/drawing/2014/main" id="{2D7B5027-9B19-392E-3CA6-D5DE3C2C7F4F}"/>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4498631" y="3631738"/>
            <a:ext cx="648000" cy="648000"/>
          </a:xfrm>
          <a:prstGeom prst="rect">
            <a:avLst/>
          </a:prstGeom>
        </p:spPr>
      </p:pic>
      <p:pic>
        <p:nvPicPr>
          <p:cNvPr id="54" name="Graphic 53">
            <a:extLst>
              <a:ext uri="{FF2B5EF4-FFF2-40B4-BE49-F238E27FC236}">
                <a16:creationId xmlns:a16="http://schemas.microsoft.com/office/drawing/2014/main" id="{253040DC-62DD-35A7-FB5D-86A0EAB0587A}"/>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746865">
            <a:off x="5774134" y="2230241"/>
            <a:ext cx="648000" cy="648000"/>
          </a:xfrm>
          <a:prstGeom prst="rect">
            <a:avLst/>
          </a:prstGeom>
        </p:spPr>
      </p:pic>
      <p:pic>
        <p:nvPicPr>
          <p:cNvPr id="56" name="Graphic 55">
            <a:extLst>
              <a:ext uri="{FF2B5EF4-FFF2-40B4-BE49-F238E27FC236}">
                <a16:creationId xmlns:a16="http://schemas.microsoft.com/office/drawing/2014/main" id="{4E833283-8AAF-FF43-E661-BAD85F1794B6}"/>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5837848" y="4875274"/>
            <a:ext cx="612000" cy="612000"/>
          </a:xfrm>
          <a:prstGeom prst="rect">
            <a:avLst/>
          </a:prstGeom>
        </p:spPr>
      </p:pic>
      <p:sp>
        <p:nvSpPr>
          <p:cNvPr id="57" name="TextBox 56">
            <a:extLst>
              <a:ext uri="{FF2B5EF4-FFF2-40B4-BE49-F238E27FC236}">
                <a16:creationId xmlns:a16="http://schemas.microsoft.com/office/drawing/2014/main" id="{03FB5B44-E703-6DD8-F402-EE68A98C544F}"/>
              </a:ext>
            </a:extLst>
          </p:cNvPr>
          <p:cNvSpPr txBox="1"/>
          <p:nvPr/>
        </p:nvSpPr>
        <p:spPr>
          <a:xfrm>
            <a:off x="1743650" y="2148404"/>
            <a:ext cx="828000" cy="864000"/>
          </a:xfrm>
          <a:prstGeom prst="rect">
            <a:avLst/>
          </a:prstGeom>
          <a:noFill/>
        </p:spPr>
        <p:txBody>
          <a:bodyPr wrap="square">
            <a:spAutoFit/>
          </a:bodyPr>
          <a:lstStyle/>
          <a:p>
            <a:pPr algn="ctr"/>
            <a:r>
              <a:rPr lang="fr-FR" sz="4800" dirty="0">
                <a:solidFill>
                  <a:srgbClr val="22223B"/>
                </a:solidFill>
                <a:effectLst>
                  <a:innerShdw blurRad="317500">
                    <a:srgbClr val="41455C"/>
                  </a:innerShdw>
                </a:effectLst>
                <a:latin typeface="Oswald" pitchFamily="2" charset="0"/>
                <a:ea typeface="Open Sans" panose="020B0606030504020204" pitchFamily="34" charset="0"/>
                <a:cs typeface="Open Sans" panose="020B0606030504020204" pitchFamily="34" charset="0"/>
              </a:rPr>
              <a:t>01</a:t>
            </a:r>
            <a:endParaRPr lang="fr-FR" sz="7200" dirty="0">
              <a:solidFill>
                <a:srgbClr val="22223B"/>
              </a:solidFill>
              <a:effectLst>
                <a:innerShdw blurRad="317500">
                  <a:srgbClr val="41455C"/>
                </a:innerShdw>
              </a:effectLst>
              <a:latin typeface="Oswald" pitchFamily="2" charset="0"/>
              <a:ea typeface="Open Sans" panose="020B0606030504020204" pitchFamily="34" charset="0"/>
              <a:cs typeface="Open Sans" panose="020B0606030504020204" pitchFamily="34" charset="0"/>
            </a:endParaRPr>
          </a:p>
        </p:txBody>
      </p:sp>
      <p:sp>
        <p:nvSpPr>
          <p:cNvPr id="58" name="TextBox 57">
            <a:extLst>
              <a:ext uri="{FF2B5EF4-FFF2-40B4-BE49-F238E27FC236}">
                <a16:creationId xmlns:a16="http://schemas.microsoft.com/office/drawing/2014/main" id="{3F7C7FF0-AA44-A42D-4362-843F2E3F7EC9}"/>
              </a:ext>
            </a:extLst>
          </p:cNvPr>
          <p:cNvSpPr txBox="1"/>
          <p:nvPr/>
        </p:nvSpPr>
        <p:spPr>
          <a:xfrm>
            <a:off x="9477337" y="2148404"/>
            <a:ext cx="828000" cy="864000"/>
          </a:xfrm>
          <a:prstGeom prst="rect">
            <a:avLst/>
          </a:prstGeom>
          <a:noFill/>
        </p:spPr>
        <p:txBody>
          <a:bodyPr wrap="square">
            <a:spAutoFit/>
          </a:bodyPr>
          <a:lstStyle/>
          <a:p>
            <a:pPr algn="ctr"/>
            <a:r>
              <a:rPr lang="fr-FR" sz="4800" dirty="0">
                <a:solidFill>
                  <a:srgbClr val="D92036"/>
                </a:solidFill>
                <a:latin typeface="Oswald" pitchFamily="2" charset="0"/>
                <a:ea typeface="Open Sans" panose="020B0606030504020204" pitchFamily="34" charset="0"/>
                <a:cs typeface="Open Sans" panose="020B0606030504020204" pitchFamily="34" charset="0"/>
              </a:rPr>
              <a:t>02</a:t>
            </a:r>
            <a:endParaRPr lang="fr-FR" sz="7200" dirty="0">
              <a:solidFill>
                <a:srgbClr val="D92036"/>
              </a:solidFill>
              <a:latin typeface="Oswald" pitchFamily="2" charset="0"/>
              <a:ea typeface="Open Sans" panose="020B0606030504020204" pitchFamily="34" charset="0"/>
              <a:cs typeface="Open Sans" panose="020B0606030504020204" pitchFamily="34" charset="0"/>
            </a:endParaRPr>
          </a:p>
        </p:txBody>
      </p:sp>
      <p:sp>
        <p:nvSpPr>
          <p:cNvPr id="59" name="TextBox 58">
            <a:extLst>
              <a:ext uri="{FF2B5EF4-FFF2-40B4-BE49-F238E27FC236}">
                <a16:creationId xmlns:a16="http://schemas.microsoft.com/office/drawing/2014/main" id="{EDC55049-9869-6CBA-EB62-CA3C5FAD98B0}"/>
              </a:ext>
            </a:extLst>
          </p:cNvPr>
          <p:cNvSpPr txBox="1"/>
          <p:nvPr/>
        </p:nvSpPr>
        <p:spPr>
          <a:xfrm>
            <a:off x="1743650" y="4165584"/>
            <a:ext cx="828000" cy="864000"/>
          </a:xfrm>
          <a:prstGeom prst="rect">
            <a:avLst/>
          </a:prstGeom>
          <a:noFill/>
        </p:spPr>
        <p:txBody>
          <a:bodyPr wrap="square">
            <a:spAutoFit/>
          </a:bodyPr>
          <a:lstStyle/>
          <a:p>
            <a:pPr algn="ctr"/>
            <a:r>
              <a:rPr lang="fr-FR" sz="4800" dirty="0">
                <a:solidFill>
                  <a:srgbClr val="41455C"/>
                </a:solidFill>
                <a:latin typeface="Oswald" pitchFamily="2" charset="0"/>
                <a:ea typeface="Open Sans" panose="020B0606030504020204" pitchFamily="34" charset="0"/>
                <a:cs typeface="Open Sans" panose="020B0606030504020204" pitchFamily="34" charset="0"/>
              </a:rPr>
              <a:t>03</a:t>
            </a:r>
            <a:endParaRPr lang="fr-FR" sz="7200" dirty="0">
              <a:solidFill>
                <a:srgbClr val="41455C"/>
              </a:solidFill>
              <a:latin typeface="Oswald" pitchFamily="2" charset="0"/>
              <a:ea typeface="Open Sans" panose="020B0606030504020204" pitchFamily="34" charset="0"/>
              <a:cs typeface="Open Sans" panose="020B0606030504020204" pitchFamily="34" charset="0"/>
            </a:endParaRPr>
          </a:p>
        </p:txBody>
      </p:sp>
      <p:sp>
        <p:nvSpPr>
          <p:cNvPr id="60" name="TextBox 59">
            <a:extLst>
              <a:ext uri="{FF2B5EF4-FFF2-40B4-BE49-F238E27FC236}">
                <a16:creationId xmlns:a16="http://schemas.microsoft.com/office/drawing/2014/main" id="{9421533A-5205-5656-A127-B6E173DFECB1}"/>
              </a:ext>
            </a:extLst>
          </p:cNvPr>
          <p:cNvSpPr txBox="1"/>
          <p:nvPr/>
        </p:nvSpPr>
        <p:spPr>
          <a:xfrm>
            <a:off x="9477337" y="4165584"/>
            <a:ext cx="828000" cy="864000"/>
          </a:xfrm>
          <a:prstGeom prst="rect">
            <a:avLst/>
          </a:prstGeom>
          <a:noFill/>
        </p:spPr>
        <p:txBody>
          <a:bodyPr wrap="square">
            <a:spAutoFit/>
          </a:bodyPr>
          <a:lstStyle/>
          <a:p>
            <a:pPr algn="ctr"/>
            <a:r>
              <a:rPr lang="fr-FR" sz="4800" dirty="0">
                <a:solidFill>
                  <a:srgbClr val="857983"/>
                </a:solidFill>
                <a:latin typeface="Oswald" pitchFamily="2" charset="0"/>
                <a:ea typeface="Open Sans" panose="020B0606030504020204" pitchFamily="34" charset="0"/>
                <a:cs typeface="Open Sans" panose="020B0606030504020204" pitchFamily="34" charset="0"/>
              </a:rPr>
              <a:t>04</a:t>
            </a:r>
            <a:endParaRPr lang="fr-FR" sz="7200" dirty="0">
              <a:solidFill>
                <a:srgbClr val="857983"/>
              </a:solidFill>
              <a:latin typeface="Oswald" pitchFamily="2" charset="0"/>
              <a:ea typeface="Open Sans" panose="020B0606030504020204" pitchFamily="34" charset="0"/>
              <a:cs typeface="Open Sans" panose="020B0606030504020204" pitchFamily="34" charset="0"/>
            </a:endParaRPr>
          </a:p>
        </p:txBody>
      </p:sp>
      <p:sp>
        <p:nvSpPr>
          <p:cNvPr id="62" name="TextBox 61">
            <a:extLst>
              <a:ext uri="{FF2B5EF4-FFF2-40B4-BE49-F238E27FC236}">
                <a16:creationId xmlns:a16="http://schemas.microsoft.com/office/drawing/2014/main" id="{42F6CC62-427C-D51F-396F-5716DAABBB7F}"/>
              </a:ext>
            </a:extLst>
          </p:cNvPr>
          <p:cNvSpPr txBox="1"/>
          <p:nvPr/>
        </p:nvSpPr>
        <p:spPr>
          <a:xfrm>
            <a:off x="467986" y="2973707"/>
            <a:ext cx="3600000" cy="1107996"/>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Faciliter la réservation des sièges de transport en ligne</a:t>
            </a:r>
            <a:endParaRPr lang="fr-FR" sz="2200" spc="300" dirty="0">
              <a:solidFill>
                <a:schemeClr val="bg1"/>
              </a:solidFill>
              <a:latin typeface="Oswald" pitchFamily="2" charset="0"/>
            </a:endParaRPr>
          </a:p>
        </p:txBody>
      </p:sp>
      <p:sp>
        <p:nvSpPr>
          <p:cNvPr id="63" name="TextBox 62">
            <a:extLst>
              <a:ext uri="{FF2B5EF4-FFF2-40B4-BE49-F238E27FC236}">
                <a16:creationId xmlns:a16="http://schemas.microsoft.com/office/drawing/2014/main" id="{F8830145-CF33-4598-BC65-D9F3D4E5C119}"/>
              </a:ext>
            </a:extLst>
          </p:cNvPr>
          <p:cNvSpPr txBox="1"/>
          <p:nvPr/>
        </p:nvSpPr>
        <p:spPr>
          <a:xfrm>
            <a:off x="8124014" y="2973707"/>
            <a:ext cx="3600000" cy="1107996"/>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Réduire les temps d'attente et améliorer l'expérience utilisateur</a:t>
            </a:r>
            <a:endParaRPr lang="fr-FR" sz="2200" spc="300" dirty="0">
              <a:solidFill>
                <a:schemeClr val="bg1"/>
              </a:solidFill>
              <a:latin typeface="Oswald" pitchFamily="2" charset="0"/>
            </a:endParaRPr>
          </a:p>
        </p:txBody>
      </p:sp>
      <p:sp>
        <p:nvSpPr>
          <p:cNvPr id="64" name="TextBox 63">
            <a:extLst>
              <a:ext uri="{FF2B5EF4-FFF2-40B4-BE49-F238E27FC236}">
                <a16:creationId xmlns:a16="http://schemas.microsoft.com/office/drawing/2014/main" id="{593E243F-D29B-294D-17C7-590197812EB3}"/>
              </a:ext>
            </a:extLst>
          </p:cNvPr>
          <p:cNvSpPr txBox="1"/>
          <p:nvPr/>
        </p:nvSpPr>
        <p:spPr>
          <a:xfrm>
            <a:off x="467986" y="5051642"/>
            <a:ext cx="3600000" cy="1446550"/>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Fournir des informations précises sur les horaires et la disponibilité des sièges</a:t>
            </a:r>
            <a:endParaRPr lang="fr-FR" sz="2200" spc="300" dirty="0">
              <a:solidFill>
                <a:schemeClr val="bg1"/>
              </a:solidFill>
              <a:latin typeface="Oswald" pitchFamily="2" charset="0"/>
            </a:endParaRPr>
          </a:p>
        </p:txBody>
      </p:sp>
      <p:sp>
        <p:nvSpPr>
          <p:cNvPr id="65" name="TextBox 64">
            <a:extLst>
              <a:ext uri="{FF2B5EF4-FFF2-40B4-BE49-F238E27FC236}">
                <a16:creationId xmlns:a16="http://schemas.microsoft.com/office/drawing/2014/main" id="{43E87B97-A896-E95D-D2AD-499123D1C3CC}"/>
              </a:ext>
            </a:extLst>
          </p:cNvPr>
          <p:cNvSpPr txBox="1"/>
          <p:nvPr/>
        </p:nvSpPr>
        <p:spPr>
          <a:xfrm>
            <a:off x="8091337" y="5051642"/>
            <a:ext cx="3600000" cy="1107996"/>
          </a:xfrm>
          <a:prstGeom prst="rect">
            <a:avLst/>
          </a:prstGeom>
          <a:noFill/>
        </p:spPr>
        <p:txBody>
          <a:bodyPr wrap="square">
            <a:spAutoFit/>
          </a:bodyPr>
          <a:lstStyle/>
          <a:p>
            <a:pPr algn="ctr"/>
            <a:r>
              <a:rPr lang="fr-FR" sz="2200" kern="100" spc="300" dirty="0">
                <a:solidFill>
                  <a:schemeClr val="bg1"/>
                </a:solidFill>
                <a:effectLst/>
                <a:latin typeface="Oswald" pitchFamily="2" charset="0"/>
                <a:ea typeface="Calibri" panose="020F0502020204030204" pitchFamily="34" charset="0"/>
                <a:cs typeface="Briem Hand" pitchFamily="2" charset="0"/>
              </a:rPr>
              <a:t>Assurer la sécurité et la fiabilité des transactions en ligne</a:t>
            </a:r>
            <a:endParaRPr lang="fr-FR" sz="2200" spc="300" dirty="0">
              <a:solidFill>
                <a:schemeClr val="bg1"/>
              </a:solidFill>
              <a:latin typeface="Oswald" pitchFamily="2" charset="0"/>
            </a:endParaRPr>
          </a:p>
        </p:txBody>
      </p:sp>
      <p:sp>
        <p:nvSpPr>
          <p:cNvPr id="6" name="Slide Number Placeholder 5">
            <a:extLst>
              <a:ext uri="{FF2B5EF4-FFF2-40B4-BE49-F238E27FC236}">
                <a16:creationId xmlns:a16="http://schemas.microsoft.com/office/drawing/2014/main" id="{75CAA951-2B45-D362-4705-86D84F2077AD}"/>
              </a:ext>
            </a:extLst>
          </p:cNvPr>
          <p:cNvSpPr>
            <a:spLocks noGrp="1"/>
          </p:cNvSpPr>
          <p:nvPr>
            <p:ph type="sldNum" sz="quarter" idx="12"/>
          </p:nvPr>
        </p:nvSpPr>
        <p:spPr/>
        <p:txBody>
          <a:bodyPr/>
          <a:lstStyle/>
          <a:p>
            <a:pPr algn="ctr"/>
            <a:fld id="{DD31AE6B-CDAB-407E-9BC6-E294FE5CDB12}" type="slidenum">
              <a:rPr lang="fr-FR" smtClean="0"/>
              <a:pPr algn="ctr"/>
              <a:t>7</a:t>
            </a:fld>
            <a:endParaRPr lang="fr-FR"/>
          </a:p>
        </p:txBody>
      </p:sp>
      <p:sp>
        <p:nvSpPr>
          <p:cNvPr id="8" name="Rectangle: Rounded Corners 7">
            <a:extLst>
              <a:ext uri="{FF2B5EF4-FFF2-40B4-BE49-F238E27FC236}">
                <a16:creationId xmlns:a16="http://schemas.microsoft.com/office/drawing/2014/main" id="{41120B56-5898-85AF-01C5-E97239A75EEA}"/>
              </a:ext>
            </a:extLst>
          </p:cNvPr>
          <p:cNvSpPr/>
          <p:nvPr/>
        </p:nvSpPr>
        <p:spPr>
          <a:xfrm rot="2571227">
            <a:off x="11567899" y="6340911"/>
            <a:ext cx="396000" cy="396000"/>
          </a:xfrm>
          <a:prstGeom prst="roundRect">
            <a:avLst/>
          </a:prstGeom>
          <a:noFill/>
          <a:ln w="38100">
            <a:gradFill>
              <a:gsLst>
                <a:gs pos="20000">
                  <a:srgbClr val="E63946"/>
                </a:gs>
                <a:gs pos="80000">
                  <a:srgbClr val="D9042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230765885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9"/>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6235874"/>
            <a:ext cx="6012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Les fonctionnalité du system</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5434264"/>
            <a:ext cx="1011666" cy="897104"/>
          </a:xfrm>
          <a:prstGeom prst="ellipse">
            <a:avLst/>
          </a:prstGeom>
          <a:solidFill>
            <a:srgbClr val="EF233C"/>
          </a:solidFill>
          <a:ln w="28575" cap="flat" cmpd="sng">
            <a:noFill/>
            <a:prstDash val="solid"/>
            <a:round/>
            <a:headEnd type="none" w="sm" len="sm"/>
            <a:tailEnd type="none" w="sm" len="sm"/>
          </a:ln>
          <a:effectLst>
            <a:outerShdw blurRad="114300" dist="19050" dir="5400000" algn="bl" rotWithShape="0">
              <a:srgbClr val="EF233C">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526768"/>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02</a:t>
            </a:r>
            <a:endParaRPr lang="en" dirty="0">
              <a:solidFill>
                <a:schemeClr val="bg1"/>
              </a:solidFill>
              <a:latin typeface="Oswald ExtraLight" pitchFamily="2" charset="0"/>
            </a:endParaRPr>
          </a:p>
        </p:txBody>
      </p:sp>
    </p:spTree>
    <p:extLst>
      <p:ext uri="{BB962C8B-B14F-4D97-AF65-F5344CB8AC3E}">
        <p14:creationId xmlns:p14="http://schemas.microsoft.com/office/powerpoint/2010/main" val="91977021"/>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 fill="hold"/>
                                        <p:tgtEl>
                                          <p:spTgt spid="7"/>
                                        </p:tgtEl>
                                        <p:attrNameLst>
                                          <p:attrName>ppt_w</p:attrName>
                                        </p:attrNameLst>
                                      </p:cBhvr>
                                      <p:tavLst>
                                        <p:tav tm="0">
                                          <p:val>
                                            <p:fltVal val="0"/>
                                          </p:val>
                                        </p:tav>
                                        <p:tav tm="100000">
                                          <p:val>
                                            <p:strVal val="#ppt_w"/>
                                          </p:val>
                                        </p:tav>
                                      </p:tavLst>
                                    </p:anim>
                                    <p:anim calcmode="lin" valueType="num">
                                      <p:cBhvr>
                                        <p:cTn id="12" dur="10" fill="hold"/>
                                        <p:tgtEl>
                                          <p:spTgt spid="7"/>
                                        </p:tgtEl>
                                        <p:attrNameLst>
                                          <p:attrName>ppt_h</p:attrName>
                                        </p:attrNameLst>
                                      </p:cBhvr>
                                      <p:tavLst>
                                        <p:tav tm="0">
                                          <p:val>
                                            <p:fltVal val="0"/>
                                          </p:val>
                                        </p:tav>
                                        <p:tav tm="100000">
                                          <p:val>
                                            <p:strVal val="#ppt_h"/>
                                          </p:val>
                                        </p:tav>
                                      </p:tavLst>
                                    </p:anim>
                                    <p:anim calcmode="lin" valueType="num">
                                      <p:cBhvr>
                                        <p:cTn id="13" dur="10" fill="hold"/>
                                        <p:tgtEl>
                                          <p:spTgt spid="7"/>
                                        </p:tgtEl>
                                        <p:attrNameLst>
                                          <p:attrName>style.rotation</p:attrName>
                                        </p:attrNameLst>
                                      </p:cBhvr>
                                      <p:tavLst>
                                        <p:tav tm="0">
                                          <p:val>
                                            <p:fltVal val="90"/>
                                          </p:val>
                                        </p:tav>
                                        <p:tav tm="100000">
                                          <p:val>
                                            <p:fltVal val="0"/>
                                          </p:val>
                                        </p:tav>
                                      </p:tavLst>
                                    </p:anim>
                                    <p:animEffect transition="in" filter="fade">
                                      <p:cBhvr>
                                        <p:cTn id="14"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1214699"/>
            <a:ext cx="6012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Les fonctionnalité du system</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13089"/>
            <a:ext cx="1011666" cy="897104"/>
          </a:xfrm>
          <a:prstGeom prst="ellipse">
            <a:avLst/>
          </a:prstGeom>
          <a:solidFill>
            <a:srgbClr val="EF233C"/>
          </a:solidFill>
          <a:ln w="28575" cap="flat" cmpd="sng">
            <a:noFill/>
            <a:prstDash val="solid"/>
            <a:round/>
            <a:headEnd type="none" w="sm" len="sm"/>
            <a:tailEnd type="none" w="sm" len="sm"/>
          </a:ln>
          <a:effectLst>
            <a:outerShdw blurRad="114300" dist="19050" dir="5400000" algn="bl" rotWithShape="0">
              <a:srgbClr val="EF233C">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05593"/>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02</a:t>
            </a:r>
            <a:endParaRPr lang="en" dirty="0">
              <a:solidFill>
                <a:schemeClr val="bg1"/>
              </a:solidFill>
              <a:latin typeface="Oswald ExtraLight" pitchFamily="2" charset="0"/>
            </a:endParaRPr>
          </a:p>
        </p:txBody>
      </p:sp>
      <p:sp>
        <p:nvSpPr>
          <p:cNvPr id="14" name="TextBox 13">
            <a:extLst>
              <a:ext uri="{FF2B5EF4-FFF2-40B4-BE49-F238E27FC236}">
                <a16:creationId xmlns:a16="http://schemas.microsoft.com/office/drawing/2014/main" id="{FCEB8719-5F2C-3D46-164D-AB39DE89D1B9}"/>
              </a:ext>
            </a:extLst>
          </p:cNvPr>
          <p:cNvSpPr txBox="1"/>
          <p:nvPr/>
        </p:nvSpPr>
        <p:spPr>
          <a:xfrm>
            <a:off x="1019500" y="3248508"/>
            <a:ext cx="2880000" cy="1938992"/>
          </a:xfrm>
          <a:prstGeom prst="rect">
            <a:avLst/>
          </a:prstGeom>
          <a:noFill/>
        </p:spPr>
        <p:txBody>
          <a:bodyPr wrap="square">
            <a:spAutoFit/>
          </a:bodyPr>
          <a:lstStyle/>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Rechercher des voyages disponibles.</a:t>
            </a:r>
            <a:endParaRPr lang="en-US" sz="2000" kern="100" dirty="0">
              <a:solidFill>
                <a:schemeClr val="bg1"/>
              </a:solidFill>
              <a:effectLst/>
              <a:latin typeface="Oswald" pitchFamily="2" charset="0"/>
              <a:ea typeface="Calibri" panose="020F0502020204030204" pitchFamily="34" charset="0"/>
              <a:cs typeface="Briem Hand" pitchFamily="2" charset="0"/>
            </a:endParaRP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Consulter les horaires et les disponibilités.</a:t>
            </a:r>
            <a:endParaRPr lang="en-US" sz="2000" kern="100" dirty="0">
              <a:solidFill>
                <a:schemeClr val="bg1"/>
              </a:solidFill>
              <a:effectLst/>
              <a:latin typeface="Oswald" pitchFamily="2" charset="0"/>
              <a:ea typeface="Calibri" panose="020F0502020204030204" pitchFamily="34" charset="0"/>
              <a:cs typeface="Briem Hand" pitchFamily="2" charset="0"/>
            </a:endParaRP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S'inscrire pour créer un compte.</a:t>
            </a:r>
          </a:p>
        </p:txBody>
      </p:sp>
      <p:sp>
        <p:nvSpPr>
          <p:cNvPr id="15" name="TextBox 14">
            <a:extLst>
              <a:ext uri="{FF2B5EF4-FFF2-40B4-BE49-F238E27FC236}">
                <a16:creationId xmlns:a16="http://schemas.microsoft.com/office/drawing/2014/main" id="{03950040-0F06-3CCE-B249-6A6A4D3490DB}"/>
              </a:ext>
            </a:extLst>
          </p:cNvPr>
          <p:cNvSpPr txBox="1"/>
          <p:nvPr/>
        </p:nvSpPr>
        <p:spPr>
          <a:xfrm>
            <a:off x="4656000" y="3864061"/>
            <a:ext cx="2880000" cy="1323439"/>
          </a:xfrm>
          <a:prstGeom prst="rect">
            <a:avLst/>
          </a:prstGeom>
          <a:noFill/>
        </p:spPr>
        <p:txBody>
          <a:bodyPr wrap="square">
            <a:spAutoFit/>
          </a:bodyPr>
          <a:lstStyle/>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Gérer les utilisateurs.</a:t>
            </a: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Gérer les réservations.</a:t>
            </a: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Consulter les statistiques d'utilisation.</a:t>
            </a:r>
          </a:p>
        </p:txBody>
      </p:sp>
      <p:sp>
        <p:nvSpPr>
          <p:cNvPr id="17" name="TextBox 16">
            <a:extLst>
              <a:ext uri="{FF2B5EF4-FFF2-40B4-BE49-F238E27FC236}">
                <a16:creationId xmlns:a16="http://schemas.microsoft.com/office/drawing/2014/main" id="{2AF8CD77-0987-692B-7C67-58A63707E1EA}"/>
              </a:ext>
            </a:extLst>
          </p:cNvPr>
          <p:cNvSpPr txBox="1"/>
          <p:nvPr/>
        </p:nvSpPr>
        <p:spPr>
          <a:xfrm>
            <a:off x="8292500" y="3069067"/>
            <a:ext cx="2880000" cy="2246769"/>
          </a:xfrm>
          <a:prstGeom prst="rect">
            <a:avLst/>
          </a:prstGeom>
          <a:noFill/>
        </p:spPr>
        <p:txBody>
          <a:bodyPr wrap="square">
            <a:spAutoFit/>
          </a:bodyPr>
          <a:lstStyle/>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Réserver des sièges.</a:t>
            </a: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Consulter et gérer les réservations.</a:t>
            </a: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Télécharger le billet de voyage.</a:t>
            </a: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Consulter l'historique des réservations.</a:t>
            </a:r>
          </a:p>
        </p:txBody>
      </p:sp>
      <p:sp useBgFill="1">
        <p:nvSpPr>
          <p:cNvPr id="4" name="Rectangle: Rounded Corners 3">
            <a:extLst>
              <a:ext uri="{FF2B5EF4-FFF2-40B4-BE49-F238E27FC236}">
                <a16:creationId xmlns:a16="http://schemas.microsoft.com/office/drawing/2014/main" id="{B71E10AA-01C9-6330-305B-C3FAD3A9FB04}"/>
              </a:ext>
            </a:extLst>
          </p:cNvPr>
          <p:cNvSpPr/>
          <p:nvPr/>
        </p:nvSpPr>
        <p:spPr>
          <a:xfrm>
            <a:off x="8112500" y="2110937"/>
            <a:ext cx="3240000" cy="3240000"/>
          </a:xfrm>
          <a:prstGeom prst="roundRect">
            <a:avLst/>
          </a:prstGeom>
          <a:ln>
            <a:noFill/>
          </a:ln>
          <a:effectLst>
            <a:innerShdw blurRad="254000">
              <a:schemeClr val="bg1"/>
            </a:innerShdw>
          </a:effectLst>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dirty="0"/>
          </a:p>
        </p:txBody>
      </p:sp>
      <p:sp useBgFill="1">
        <p:nvSpPr>
          <p:cNvPr id="2" name="Rectangle: Rounded Corners 1">
            <a:extLst>
              <a:ext uri="{FF2B5EF4-FFF2-40B4-BE49-F238E27FC236}">
                <a16:creationId xmlns:a16="http://schemas.microsoft.com/office/drawing/2014/main" id="{4ED5D34A-AA37-19EA-3441-AE15E9793ECA}"/>
              </a:ext>
            </a:extLst>
          </p:cNvPr>
          <p:cNvSpPr/>
          <p:nvPr/>
        </p:nvSpPr>
        <p:spPr>
          <a:xfrm>
            <a:off x="839500" y="2110937"/>
            <a:ext cx="3240000" cy="3240000"/>
          </a:xfrm>
          <a:prstGeom prst="roundRect">
            <a:avLst/>
          </a:prstGeom>
          <a:ln>
            <a:noFill/>
          </a:ln>
          <a:effectLst>
            <a:innerShdw blurRad="254000">
              <a:schemeClr val="bg1"/>
            </a:innerShdw>
          </a:effectLst>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dirty="0"/>
          </a:p>
        </p:txBody>
      </p:sp>
      <p:sp useBgFill="1">
        <p:nvSpPr>
          <p:cNvPr id="6" name="Rectangle: Rounded Corners 5">
            <a:extLst>
              <a:ext uri="{FF2B5EF4-FFF2-40B4-BE49-F238E27FC236}">
                <a16:creationId xmlns:a16="http://schemas.microsoft.com/office/drawing/2014/main" id="{362BCB0A-D362-20A3-6D31-5C18EE24D58F}"/>
              </a:ext>
            </a:extLst>
          </p:cNvPr>
          <p:cNvSpPr/>
          <p:nvPr/>
        </p:nvSpPr>
        <p:spPr>
          <a:xfrm>
            <a:off x="4476000" y="2110937"/>
            <a:ext cx="3240000" cy="3240000"/>
          </a:xfrm>
          <a:prstGeom prst="roundRect">
            <a:avLst/>
          </a:prstGeom>
          <a:ln>
            <a:noFill/>
          </a:ln>
          <a:effectLst>
            <a:innerShdw blurRad="254000">
              <a:schemeClr val="bg1"/>
            </a:innerShdw>
          </a:effectLst>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dirty="0"/>
          </a:p>
        </p:txBody>
      </p:sp>
      <p:sp>
        <p:nvSpPr>
          <p:cNvPr id="8" name="Textbos: Create Your">
            <a:extLst>
              <a:ext uri="{FF2B5EF4-FFF2-40B4-BE49-F238E27FC236}">
                <a16:creationId xmlns:a16="http://schemas.microsoft.com/office/drawing/2014/main" id="{FFBB0B60-DCBE-6934-4C54-12F52092F191}"/>
              </a:ext>
            </a:extLst>
          </p:cNvPr>
          <p:cNvSpPr txBox="1"/>
          <p:nvPr/>
        </p:nvSpPr>
        <p:spPr>
          <a:xfrm>
            <a:off x="1690708" y="4038004"/>
            <a:ext cx="1620000" cy="360000"/>
          </a:xfrm>
          <a:prstGeom prst="rect">
            <a:avLst/>
          </a:prstGeom>
          <a:noFill/>
        </p:spPr>
        <p:txBody>
          <a:bodyPr wrap="none" lIns="0" rtlCol="0">
            <a:no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lang="en-US" sz="2200" b="1" spc="300" dirty="0">
                <a:solidFill>
                  <a:schemeClr val="bg1"/>
                </a:solidFill>
                <a:latin typeface="Oswald" pitchFamily="2" charset="0"/>
                <a:cs typeface="Poppins SemiBold" pitchFamily="2" charset="77"/>
              </a:rPr>
              <a:t>Visiteur</a:t>
            </a:r>
          </a:p>
        </p:txBody>
      </p:sp>
      <p:sp>
        <p:nvSpPr>
          <p:cNvPr id="9" name="Textbos: Create Your">
            <a:extLst>
              <a:ext uri="{FF2B5EF4-FFF2-40B4-BE49-F238E27FC236}">
                <a16:creationId xmlns:a16="http://schemas.microsoft.com/office/drawing/2014/main" id="{87B181A6-F4BA-2C8E-1454-931189BEFF50}"/>
              </a:ext>
            </a:extLst>
          </p:cNvPr>
          <p:cNvSpPr txBox="1"/>
          <p:nvPr/>
        </p:nvSpPr>
        <p:spPr>
          <a:xfrm>
            <a:off x="5327208" y="4038004"/>
            <a:ext cx="1620000" cy="360000"/>
          </a:xfrm>
          <a:prstGeom prst="rect">
            <a:avLst/>
          </a:prstGeom>
          <a:noFill/>
        </p:spPr>
        <p:txBody>
          <a:bodyPr wrap="none" lIns="0" rtlCol="0">
            <a:no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lang="en-US" sz="2200" b="1" spc="300" dirty="0">
                <a:solidFill>
                  <a:schemeClr val="bg1"/>
                </a:solidFill>
                <a:latin typeface="Oswald" pitchFamily="2" charset="0"/>
                <a:cs typeface="Poppins SemiBold" pitchFamily="2" charset="77"/>
              </a:rPr>
              <a:t>Admin</a:t>
            </a:r>
          </a:p>
        </p:txBody>
      </p:sp>
      <p:sp>
        <p:nvSpPr>
          <p:cNvPr id="10" name="Textbos: Create Your">
            <a:extLst>
              <a:ext uri="{FF2B5EF4-FFF2-40B4-BE49-F238E27FC236}">
                <a16:creationId xmlns:a16="http://schemas.microsoft.com/office/drawing/2014/main" id="{7FE956C0-988A-6ABF-8C27-CBBA5BE81CF5}"/>
              </a:ext>
            </a:extLst>
          </p:cNvPr>
          <p:cNvSpPr txBox="1"/>
          <p:nvPr/>
        </p:nvSpPr>
        <p:spPr>
          <a:xfrm>
            <a:off x="8922500" y="4038004"/>
            <a:ext cx="1620000" cy="360000"/>
          </a:xfrm>
          <a:prstGeom prst="rect">
            <a:avLst/>
          </a:prstGeom>
          <a:noFill/>
        </p:spPr>
        <p:txBody>
          <a:bodyPr wrap="none" lIns="0" rtlCol="0">
            <a:no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lang="en-US" sz="2200" b="1" spc="300" dirty="0">
                <a:solidFill>
                  <a:schemeClr val="bg1"/>
                </a:solidFill>
                <a:latin typeface="Oswald" pitchFamily="2" charset="0"/>
                <a:cs typeface="Poppins SemiBold" pitchFamily="2" charset="77"/>
              </a:rPr>
              <a:t>Client</a:t>
            </a:r>
          </a:p>
        </p:txBody>
      </p:sp>
      <p:pic>
        <p:nvPicPr>
          <p:cNvPr id="12" name="Graphic 11">
            <a:extLst>
              <a:ext uri="{FF2B5EF4-FFF2-40B4-BE49-F238E27FC236}">
                <a16:creationId xmlns:a16="http://schemas.microsoft.com/office/drawing/2014/main" id="{E94CE9EF-8EA5-73B3-E3B6-1CE45741B0E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919500" y="2870097"/>
            <a:ext cx="1080000" cy="1080000"/>
          </a:xfrm>
          <a:prstGeom prst="rect">
            <a:avLst/>
          </a:prstGeom>
        </p:spPr>
      </p:pic>
      <p:pic>
        <p:nvPicPr>
          <p:cNvPr id="13" name="Graphic 12">
            <a:extLst>
              <a:ext uri="{FF2B5EF4-FFF2-40B4-BE49-F238E27FC236}">
                <a16:creationId xmlns:a16="http://schemas.microsoft.com/office/drawing/2014/main" id="{CBDA079C-E18C-3B9E-5A6B-981F246DAA51}"/>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5556000" y="2870097"/>
            <a:ext cx="1080000" cy="1080000"/>
          </a:xfrm>
          <a:prstGeom prst="rect">
            <a:avLst/>
          </a:prstGeom>
        </p:spPr>
      </p:pic>
      <p:pic>
        <p:nvPicPr>
          <p:cNvPr id="16" name="Graphic 15">
            <a:extLst>
              <a:ext uri="{FF2B5EF4-FFF2-40B4-BE49-F238E27FC236}">
                <a16:creationId xmlns:a16="http://schemas.microsoft.com/office/drawing/2014/main" id="{A81AD26A-9632-66B2-6FB1-2320AE5D595F}"/>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9288752" y="2870097"/>
            <a:ext cx="1080000" cy="1080000"/>
          </a:xfrm>
          <a:prstGeom prst="rect">
            <a:avLst/>
          </a:prstGeom>
        </p:spPr>
      </p:pic>
      <p:sp>
        <p:nvSpPr>
          <p:cNvPr id="11" name="Slide Number Placeholder 10">
            <a:extLst>
              <a:ext uri="{FF2B5EF4-FFF2-40B4-BE49-F238E27FC236}">
                <a16:creationId xmlns:a16="http://schemas.microsoft.com/office/drawing/2014/main" id="{6A79916B-64C0-C9C3-4D73-ABB2C729895F}"/>
              </a:ext>
            </a:extLst>
          </p:cNvPr>
          <p:cNvSpPr>
            <a:spLocks noGrp="1"/>
          </p:cNvSpPr>
          <p:nvPr>
            <p:ph type="sldNum" sz="quarter" idx="12"/>
          </p:nvPr>
        </p:nvSpPr>
        <p:spPr/>
        <p:txBody>
          <a:bodyPr/>
          <a:lstStyle/>
          <a:p>
            <a:pPr algn="ctr"/>
            <a:fld id="{DD31AE6B-CDAB-407E-9BC6-E294FE5CDB12}" type="slidenum">
              <a:rPr lang="fr-FR" smtClean="0"/>
              <a:pPr algn="ctr"/>
              <a:t>9</a:t>
            </a:fld>
            <a:endParaRPr lang="fr-FR"/>
          </a:p>
        </p:txBody>
      </p:sp>
      <p:sp>
        <p:nvSpPr>
          <p:cNvPr id="18" name="Rectangle: Rounded Corners 17">
            <a:extLst>
              <a:ext uri="{FF2B5EF4-FFF2-40B4-BE49-F238E27FC236}">
                <a16:creationId xmlns:a16="http://schemas.microsoft.com/office/drawing/2014/main" id="{059904ED-6B30-349A-FC28-066C87A7C1C6}"/>
              </a:ext>
            </a:extLst>
          </p:cNvPr>
          <p:cNvSpPr/>
          <p:nvPr/>
        </p:nvSpPr>
        <p:spPr>
          <a:xfrm rot="2571227">
            <a:off x="11567899" y="6340911"/>
            <a:ext cx="396000" cy="396000"/>
          </a:xfrm>
          <a:prstGeom prst="roundRect">
            <a:avLst/>
          </a:prstGeom>
          <a:noFill/>
          <a:ln w="38100">
            <a:gradFill>
              <a:gsLst>
                <a:gs pos="20000">
                  <a:srgbClr val="E07A5F"/>
                </a:gs>
                <a:gs pos="80000">
                  <a:srgbClr val="EF233C"/>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29378378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1214699"/>
            <a:ext cx="6012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Les fonctionnalité du system</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13089"/>
            <a:ext cx="1011666" cy="897104"/>
          </a:xfrm>
          <a:prstGeom prst="ellipse">
            <a:avLst/>
          </a:prstGeom>
          <a:solidFill>
            <a:srgbClr val="EF233C"/>
          </a:solidFill>
          <a:ln w="28575" cap="flat" cmpd="sng">
            <a:noFill/>
            <a:prstDash val="solid"/>
            <a:round/>
            <a:headEnd type="none" w="sm" len="sm"/>
            <a:tailEnd type="none" w="sm" len="sm"/>
          </a:ln>
          <a:effectLst>
            <a:outerShdw blurRad="114300" dist="19050" dir="5400000" algn="bl" rotWithShape="0">
              <a:srgbClr val="EF233C">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05593"/>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02</a:t>
            </a:r>
            <a:endParaRPr lang="en" dirty="0">
              <a:solidFill>
                <a:schemeClr val="bg1"/>
              </a:solidFill>
              <a:latin typeface="Oswald ExtraLight" pitchFamily="2" charset="0"/>
            </a:endParaRPr>
          </a:p>
        </p:txBody>
      </p:sp>
      <p:sp useBgFill="1">
        <p:nvSpPr>
          <p:cNvPr id="2" name="Rectangle: Rounded Corners 1">
            <a:extLst>
              <a:ext uri="{FF2B5EF4-FFF2-40B4-BE49-F238E27FC236}">
                <a16:creationId xmlns:a16="http://schemas.microsoft.com/office/drawing/2014/main" id="{4ED5D34A-AA37-19EA-3441-AE15E9793ECA}"/>
              </a:ext>
            </a:extLst>
          </p:cNvPr>
          <p:cNvSpPr/>
          <p:nvPr/>
        </p:nvSpPr>
        <p:spPr>
          <a:xfrm>
            <a:off x="839500" y="2110937"/>
            <a:ext cx="3240000" cy="3240000"/>
          </a:xfrm>
          <a:prstGeom prst="roundRect">
            <a:avLst/>
          </a:prstGeom>
          <a:ln>
            <a:noFill/>
          </a:ln>
          <a:effectLst>
            <a:innerShdw blurRad="254000">
              <a:schemeClr val="bg1"/>
            </a:innerShdw>
          </a:effectLst>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dirty="0"/>
          </a:p>
        </p:txBody>
      </p:sp>
      <p:sp useBgFill="1">
        <p:nvSpPr>
          <p:cNvPr id="4" name="Rectangle: Rounded Corners 3">
            <a:extLst>
              <a:ext uri="{FF2B5EF4-FFF2-40B4-BE49-F238E27FC236}">
                <a16:creationId xmlns:a16="http://schemas.microsoft.com/office/drawing/2014/main" id="{B71E10AA-01C9-6330-305B-C3FAD3A9FB04}"/>
              </a:ext>
            </a:extLst>
          </p:cNvPr>
          <p:cNvSpPr/>
          <p:nvPr/>
        </p:nvSpPr>
        <p:spPr>
          <a:xfrm>
            <a:off x="8112500" y="2110937"/>
            <a:ext cx="3240000" cy="3240000"/>
          </a:xfrm>
          <a:prstGeom prst="roundRect">
            <a:avLst/>
          </a:prstGeom>
          <a:ln>
            <a:noFill/>
          </a:ln>
          <a:effectLst>
            <a:innerShdw blurRad="254000">
              <a:schemeClr val="bg1"/>
            </a:innerShdw>
          </a:effectLst>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dirty="0"/>
          </a:p>
        </p:txBody>
      </p:sp>
      <p:sp useBgFill="1">
        <p:nvSpPr>
          <p:cNvPr id="6" name="Rectangle: Rounded Corners 5">
            <a:extLst>
              <a:ext uri="{FF2B5EF4-FFF2-40B4-BE49-F238E27FC236}">
                <a16:creationId xmlns:a16="http://schemas.microsoft.com/office/drawing/2014/main" id="{362BCB0A-D362-20A3-6D31-5C18EE24D58F}"/>
              </a:ext>
            </a:extLst>
          </p:cNvPr>
          <p:cNvSpPr/>
          <p:nvPr/>
        </p:nvSpPr>
        <p:spPr>
          <a:xfrm>
            <a:off x="4476000" y="2110937"/>
            <a:ext cx="3240000" cy="3240000"/>
          </a:xfrm>
          <a:prstGeom prst="roundRect">
            <a:avLst/>
          </a:prstGeom>
          <a:ln>
            <a:noFill/>
          </a:ln>
          <a:effectLst>
            <a:innerShdw blurRad="254000">
              <a:schemeClr val="bg1"/>
            </a:innerShdw>
          </a:effectLst>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dirty="0"/>
          </a:p>
        </p:txBody>
      </p:sp>
      <p:sp>
        <p:nvSpPr>
          <p:cNvPr id="8" name="Textbos: Create Your">
            <a:extLst>
              <a:ext uri="{FF2B5EF4-FFF2-40B4-BE49-F238E27FC236}">
                <a16:creationId xmlns:a16="http://schemas.microsoft.com/office/drawing/2014/main" id="{FFBB0B60-DCBE-6934-4C54-12F52092F191}"/>
              </a:ext>
            </a:extLst>
          </p:cNvPr>
          <p:cNvSpPr txBox="1"/>
          <p:nvPr/>
        </p:nvSpPr>
        <p:spPr>
          <a:xfrm>
            <a:off x="1970071" y="2443414"/>
            <a:ext cx="1620000" cy="360000"/>
          </a:xfrm>
          <a:prstGeom prst="rect">
            <a:avLst/>
          </a:prstGeom>
          <a:noFill/>
        </p:spPr>
        <p:txBody>
          <a:bodyPr wrap="none" lIns="0" rtlCol="0">
            <a:no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lang="en-US" b="1" spc="300" dirty="0">
                <a:solidFill>
                  <a:schemeClr val="bg1"/>
                </a:solidFill>
                <a:latin typeface="Oswald" pitchFamily="2" charset="0"/>
                <a:cs typeface="Poppins SemiBold" pitchFamily="2" charset="77"/>
              </a:rPr>
              <a:t>Visiteur</a:t>
            </a:r>
            <a:endParaRPr lang="en-US" sz="2200" b="1" spc="300" dirty="0">
              <a:solidFill>
                <a:schemeClr val="bg1"/>
              </a:solidFill>
              <a:latin typeface="Oswald" pitchFamily="2" charset="0"/>
              <a:cs typeface="Poppins SemiBold" pitchFamily="2" charset="77"/>
            </a:endParaRPr>
          </a:p>
        </p:txBody>
      </p:sp>
      <p:sp>
        <p:nvSpPr>
          <p:cNvPr id="9" name="Textbos: Create Your">
            <a:extLst>
              <a:ext uri="{FF2B5EF4-FFF2-40B4-BE49-F238E27FC236}">
                <a16:creationId xmlns:a16="http://schemas.microsoft.com/office/drawing/2014/main" id="{87B181A6-F4BA-2C8E-1454-931189BEFF50}"/>
              </a:ext>
            </a:extLst>
          </p:cNvPr>
          <p:cNvSpPr txBox="1"/>
          <p:nvPr/>
        </p:nvSpPr>
        <p:spPr>
          <a:xfrm>
            <a:off x="5440114" y="2437336"/>
            <a:ext cx="1620000" cy="360000"/>
          </a:xfrm>
          <a:prstGeom prst="rect">
            <a:avLst/>
          </a:prstGeom>
          <a:noFill/>
        </p:spPr>
        <p:txBody>
          <a:bodyPr wrap="none" lIns="0" rtlCol="0">
            <a:no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lang="en-US" b="1" spc="300" dirty="0">
                <a:solidFill>
                  <a:schemeClr val="bg1"/>
                </a:solidFill>
                <a:latin typeface="Oswald" pitchFamily="2" charset="0"/>
                <a:cs typeface="Poppins SemiBold" pitchFamily="2" charset="77"/>
              </a:rPr>
              <a:t>Admin</a:t>
            </a:r>
            <a:endParaRPr lang="en-US" sz="2200" b="1" spc="300" dirty="0">
              <a:solidFill>
                <a:schemeClr val="bg1"/>
              </a:solidFill>
              <a:latin typeface="Oswald" pitchFamily="2" charset="0"/>
              <a:cs typeface="Poppins SemiBold" pitchFamily="2" charset="77"/>
            </a:endParaRPr>
          </a:p>
        </p:txBody>
      </p:sp>
      <p:sp>
        <p:nvSpPr>
          <p:cNvPr id="10" name="Textbos: Create Your">
            <a:extLst>
              <a:ext uri="{FF2B5EF4-FFF2-40B4-BE49-F238E27FC236}">
                <a16:creationId xmlns:a16="http://schemas.microsoft.com/office/drawing/2014/main" id="{7FE956C0-988A-6ABF-8C27-CBBA5BE81CF5}"/>
              </a:ext>
            </a:extLst>
          </p:cNvPr>
          <p:cNvSpPr txBox="1"/>
          <p:nvPr/>
        </p:nvSpPr>
        <p:spPr>
          <a:xfrm>
            <a:off x="9127218" y="2437336"/>
            <a:ext cx="1620000" cy="360000"/>
          </a:xfrm>
          <a:prstGeom prst="rect">
            <a:avLst/>
          </a:prstGeom>
          <a:noFill/>
        </p:spPr>
        <p:txBody>
          <a:bodyPr wrap="none" lIns="0" rtlCol="0">
            <a:no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lang="en-US" b="1" spc="300" dirty="0">
                <a:solidFill>
                  <a:schemeClr val="bg1"/>
                </a:solidFill>
                <a:latin typeface="Oswald" pitchFamily="2" charset="0"/>
                <a:cs typeface="Poppins SemiBold" pitchFamily="2" charset="77"/>
              </a:rPr>
              <a:t>Client</a:t>
            </a:r>
            <a:endParaRPr lang="en-US" sz="2200" b="1" spc="300" dirty="0">
              <a:solidFill>
                <a:schemeClr val="bg1"/>
              </a:solidFill>
              <a:latin typeface="Oswald" pitchFamily="2" charset="0"/>
              <a:cs typeface="Poppins SemiBold" pitchFamily="2" charset="77"/>
            </a:endParaRPr>
          </a:p>
        </p:txBody>
      </p:sp>
      <p:pic>
        <p:nvPicPr>
          <p:cNvPr id="12" name="Graphic 11">
            <a:extLst>
              <a:ext uri="{FF2B5EF4-FFF2-40B4-BE49-F238E27FC236}">
                <a16:creationId xmlns:a16="http://schemas.microsoft.com/office/drawing/2014/main" id="{E94CE9EF-8EA5-73B3-E3B6-1CE45741B0E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372838" y="2267443"/>
            <a:ext cx="576000" cy="576000"/>
          </a:xfrm>
          <a:prstGeom prst="rect">
            <a:avLst/>
          </a:prstGeom>
        </p:spPr>
      </p:pic>
      <p:pic>
        <p:nvPicPr>
          <p:cNvPr id="13" name="Graphic 12">
            <a:extLst>
              <a:ext uri="{FF2B5EF4-FFF2-40B4-BE49-F238E27FC236}">
                <a16:creationId xmlns:a16="http://schemas.microsoft.com/office/drawing/2014/main" id="{CBDA079C-E18C-3B9E-5A6B-981F246DAA51}"/>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5011350" y="2267443"/>
            <a:ext cx="576000" cy="576000"/>
          </a:xfrm>
          <a:prstGeom prst="rect">
            <a:avLst/>
          </a:prstGeom>
        </p:spPr>
      </p:pic>
      <p:pic>
        <p:nvPicPr>
          <p:cNvPr id="16" name="Graphic 15">
            <a:extLst>
              <a:ext uri="{FF2B5EF4-FFF2-40B4-BE49-F238E27FC236}">
                <a16:creationId xmlns:a16="http://schemas.microsoft.com/office/drawing/2014/main" id="{A81AD26A-9632-66B2-6FB1-2320AE5D595F}"/>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8647470" y="2267443"/>
            <a:ext cx="576000" cy="576000"/>
          </a:xfrm>
          <a:prstGeom prst="rect">
            <a:avLst/>
          </a:prstGeom>
        </p:spPr>
      </p:pic>
      <p:sp>
        <p:nvSpPr>
          <p:cNvPr id="14" name="TextBox 13">
            <a:extLst>
              <a:ext uri="{FF2B5EF4-FFF2-40B4-BE49-F238E27FC236}">
                <a16:creationId xmlns:a16="http://schemas.microsoft.com/office/drawing/2014/main" id="{FCEB8719-5F2C-3D46-164D-AB39DE89D1B9}"/>
              </a:ext>
            </a:extLst>
          </p:cNvPr>
          <p:cNvSpPr txBox="1"/>
          <p:nvPr/>
        </p:nvSpPr>
        <p:spPr>
          <a:xfrm>
            <a:off x="1019500" y="2973619"/>
            <a:ext cx="2880000" cy="2246769"/>
          </a:xfrm>
          <a:prstGeom prst="rect">
            <a:avLst/>
          </a:prstGeom>
          <a:noFill/>
        </p:spPr>
        <p:txBody>
          <a:bodyPr wrap="square">
            <a:spAutoFit/>
          </a:bodyPr>
          <a:lstStyle/>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Rechercher des voyages disponibles.</a:t>
            </a:r>
            <a:endParaRPr lang="en-US" sz="2000" kern="100" dirty="0">
              <a:solidFill>
                <a:schemeClr val="bg1"/>
              </a:solidFill>
              <a:effectLst/>
              <a:latin typeface="Oswald" pitchFamily="2" charset="0"/>
              <a:ea typeface="Calibri" panose="020F0502020204030204" pitchFamily="34" charset="0"/>
              <a:cs typeface="Briem Hand" pitchFamily="2" charset="0"/>
            </a:endParaRPr>
          </a:p>
          <a:p>
            <a:pPr marL="342900" indent="-342900">
              <a:buFont typeface="Arial" panose="020B0604020202020204" pitchFamily="34" charset="0"/>
              <a:buChar char="•"/>
            </a:pPr>
            <a:r>
              <a:rPr lang="fr-FR" sz="2000" kern="100" dirty="0">
                <a:solidFill>
                  <a:schemeClr val="bg1"/>
                </a:solidFill>
                <a:latin typeface="Oswald" pitchFamily="2" charset="0"/>
                <a:ea typeface="Calibri" panose="020F0502020204030204" pitchFamily="34" charset="0"/>
                <a:cs typeface="Briem Hand" pitchFamily="2" charset="0"/>
              </a:rPr>
              <a:t>Réserver des sièges</a:t>
            </a:r>
            <a:r>
              <a:rPr lang="fr-FR" sz="2000" kern="100" dirty="0" smtClean="0">
                <a:solidFill>
                  <a:schemeClr val="bg1"/>
                </a:solidFill>
                <a:latin typeface="Oswald" pitchFamily="2" charset="0"/>
                <a:ea typeface="Calibri" panose="020F0502020204030204" pitchFamily="34" charset="0"/>
                <a:cs typeface="Briem Hand" pitchFamily="2" charset="0"/>
              </a:rPr>
              <a:t>.</a:t>
            </a:r>
          </a:p>
          <a:p>
            <a:pPr marL="342900" indent="-342900">
              <a:buFont typeface="Arial" panose="020B0604020202020204" pitchFamily="34" charset="0"/>
              <a:buChar char="•"/>
            </a:pPr>
            <a:r>
              <a:rPr lang="fr-FR" sz="2000" kern="100" dirty="0">
                <a:solidFill>
                  <a:schemeClr val="bg1"/>
                </a:solidFill>
                <a:latin typeface="Oswald" pitchFamily="2" charset="0"/>
                <a:ea typeface="Calibri" panose="020F0502020204030204" pitchFamily="34" charset="0"/>
                <a:cs typeface="Briem Hand" pitchFamily="2" charset="0"/>
              </a:rPr>
              <a:t>Télécharger le billet de voyage</a:t>
            </a:r>
            <a:r>
              <a:rPr lang="fr-FR" sz="2000" kern="100" dirty="0" smtClean="0">
                <a:solidFill>
                  <a:schemeClr val="bg1"/>
                </a:solidFill>
                <a:latin typeface="Oswald" pitchFamily="2" charset="0"/>
                <a:ea typeface="Calibri" panose="020F0502020204030204" pitchFamily="34" charset="0"/>
                <a:cs typeface="Briem Hand" pitchFamily="2" charset="0"/>
              </a:rPr>
              <a:t>.</a:t>
            </a:r>
            <a:endParaRPr lang="fr-FR" sz="2000" kern="100" dirty="0">
              <a:solidFill>
                <a:schemeClr val="bg1"/>
              </a:solidFill>
              <a:latin typeface="Oswald" pitchFamily="2" charset="0"/>
              <a:ea typeface="Calibri" panose="020F0502020204030204" pitchFamily="34" charset="0"/>
              <a:cs typeface="Briem Hand" pitchFamily="2" charset="0"/>
            </a:endParaRPr>
          </a:p>
          <a:p>
            <a:pPr marL="342900" indent="-342900">
              <a:buFont typeface="Arial" panose="020B0604020202020204" pitchFamily="34" charset="0"/>
              <a:buChar char="•"/>
            </a:pPr>
            <a:r>
              <a:rPr lang="fr-FR" sz="2000" kern="100" dirty="0" smtClean="0">
                <a:solidFill>
                  <a:schemeClr val="bg1"/>
                </a:solidFill>
                <a:effectLst/>
                <a:latin typeface="Oswald" pitchFamily="2" charset="0"/>
                <a:ea typeface="Calibri" panose="020F0502020204030204" pitchFamily="34" charset="0"/>
                <a:cs typeface="Briem Hand" pitchFamily="2" charset="0"/>
              </a:rPr>
              <a:t>S'inscrire </a:t>
            </a:r>
            <a:r>
              <a:rPr lang="fr-FR" sz="2000" kern="100" dirty="0">
                <a:solidFill>
                  <a:schemeClr val="bg1"/>
                </a:solidFill>
                <a:effectLst/>
                <a:latin typeface="Oswald" pitchFamily="2" charset="0"/>
                <a:ea typeface="Calibri" panose="020F0502020204030204" pitchFamily="34" charset="0"/>
                <a:cs typeface="Briem Hand" pitchFamily="2" charset="0"/>
              </a:rPr>
              <a:t>pour créer un compte.</a:t>
            </a:r>
          </a:p>
        </p:txBody>
      </p:sp>
      <p:sp>
        <p:nvSpPr>
          <p:cNvPr id="15" name="TextBox 14">
            <a:extLst>
              <a:ext uri="{FF2B5EF4-FFF2-40B4-BE49-F238E27FC236}">
                <a16:creationId xmlns:a16="http://schemas.microsoft.com/office/drawing/2014/main" id="{03950040-0F06-3CCE-B249-6A6A4D3490DB}"/>
              </a:ext>
            </a:extLst>
          </p:cNvPr>
          <p:cNvSpPr txBox="1"/>
          <p:nvPr/>
        </p:nvSpPr>
        <p:spPr>
          <a:xfrm>
            <a:off x="4656000" y="2967865"/>
            <a:ext cx="2880000" cy="707886"/>
          </a:xfrm>
          <a:prstGeom prst="rect">
            <a:avLst/>
          </a:prstGeom>
          <a:noFill/>
        </p:spPr>
        <p:txBody>
          <a:bodyPr wrap="square">
            <a:spAutoFit/>
          </a:bodyPr>
          <a:lstStyle/>
          <a:p>
            <a:pPr marL="342900" indent="-342900" algn="just">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Gérer les utilisateurs.</a:t>
            </a:r>
          </a:p>
          <a:p>
            <a:pPr marL="342900" indent="-342900" algn="just">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Gérer les </a:t>
            </a:r>
            <a:r>
              <a:rPr lang="fr-FR" sz="2000" kern="100" dirty="0" smtClean="0">
                <a:solidFill>
                  <a:schemeClr val="bg1"/>
                </a:solidFill>
                <a:latin typeface="Oswald" pitchFamily="2" charset="0"/>
                <a:ea typeface="Calibri" panose="020F0502020204030204" pitchFamily="34" charset="0"/>
                <a:cs typeface="Briem Hand" pitchFamily="2" charset="0"/>
              </a:rPr>
              <a:t>Voyages</a:t>
            </a:r>
            <a:r>
              <a:rPr lang="fr-FR" sz="2000" kern="100" dirty="0" smtClean="0">
                <a:solidFill>
                  <a:schemeClr val="bg1"/>
                </a:solidFill>
                <a:effectLst/>
                <a:latin typeface="Oswald" pitchFamily="2" charset="0"/>
                <a:ea typeface="Calibri" panose="020F0502020204030204" pitchFamily="34" charset="0"/>
                <a:cs typeface="Briem Hand" pitchFamily="2" charset="0"/>
              </a:rPr>
              <a:t>.</a:t>
            </a:r>
          </a:p>
        </p:txBody>
      </p:sp>
      <p:sp>
        <p:nvSpPr>
          <p:cNvPr id="17" name="TextBox 16">
            <a:extLst>
              <a:ext uri="{FF2B5EF4-FFF2-40B4-BE49-F238E27FC236}">
                <a16:creationId xmlns:a16="http://schemas.microsoft.com/office/drawing/2014/main" id="{2AF8CD77-0987-692B-7C67-58A63707E1EA}"/>
              </a:ext>
            </a:extLst>
          </p:cNvPr>
          <p:cNvSpPr txBox="1"/>
          <p:nvPr/>
        </p:nvSpPr>
        <p:spPr>
          <a:xfrm>
            <a:off x="8292500" y="2973619"/>
            <a:ext cx="2880000" cy="2246769"/>
          </a:xfrm>
          <a:prstGeom prst="rect">
            <a:avLst/>
          </a:prstGeom>
          <a:noFill/>
        </p:spPr>
        <p:txBody>
          <a:bodyPr wrap="square">
            <a:spAutoFit/>
          </a:bodyPr>
          <a:lstStyle/>
          <a:p>
            <a:pPr marL="342900" indent="-342900">
              <a:buFont typeface="Arial" panose="020B0604020202020204" pitchFamily="34" charset="0"/>
              <a:buChar char="•"/>
            </a:pPr>
            <a:r>
              <a:rPr lang="fr-FR" sz="2000" kern="100" dirty="0">
                <a:solidFill>
                  <a:schemeClr val="bg1"/>
                </a:solidFill>
                <a:latin typeface="Oswald" pitchFamily="2" charset="0"/>
                <a:ea typeface="Calibri" panose="020F0502020204030204" pitchFamily="34" charset="0"/>
                <a:cs typeface="Briem Hand" pitchFamily="2" charset="0"/>
              </a:rPr>
              <a:t>Rechercher des voyages disponibles</a:t>
            </a:r>
            <a:r>
              <a:rPr lang="fr-FR" sz="2000" kern="100" dirty="0" smtClean="0">
                <a:solidFill>
                  <a:schemeClr val="bg1"/>
                </a:solidFill>
                <a:latin typeface="Oswald" pitchFamily="2" charset="0"/>
                <a:ea typeface="Calibri" panose="020F0502020204030204" pitchFamily="34" charset="0"/>
                <a:cs typeface="Briem Hand" pitchFamily="2" charset="0"/>
              </a:rPr>
              <a:t>.</a:t>
            </a:r>
            <a:endParaRPr lang="fr-FR" sz="2000" kern="100" dirty="0" smtClean="0">
              <a:solidFill>
                <a:schemeClr val="bg1"/>
              </a:solidFill>
              <a:effectLst/>
              <a:latin typeface="Oswald" pitchFamily="2" charset="0"/>
              <a:ea typeface="Calibri" panose="020F0502020204030204" pitchFamily="34" charset="0"/>
              <a:cs typeface="Briem Hand" pitchFamily="2" charset="0"/>
            </a:endParaRPr>
          </a:p>
          <a:p>
            <a:pPr marL="342900" indent="-342900">
              <a:buFont typeface="Arial" panose="020B0604020202020204" pitchFamily="34" charset="0"/>
              <a:buChar char="•"/>
            </a:pPr>
            <a:r>
              <a:rPr lang="fr-FR" sz="2000" kern="100" dirty="0" smtClean="0">
                <a:solidFill>
                  <a:schemeClr val="bg1"/>
                </a:solidFill>
                <a:effectLst/>
                <a:latin typeface="Oswald" pitchFamily="2" charset="0"/>
                <a:ea typeface="Calibri" panose="020F0502020204030204" pitchFamily="34" charset="0"/>
                <a:cs typeface="Briem Hand" pitchFamily="2" charset="0"/>
              </a:rPr>
              <a:t>Réserver </a:t>
            </a:r>
            <a:r>
              <a:rPr lang="fr-FR" sz="2000" kern="100" dirty="0">
                <a:solidFill>
                  <a:schemeClr val="bg1"/>
                </a:solidFill>
                <a:effectLst/>
                <a:latin typeface="Oswald" pitchFamily="2" charset="0"/>
                <a:ea typeface="Calibri" panose="020F0502020204030204" pitchFamily="34" charset="0"/>
                <a:cs typeface="Briem Hand" pitchFamily="2" charset="0"/>
              </a:rPr>
              <a:t>des sièges.</a:t>
            </a:r>
          </a:p>
          <a:p>
            <a:pPr marL="342900" indent="-342900">
              <a:buFont typeface="Arial" panose="020B0604020202020204" pitchFamily="34" charset="0"/>
              <a:buChar char="•"/>
            </a:pPr>
            <a:r>
              <a:rPr lang="fr-FR" sz="2000" kern="100" dirty="0" smtClean="0">
                <a:solidFill>
                  <a:schemeClr val="bg1"/>
                </a:solidFill>
                <a:effectLst/>
                <a:latin typeface="Oswald" pitchFamily="2" charset="0"/>
                <a:ea typeface="Calibri" panose="020F0502020204030204" pitchFamily="34" charset="0"/>
                <a:cs typeface="Briem Hand" pitchFamily="2" charset="0"/>
              </a:rPr>
              <a:t>Télécharger </a:t>
            </a:r>
            <a:r>
              <a:rPr lang="fr-FR" sz="2000" kern="100" dirty="0">
                <a:solidFill>
                  <a:schemeClr val="bg1"/>
                </a:solidFill>
                <a:effectLst/>
                <a:latin typeface="Oswald" pitchFamily="2" charset="0"/>
                <a:ea typeface="Calibri" panose="020F0502020204030204" pitchFamily="34" charset="0"/>
                <a:cs typeface="Briem Hand" pitchFamily="2" charset="0"/>
              </a:rPr>
              <a:t>le billet de voyage.</a:t>
            </a:r>
          </a:p>
          <a:p>
            <a:pPr marL="342900" indent="-342900">
              <a:buFont typeface="Arial" panose="020B0604020202020204" pitchFamily="34" charset="0"/>
              <a:buChar char="•"/>
            </a:pPr>
            <a:r>
              <a:rPr lang="fr-FR" sz="2000" kern="100" dirty="0">
                <a:solidFill>
                  <a:schemeClr val="bg1"/>
                </a:solidFill>
                <a:effectLst/>
                <a:latin typeface="Oswald" pitchFamily="2" charset="0"/>
                <a:ea typeface="Calibri" panose="020F0502020204030204" pitchFamily="34" charset="0"/>
                <a:cs typeface="Briem Hand" pitchFamily="2" charset="0"/>
              </a:rPr>
              <a:t>Consulter l'historique des </a:t>
            </a:r>
            <a:r>
              <a:rPr lang="fr-FR" sz="2000" kern="100" dirty="0" smtClean="0">
                <a:solidFill>
                  <a:schemeClr val="bg1"/>
                </a:solidFill>
                <a:latin typeface="Oswald" pitchFamily="2" charset="0"/>
                <a:ea typeface="Calibri" panose="020F0502020204030204" pitchFamily="34" charset="0"/>
                <a:cs typeface="Briem Hand" pitchFamily="2" charset="0"/>
              </a:rPr>
              <a:t>voyages</a:t>
            </a:r>
            <a:r>
              <a:rPr lang="fr-FR" sz="2000" kern="100" dirty="0" smtClean="0">
                <a:solidFill>
                  <a:schemeClr val="bg1"/>
                </a:solidFill>
                <a:effectLst/>
                <a:latin typeface="Oswald" pitchFamily="2" charset="0"/>
                <a:ea typeface="Calibri" panose="020F0502020204030204" pitchFamily="34" charset="0"/>
                <a:cs typeface="Briem Hand" pitchFamily="2" charset="0"/>
              </a:rPr>
              <a:t>.</a:t>
            </a:r>
            <a:endParaRPr lang="fr-FR" sz="2000" kern="100" dirty="0">
              <a:solidFill>
                <a:schemeClr val="bg1"/>
              </a:solidFill>
              <a:effectLst/>
              <a:latin typeface="Oswald" pitchFamily="2" charset="0"/>
              <a:ea typeface="Calibri" panose="020F0502020204030204" pitchFamily="34" charset="0"/>
              <a:cs typeface="Briem Hand" pitchFamily="2" charset="0"/>
            </a:endParaRPr>
          </a:p>
        </p:txBody>
      </p:sp>
      <p:sp>
        <p:nvSpPr>
          <p:cNvPr id="11" name="Slide Number Placeholder 10">
            <a:extLst>
              <a:ext uri="{FF2B5EF4-FFF2-40B4-BE49-F238E27FC236}">
                <a16:creationId xmlns:a16="http://schemas.microsoft.com/office/drawing/2014/main" id="{515EF479-D6F7-762A-1B0C-4BC9537C45ED}"/>
              </a:ext>
            </a:extLst>
          </p:cNvPr>
          <p:cNvSpPr>
            <a:spLocks noGrp="1"/>
          </p:cNvSpPr>
          <p:nvPr>
            <p:ph type="sldNum" sz="quarter" idx="12"/>
          </p:nvPr>
        </p:nvSpPr>
        <p:spPr/>
        <p:txBody>
          <a:bodyPr/>
          <a:lstStyle/>
          <a:p>
            <a:pPr algn="ctr"/>
            <a:fld id="{DD31AE6B-CDAB-407E-9BC6-E294FE5CDB12}" type="slidenum">
              <a:rPr lang="fr-FR" smtClean="0"/>
              <a:pPr algn="ctr"/>
              <a:t>10</a:t>
            </a:fld>
            <a:endParaRPr lang="fr-FR"/>
          </a:p>
        </p:txBody>
      </p:sp>
      <p:sp>
        <p:nvSpPr>
          <p:cNvPr id="18" name="Rectangle: Rounded Corners 17">
            <a:extLst>
              <a:ext uri="{FF2B5EF4-FFF2-40B4-BE49-F238E27FC236}">
                <a16:creationId xmlns:a16="http://schemas.microsoft.com/office/drawing/2014/main" id="{C754C05A-E52A-743F-EA6D-A55DD1B8974C}"/>
              </a:ext>
            </a:extLst>
          </p:cNvPr>
          <p:cNvSpPr/>
          <p:nvPr/>
        </p:nvSpPr>
        <p:spPr>
          <a:xfrm rot="2571227">
            <a:off x="11567899" y="6340911"/>
            <a:ext cx="396000" cy="396000"/>
          </a:xfrm>
          <a:prstGeom prst="roundRect">
            <a:avLst/>
          </a:prstGeom>
          <a:noFill/>
          <a:ln w="38100">
            <a:gradFill>
              <a:gsLst>
                <a:gs pos="20000">
                  <a:srgbClr val="E07A5F"/>
                </a:gs>
                <a:gs pos="80000">
                  <a:srgbClr val="EF233C"/>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221744389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69513" y="6566074"/>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Conception et Technologie logicielle</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5434264"/>
            <a:ext cx="1011666" cy="897104"/>
          </a:xfrm>
          <a:prstGeom prst="ellipse">
            <a:avLst/>
          </a:prstGeom>
          <a:solidFill>
            <a:srgbClr val="C9ADA7"/>
          </a:solidFill>
          <a:ln w="28575" cap="flat" cmpd="sng">
            <a:noFill/>
            <a:prstDash val="solid"/>
            <a:round/>
            <a:headEnd type="none" w="sm" len="sm"/>
            <a:tailEnd type="none" w="sm" len="sm"/>
          </a:ln>
          <a:effectLst>
            <a:outerShdw blurRad="114300" dist="19050" dir="5400000" algn="bl" rotWithShape="0">
              <a:srgbClr val="C9ADA7">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526768"/>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03</a:t>
            </a:r>
            <a:endParaRPr lang="en" dirty="0">
              <a:solidFill>
                <a:schemeClr val="bg1"/>
              </a:solidFill>
              <a:latin typeface="Oswald ExtraLight" pitchFamily="2" charset="0"/>
            </a:endParaRPr>
          </a:p>
        </p:txBody>
      </p:sp>
    </p:spTree>
    <p:extLst>
      <p:ext uri="{BB962C8B-B14F-4D97-AF65-F5344CB8AC3E}">
        <p14:creationId xmlns:p14="http://schemas.microsoft.com/office/powerpoint/2010/main" val="296776936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 fill="hold"/>
                                        <p:tgtEl>
                                          <p:spTgt spid="7"/>
                                        </p:tgtEl>
                                        <p:attrNameLst>
                                          <p:attrName>ppt_w</p:attrName>
                                        </p:attrNameLst>
                                      </p:cBhvr>
                                      <p:tavLst>
                                        <p:tav tm="0">
                                          <p:val>
                                            <p:fltVal val="0"/>
                                          </p:val>
                                        </p:tav>
                                        <p:tav tm="100000">
                                          <p:val>
                                            <p:strVal val="#ppt_w"/>
                                          </p:val>
                                        </p:tav>
                                      </p:tavLst>
                                    </p:anim>
                                    <p:anim calcmode="lin" valueType="num">
                                      <p:cBhvr>
                                        <p:cTn id="12" dur="10" fill="hold"/>
                                        <p:tgtEl>
                                          <p:spTgt spid="7"/>
                                        </p:tgtEl>
                                        <p:attrNameLst>
                                          <p:attrName>ppt_h</p:attrName>
                                        </p:attrNameLst>
                                      </p:cBhvr>
                                      <p:tavLst>
                                        <p:tav tm="0">
                                          <p:val>
                                            <p:fltVal val="0"/>
                                          </p:val>
                                        </p:tav>
                                        <p:tav tm="100000">
                                          <p:val>
                                            <p:strVal val="#ppt_h"/>
                                          </p:val>
                                        </p:tav>
                                      </p:tavLst>
                                    </p:anim>
                                    <p:anim calcmode="lin" valueType="num">
                                      <p:cBhvr>
                                        <p:cTn id="13" dur="10" fill="hold"/>
                                        <p:tgtEl>
                                          <p:spTgt spid="7"/>
                                        </p:tgtEl>
                                        <p:attrNameLst>
                                          <p:attrName>style.rotation</p:attrName>
                                        </p:attrNameLst>
                                      </p:cBhvr>
                                      <p:tavLst>
                                        <p:tav tm="0">
                                          <p:val>
                                            <p:fltVal val="90"/>
                                          </p:val>
                                        </p:tav>
                                        <p:tav tm="100000">
                                          <p:val>
                                            <p:fltVal val="0"/>
                                          </p:val>
                                        </p:tav>
                                      </p:tavLst>
                                    </p:anim>
                                    <p:animEffect transition="in" filter="fade">
                                      <p:cBhvr>
                                        <p:cTn id="14"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70193" y="1266834"/>
            <a:ext cx="777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Conception et Technologie logicielle</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C9ADA7"/>
          </a:solidFill>
          <a:ln w="28575" cap="flat" cmpd="sng">
            <a:noFill/>
            <a:prstDash val="solid"/>
            <a:round/>
            <a:headEnd type="none" w="sm" len="sm"/>
            <a:tailEnd type="none" w="sm" len="sm"/>
          </a:ln>
          <a:effectLst>
            <a:outerShdw blurRad="114300" dist="19050" dir="5400000" algn="bl" rotWithShape="0">
              <a:srgbClr val="C9ADA7">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03</a:t>
            </a:r>
            <a:endParaRPr lang="en" dirty="0">
              <a:solidFill>
                <a:schemeClr val="bg1"/>
              </a:solidFill>
              <a:latin typeface="Oswald ExtraLight" pitchFamily="2" charset="0"/>
            </a:endParaRPr>
          </a:p>
        </p:txBody>
      </p:sp>
      <p:grpSp>
        <p:nvGrpSpPr>
          <p:cNvPr id="13" name="Group 12">
            <a:extLst>
              <a:ext uri="{FF2B5EF4-FFF2-40B4-BE49-F238E27FC236}">
                <a16:creationId xmlns:a16="http://schemas.microsoft.com/office/drawing/2014/main" id="{C42E1039-BE76-B6E0-A961-F96F7BD53E09}"/>
              </a:ext>
            </a:extLst>
          </p:cNvPr>
          <p:cNvGrpSpPr/>
          <p:nvPr/>
        </p:nvGrpSpPr>
        <p:grpSpPr>
          <a:xfrm>
            <a:off x="4627165" y="3181346"/>
            <a:ext cx="13722570" cy="1714500"/>
            <a:chOff x="7037" y="2571750"/>
            <a:chExt cx="13722570" cy="1714500"/>
          </a:xfrm>
        </p:grpSpPr>
        <mc:AlternateContent xmlns:mc="http://schemas.openxmlformats.org/markup-compatibility/2006">
          <mc:Choice xmlns="" xmlns:pslz="http://schemas.microsoft.com/office/powerpoint/2016/slidezoom" Requires="pslz">
            <p:graphicFrame>
              <p:nvGraphicFramePr>
                <p:cNvPr id="4" name="Slide Zoom 3">
                  <a:extLst>
                    <a:ext uri="{FF2B5EF4-FFF2-40B4-BE49-F238E27FC236}">
                      <a16:creationId xmlns:a16="http://schemas.microsoft.com/office/drawing/2014/main" id="{77600AB9-8395-AE85-71BB-FAE3AFA24558}"/>
                    </a:ext>
                  </a:extLst>
                </p:cNvPr>
                <p:cNvGraphicFramePr>
                  <a:graphicFrameLocks noChangeAspect="1"/>
                </p:cNvGraphicFramePr>
                <p:nvPr>
                  <p:extLst>
                    <p:ext uri="{D42A27DB-BD31-4B8C-83A1-F6EECF244321}">
                      <p14:modId xmlns:p14="http://schemas.microsoft.com/office/powerpoint/2010/main" val="956225212"/>
                    </p:ext>
                  </p:extLst>
                </p:nvPr>
              </p:nvGraphicFramePr>
              <p:xfrm>
                <a:off x="7037" y="2571750"/>
                <a:ext cx="3048000" cy="1714500"/>
              </p:xfrm>
              <a:graphic>
                <a:graphicData uri="http://schemas.microsoft.com/office/powerpoint/2016/slidezoom">
                  <pslz:sldZm>
                    <pslz:sldZmObj sldId="280" cId="3563372100">
                      <pslz:zmPr id="{FC401C2E-F73B-4EBA-8350-6352C9BE3583}"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4" name="Slide Zoom 3">
                  <a:hlinkClick r:id="rId4" action="ppaction://hlinksldjump"/>
                  <a:extLst>
                    <a:ext uri="{FF2B5EF4-FFF2-40B4-BE49-F238E27FC236}">
                      <a16:creationId xmlns:a16="http://schemas.microsoft.com/office/drawing/2014/main" id="{77600AB9-8395-AE85-71BB-FAE3AFA24558}"/>
                    </a:ext>
                  </a:extLst>
                </p:cNvPr>
                <p:cNvPicPr>
                  <a:picLocks noGrp="1" noRot="1" noChangeAspect="1" noMove="1" noResize="1" noEditPoints="1" noAdjustHandles="1" noChangeArrowheads="1" noChangeShapeType="1"/>
                </p:cNvPicPr>
                <p:nvPr/>
              </p:nvPicPr>
              <p:blipFill>
                <a:blip r:embed="rId5"/>
                <a:stretch>
                  <a:fillRect/>
                </a:stretch>
              </p:blipFill>
              <p:spPr>
                <a:xfrm>
                  <a:off x="4627165"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8" name="Slide Zoom 7">
                  <a:extLst>
                    <a:ext uri="{FF2B5EF4-FFF2-40B4-BE49-F238E27FC236}">
                      <a16:creationId xmlns:a16="http://schemas.microsoft.com/office/drawing/2014/main" id="{7F8D929A-C173-E922-FBA1-21A1A2030352}"/>
                    </a:ext>
                  </a:extLst>
                </p:cNvPr>
                <p:cNvGraphicFramePr>
                  <a:graphicFrameLocks noChangeAspect="1"/>
                </p:cNvGraphicFramePr>
                <p:nvPr>
                  <p:extLst>
                    <p:ext uri="{D42A27DB-BD31-4B8C-83A1-F6EECF244321}">
                      <p14:modId xmlns:p14="http://schemas.microsoft.com/office/powerpoint/2010/main" val="3736359187"/>
                    </p:ext>
                  </p:extLst>
                </p:nvPr>
              </p:nvGraphicFramePr>
              <p:xfrm>
                <a:off x="3565227" y="2571750"/>
                <a:ext cx="3048000" cy="1714500"/>
              </p:xfrm>
              <a:graphic>
                <a:graphicData uri="http://schemas.microsoft.com/office/powerpoint/2016/slidezoom">
                  <pslz:sldZm>
                    <pslz:sldZmObj sldId="281" cId="4240912939">
                      <pslz:zmPr id="{51B4CEC7-1942-406C-B201-5ECAA6D98DEE}"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8" name="Slide Zoom 7">
                  <a:hlinkClick r:id="rId7" action="ppaction://hlinksldjump"/>
                  <a:extLst>
                    <a:ext uri="{FF2B5EF4-FFF2-40B4-BE49-F238E27FC236}">
                      <a16:creationId xmlns:a16="http://schemas.microsoft.com/office/drawing/2014/main" id="{7F8D929A-C173-E922-FBA1-21A1A2030352}"/>
                    </a:ext>
                  </a:extLst>
                </p:cNvPr>
                <p:cNvPicPr>
                  <a:picLocks noGrp="1" noRot="1" noChangeAspect="1" noMove="1" noResize="1" noEditPoints="1" noAdjustHandles="1" noChangeArrowheads="1" noChangeShapeType="1"/>
                </p:cNvPicPr>
                <p:nvPr/>
              </p:nvPicPr>
              <p:blipFill>
                <a:blip r:embed="rId8"/>
                <a:stretch>
                  <a:fillRect/>
                </a:stretch>
              </p:blipFill>
              <p:spPr>
                <a:xfrm>
                  <a:off x="8185355"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10" name="Slide Zoom 9">
                  <a:extLst>
                    <a:ext uri="{FF2B5EF4-FFF2-40B4-BE49-F238E27FC236}">
                      <a16:creationId xmlns:a16="http://schemas.microsoft.com/office/drawing/2014/main" id="{C940940F-5BE4-C1E8-099A-CA557B669B3B}"/>
                    </a:ext>
                  </a:extLst>
                </p:cNvPr>
                <p:cNvGraphicFramePr>
                  <a:graphicFrameLocks noChangeAspect="1"/>
                </p:cNvGraphicFramePr>
                <p:nvPr>
                  <p:extLst>
                    <p:ext uri="{D42A27DB-BD31-4B8C-83A1-F6EECF244321}">
                      <p14:modId xmlns:p14="http://schemas.microsoft.com/office/powerpoint/2010/main" val="2787022030"/>
                    </p:ext>
                  </p:extLst>
                </p:nvPr>
              </p:nvGraphicFramePr>
              <p:xfrm>
                <a:off x="7123417" y="2571750"/>
                <a:ext cx="3048000" cy="1714500"/>
              </p:xfrm>
              <a:graphic>
                <a:graphicData uri="http://schemas.microsoft.com/office/powerpoint/2016/slidezoom">
                  <pslz:sldZm>
                    <pslz:sldZmObj sldId="282" cId="622390933">
                      <pslz:zmPr id="{067E37B6-24DC-40B3-B3E1-8FB6ED3FC91D}"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10" name="Slide Zoom 9">
                  <a:hlinkClick r:id="rId10" action="ppaction://hlinksldjump"/>
                  <a:extLst>
                    <a:ext uri="{FF2B5EF4-FFF2-40B4-BE49-F238E27FC236}">
                      <a16:creationId xmlns:a16="http://schemas.microsoft.com/office/drawing/2014/main" id="{C940940F-5BE4-C1E8-099A-CA557B669B3B}"/>
                    </a:ext>
                  </a:extLst>
                </p:cNvPr>
                <p:cNvPicPr>
                  <a:picLocks noGrp="1" noRot="1" noChangeAspect="1" noMove="1" noResize="1" noEditPoints="1" noAdjustHandles="1" noChangeArrowheads="1" noChangeShapeType="1"/>
                </p:cNvPicPr>
                <p:nvPr/>
              </p:nvPicPr>
              <p:blipFill>
                <a:blip r:embed="rId11"/>
                <a:stretch>
                  <a:fillRect/>
                </a:stretch>
              </p:blipFill>
              <p:spPr>
                <a:xfrm>
                  <a:off x="11743545"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ez="http://schemas.microsoft.com/office/powerpoint/2016/sectionzoom" Requires="psez">
            <p:graphicFrame>
              <p:nvGraphicFramePr>
                <p:cNvPr id="12" name="Section Zoom 11">
                  <a:extLst>
                    <a:ext uri="{FF2B5EF4-FFF2-40B4-BE49-F238E27FC236}">
                      <a16:creationId xmlns:a16="http://schemas.microsoft.com/office/drawing/2014/main" id="{E0EEC839-966F-95F2-1FEA-2161E78D4D4C}"/>
                    </a:ext>
                  </a:extLst>
                </p:cNvPr>
                <p:cNvGraphicFramePr>
                  <a:graphicFrameLocks noChangeAspect="1"/>
                </p:cNvGraphicFramePr>
                <p:nvPr>
                  <p:extLst>
                    <p:ext uri="{D42A27DB-BD31-4B8C-83A1-F6EECF244321}">
                      <p14:modId xmlns:p14="http://schemas.microsoft.com/office/powerpoint/2010/main" val="3851273063"/>
                    </p:ext>
                  </p:extLst>
                </p:nvPr>
              </p:nvGraphicFramePr>
              <p:xfrm>
                <a:off x="10681607" y="2571750"/>
                <a:ext cx="3048000" cy="1714500"/>
              </p:xfrm>
              <a:graphic>
                <a:graphicData uri="http://schemas.microsoft.com/office/powerpoint/2016/sectionzoom">
                  <psez:sectionZm>
                    <psez:sectionZmObj sectionId="{9B9AC848-1C47-402B-99E4-316F1D44C1C5}">
                      <psez:zmPr id="{E367D993-5998-4C24-ABE2-C9C0CBE74B67}"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noFill/>
                          </a:ln>
                          <a:effectLst>
                            <a:reflection blurRad="6350" stA="20000" endPos="55500" dist="50800" dir="5400000" sy="-100000" algn="bl" rotWithShape="0"/>
                          </a:effectLst>
                        </p166:spPr>
                      </psez:zmPr>
                    </psez:sectionZmObj>
                  </psez:sectionZm>
                </a:graphicData>
              </a:graphic>
            </p:graphicFrame>
          </mc:Choice>
          <mc:Fallback>
            <p:pic>
              <p:nvPicPr>
                <p:cNvPr id="12" name="Section Zoom 11">
                  <a:hlinkClick r:id="rId13" action="ppaction://hlinksldjump"/>
                  <a:extLst>
                    <a:ext uri="{FF2B5EF4-FFF2-40B4-BE49-F238E27FC236}">
                      <a16:creationId xmlns:a16="http://schemas.microsoft.com/office/drawing/2014/main" id="{E0EEC839-966F-95F2-1FEA-2161E78D4D4C}"/>
                    </a:ext>
                  </a:extLst>
                </p:cNvPr>
                <p:cNvPicPr>
                  <a:picLocks noGrp="1" noRot="1" noChangeAspect="1" noMove="1" noResize="1" noEditPoints="1" noAdjustHandles="1" noChangeArrowheads="1" noChangeShapeType="1"/>
                </p:cNvPicPr>
                <p:nvPr/>
              </p:nvPicPr>
              <p:blipFill>
                <a:blip r:embed="rId14"/>
                <a:stretch>
                  <a:fillRect/>
                </a:stretch>
              </p:blipFill>
              <p:spPr>
                <a:xfrm>
                  <a:off x="15301735" y="3181346"/>
                  <a:ext cx="3048000" cy="1714500"/>
                </a:xfrm>
                <a:prstGeom prst="rect">
                  <a:avLst/>
                </a:prstGeom>
                <a:ln w="3175">
                  <a:noFill/>
                </a:ln>
                <a:effectLst>
                  <a:reflection blurRad="6350" stA="20000" endPos="55500" dist="50800" dir="5400000" sy="-100000" algn="bl" rotWithShape="0"/>
                </a:effectLst>
              </p:spPr>
            </p:pic>
          </mc:Fallback>
        </mc:AlternateContent>
      </p:grpSp>
      <p:pic>
        <p:nvPicPr>
          <p:cNvPr id="15" name="Graphic 14">
            <a:hlinkClick r:id="" action="ppaction://hlinkshowjump?jump=nextslide"/>
            <a:extLst>
              <a:ext uri="{FF2B5EF4-FFF2-40B4-BE49-F238E27FC236}">
                <a16:creationId xmlns:a16="http://schemas.microsoft.com/office/drawing/2014/main" id="{66A28931-C955-4272-3A47-1D4A8FBAF00A}"/>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11299419" y="3840004"/>
            <a:ext cx="396000" cy="396000"/>
          </a:xfrm>
          <a:prstGeom prst="rect">
            <a:avLst/>
          </a:prstGeom>
        </p:spPr>
      </p:pic>
      <p:pic>
        <p:nvPicPr>
          <p:cNvPr id="16" name="Graphic 15">
            <a:hlinkClick r:id="" action="ppaction://hlinkshowjump?jump=previousslide"/>
            <a:extLst>
              <a:ext uri="{FF2B5EF4-FFF2-40B4-BE49-F238E27FC236}">
                <a16:creationId xmlns:a16="http://schemas.microsoft.com/office/drawing/2014/main" id="{30800002-B4B3-E9FC-1218-41D410F197F2}"/>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rot="10800000">
            <a:off x="-618119" y="3840004"/>
            <a:ext cx="396000" cy="396000"/>
          </a:xfrm>
          <a:prstGeom prst="rect">
            <a:avLst/>
          </a:prstGeom>
        </p:spPr>
      </p:pic>
      <p:sp>
        <p:nvSpPr>
          <p:cNvPr id="18" name="First">
            <a:hlinkClick r:id="rId17" action="ppaction://hlinksldjump"/>
            <a:extLst>
              <a:ext uri="{FF2B5EF4-FFF2-40B4-BE49-F238E27FC236}">
                <a16:creationId xmlns:a16="http://schemas.microsoft.com/office/drawing/2014/main" id="{DD0E6727-3894-4BED-93F3-4C3EECD593F8}"/>
              </a:ext>
            </a:extLst>
          </p:cNvPr>
          <p:cNvSpPr/>
          <p:nvPr/>
        </p:nvSpPr>
        <p:spPr>
          <a:xfrm>
            <a:off x="5871411" y="5944093"/>
            <a:ext cx="144000" cy="144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last">
            <a:hlinkClick r:id="rId18" action="ppaction://hlinksldjump"/>
            <a:extLst>
              <a:ext uri="{FF2B5EF4-FFF2-40B4-BE49-F238E27FC236}">
                <a16:creationId xmlns:a16="http://schemas.microsoft.com/office/drawing/2014/main" id="{A2796EDE-B8F8-A673-FABF-D104BF0A6357}"/>
              </a:ext>
            </a:extLst>
          </p:cNvPr>
          <p:cNvSpPr/>
          <p:nvPr/>
        </p:nvSpPr>
        <p:spPr>
          <a:xfrm>
            <a:off x="6174246" y="5944093"/>
            <a:ext cx="144000" cy="144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Slide Number Placeholder 19">
            <a:extLst>
              <a:ext uri="{FF2B5EF4-FFF2-40B4-BE49-F238E27FC236}">
                <a16:creationId xmlns:a16="http://schemas.microsoft.com/office/drawing/2014/main" id="{B61726AB-B1A6-AD11-EB50-8E02F67F66B8}"/>
              </a:ext>
            </a:extLst>
          </p:cNvPr>
          <p:cNvSpPr>
            <a:spLocks noGrp="1"/>
          </p:cNvSpPr>
          <p:nvPr>
            <p:ph type="sldNum" sz="quarter" idx="12"/>
          </p:nvPr>
        </p:nvSpPr>
        <p:spPr/>
        <p:txBody>
          <a:bodyPr/>
          <a:lstStyle/>
          <a:p>
            <a:pPr algn="ctr"/>
            <a:fld id="{DD31AE6B-CDAB-407E-9BC6-E294FE5CDB12}" type="slidenum">
              <a:rPr lang="fr-FR" smtClean="0"/>
              <a:pPr algn="ctr"/>
              <a:t>12</a:t>
            </a:fld>
            <a:endParaRPr lang="fr-FR"/>
          </a:p>
        </p:txBody>
      </p:sp>
      <p:sp>
        <p:nvSpPr>
          <p:cNvPr id="21" name="Rectangle: Rounded Corners 20">
            <a:extLst>
              <a:ext uri="{FF2B5EF4-FFF2-40B4-BE49-F238E27FC236}">
                <a16:creationId xmlns:a16="http://schemas.microsoft.com/office/drawing/2014/main" id="{FEFB43B6-D8B8-0505-3ED5-0ADF99502321}"/>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61208812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70193" y="1266834"/>
            <a:ext cx="777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Conception et Technologie logicielle</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C9ADA7"/>
          </a:solidFill>
          <a:ln w="28575" cap="flat" cmpd="sng">
            <a:noFill/>
            <a:prstDash val="solid"/>
            <a:round/>
            <a:headEnd type="none" w="sm" len="sm"/>
            <a:tailEnd type="none" w="sm" len="sm"/>
          </a:ln>
          <a:effectLst>
            <a:outerShdw blurRad="114300" dist="19050" dir="5400000" algn="bl" rotWithShape="0">
              <a:srgbClr val="C9ADA7">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03</a:t>
            </a:r>
            <a:endParaRPr lang="en" dirty="0">
              <a:solidFill>
                <a:schemeClr val="bg1"/>
              </a:solidFill>
              <a:latin typeface="Oswald ExtraLight" pitchFamily="2" charset="0"/>
            </a:endParaRPr>
          </a:p>
        </p:txBody>
      </p:sp>
      <p:grpSp>
        <p:nvGrpSpPr>
          <p:cNvPr id="13" name="Group 12">
            <a:extLst>
              <a:ext uri="{FF2B5EF4-FFF2-40B4-BE49-F238E27FC236}">
                <a16:creationId xmlns:a16="http://schemas.microsoft.com/office/drawing/2014/main" id="{C42E1039-BE76-B6E0-A961-F96F7BD53E09}"/>
              </a:ext>
            </a:extLst>
          </p:cNvPr>
          <p:cNvGrpSpPr/>
          <p:nvPr/>
        </p:nvGrpSpPr>
        <p:grpSpPr>
          <a:xfrm>
            <a:off x="1017696" y="3181346"/>
            <a:ext cx="13722570" cy="1714500"/>
            <a:chOff x="7037" y="2571750"/>
            <a:chExt cx="13722570" cy="1714500"/>
          </a:xfrm>
        </p:grpSpPr>
        <mc:AlternateContent xmlns:mc="http://schemas.openxmlformats.org/markup-compatibility/2006">
          <mc:Choice xmlns="" xmlns:pslz="http://schemas.microsoft.com/office/powerpoint/2016/slidezoom" Requires="pslz">
            <p:graphicFrame>
              <p:nvGraphicFramePr>
                <p:cNvPr id="4" name="Slide Zoom 3">
                  <a:extLst>
                    <a:ext uri="{FF2B5EF4-FFF2-40B4-BE49-F238E27FC236}">
                      <a16:creationId xmlns:a16="http://schemas.microsoft.com/office/drawing/2014/main" id="{77600AB9-8395-AE85-71BB-FAE3AFA24558}"/>
                    </a:ext>
                  </a:extLst>
                </p:cNvPr>
                <p:cNvGraphicFramePr>
                  <a:graphicFrameLocks noChangeAspect="1"/>
                </p:cNvGraphicFramePr>
                <p:nvPr/>
              </p:nvGraphicFramePr>
              <p:xfrm>
                <a:off x="7037" y="2571750"/>
                <a:ext cx="3048000" cy="1714500"/>
              </p:xfrm>
              <a:graphic>
                <a:graphicData uri="http://schemas.microsoft.com/office/powerpoint/2016/slidezoom">
                  <pslz:sldZm>
                    <pslz:sldZmObj sldId="280" cId="3563372100">
                      <pslz:zmPr id="{FC401C2E-F73B-4EBA-8350-6352C9BE3583}"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4" name="Slide Zoom 3">
                  <a:hlinkClick r:id="rId4" action="ppaction://hlinksldjump"/>
                  <a:extLst>
                    <a:ext uri="{FF2B5EF4-FFF2-40B4-BE49-F238E27FC236}">
                      <a16:creationId xmlns:a16="http://schemas.microsoft.com/office/drawing/2014/main" id="{77600AB9-8395-AE85-71BB-FAE3AFA24558}"/>
                    </a:ext>
                  </a:extLst>
                </p:cNvPr>
                <p:cNvPicPr>
                  <a:picLocks noGrp="1" noRot="1" noChangeAspect="1" noMove="1" noResize="1" noEditPoints="1" noAdjustHandles="1" noChangeArrowheads="1" noChangeShapeType="1"/>
                </p:cNvPicPr>
                <p:nvPr/>
              </p:nvPicPr>
              <p:blipFill>
                <a:blip r:embed="rId5"/>
                <a:stretch>
                  <a:fillRect/>
                </a:stretch>
              </p:blipFill>
              <p:spPr>
                <a:xfrm>
                  <a:off x="1017696"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8" name="Slide Zoom 7">
                  <a:extLst>
                    <a:ext uri="{FF2B5EF4-FFF2-40B4-BE49-F238E27FC236}">
                      <a16:creationId xmlns:a16="http://schemas.microsoft.com/office/drawing/2014/main" id="{7F8D929A-C173-E922-FBA1-21A1A2030352}"/>
                    </a:ext>
                  </a:extLst>
                </p:cNvPr>
                <p:cNvGraphicFramePr>
                  <a:graphicFrameLocks noChangeAspect="1"/>
                </p:cNvGraphicFramePr>
                <p:nvPr/>
              </p:nvGraphicFramePr>
              <p:xfrm>
                <a:off x="3565227" y="2571750"/>
                <a:ext cx="3048000" cy="1714500"/>
              </p:xfrm>
              <a:graphic>
                <a:graphicData uri="http://schemas.microsoft.com/office/powerpoint/2016/slidezoom">
                  <pslz:sldZm>
                    <pslz:sldZmObj sldId="281" cId="4240912939">
                      <pslz:zmPr id="{51B4CEC7-1942-406C-B201-5ECAA6D98DEE}"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8" name="Slide Zoom 7">
                  <a:hlinkClick r:id="rId7" action="ppaction://hlinksldjump"/>
                  <a:extLst>
                    <a:ext uri="{FF2B5EF4-FFF2-40B4-BE49-F238E27FC236}">
                      <a16:creationId xmlns:a16="http://schemas.microsoft.com/office/drawing/2014/main" id="{7F8D929A-C173-E922-FBA1-21A1A2030352}"/>
                    </a:ext>
                  </a:extLst>
                </p:cNvPr>
                <p:cNvPicPr>
                  <a:picLocks noGrp="1" noRot="1" noChangeAspect="1" noMove="1" noResize="1" noEditPoints="1" noAdjustHandles="1" noChangeArrowheads="1" noChangeShapeType="1"/>
                </p:cNvPicPr>
                <p:nvPr/>
              </p:nvPicPr>
              <p:blipFill>
                <a:blip r:embed="rId8"/>
                <a:stretch>
                  <a:fillRect/>
                </a:stretch>
              </p:blipFill>
              <p:spPr>
                <a:xfrm>
                  <a:off x="4575886"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10" name="Slide Zoom 9">
                  <a:extLst>
                    <a:ext uri="{FF2B5EF4-FFF2-40B4-BE49-F238E27FC236}">
                      <a16:creationId xmlns:a16="http://schemas.microsoft.com/office/drawing/2014/main" id="{C940940F-5BE4-C1E8-099A-CA557B669B3B}"/>
                    </a:ext>
                  </a:extLst>
                </p:cNvPr>
                <p:cNvGraphicFramePr>
                  <a:graphicFrameLocks noChangeAspect="1"/>
                </p:cNvGraphicFramePr>
                <p:nvPr/>
              </p:nvGraphicFramePr>
              <p:xfrm>
                <a:off x="7123417" y="2571750"/>
                <a:ext cx="3048000" cy="1714500"/>
              </p:xfrm>
              <a:graphic>
                <a:graphicData uri="http://schemas.microsoft.com/office/powerpoint/2016/slidezoom">
                  <pslz:sldZm>
                    <pslz:sldZmObj sldId="282" cId="622390933">
                      <pslz:zmPr id="{067E37B6-24DC-40B3-B3E1-8FB6ED3FC91D}"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10" name="Slide Zoom 9">
                  <a:hlinkClick r:id="rId10" action="ppaction://hlinksldjump"/>
                  <a:extLst>
                    <a:ext uri="{FF2B5EF4-FFF2-40B4-BE49-F238E27FC236}">
                      <a16:creationId xmlns:a16="http://schemas.microsoft.com/office/drawing/2014/main" id="{C940940F-5BE4-C1E8-099A-CA557B669B3B}"/>
                    </a:ext>
                  </a:extLst>
                </p:cNvPr>
                <p:cNvPicPr>
                  <a:picLocks noGrp="1" noRot="1" noChangeAspect="1" noMove="1" noResize="1" noEditPoints="1" noAdjustHandles="1" noChangeArrowheads="1" noChangeShapeType="1"/>
                </p:cNvPicPr>
                <p:nvPr/>
              </p:nvPicPr>
              <p:blipFill>
                <a:blip r:embed="rId11"/>
                <a:stretch>
                  <a:fillRect/>
                </a:stretch>
              </p:blipFill>
              <p:spPr>
                <a:xfrm>
                  <a:off x="8134076"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ez="http://schemas.microsoft.com/office/powerpoint/2016/sectionzoom" Requires="psez">
            <p:graphicFrame>
              <p:nvGraphicFramePr>
                <p:cNvPr id="12" name="Section Zoom 11">
                  <a:extLst>
                    <a:ext uri="{FF2B5EF4-FFF2-40B4-BE49-F238E27FC236}">
                      <a16:creationId xmlns:a16="http://schemas.microsoft.com/office/drawing/2014/main" id="{E0EEC839-966F-95F2-1FEA-2161E78D4D4C}"/>
                    </a:ext>
                  </a:extLst>
                </p:cNvPr>
                <p:cNvGraphicFramePr>
                  <a:graphicFrameLocks noChangeAspect="1"/>
                </p:cNvGraphicFramePr>
                <p:nvPr/>
              </p:nvGraphicFramePr>
              <p:xfrm>
                <a:off x="10681607" y="2571750"/>
                <a:ext cx="3048000" cy="1714500"/>
              </p:xfrm>
              <a:graphic>
                <a:graphicData uri="http://schemas.microsoft.com/office/powerpoint/2016/sectionzoom">
                  <psez:sectionZm>
                    <psez:sectionZmObj sectionId="{9B9AC848-1C47-402B-99E4-316F1D44C1C5}">
                      <psez:zmPr id="{E367D993-5998-4C24-ABE2-C9C0CBE74B67}"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noFill/>
                          </a:ln>
                          <a:effectLst>
                            <a:reflection blurRad="6350" stA="20000" endPos="55500" dist="50800" dir="5400000" sy="-100000" algn="bl" rotWithShape="0"/>
                          </a:effectLst>
                        </p166:spPr>
                      </psez:zmPr>
                    </psez:sectionZmObj>
                  </psez:sectionZm>
                </a:graphicData>
              </a:graphic>
            </p:graphicFrame>
          </mc:Choice>
          <mc:Fallback>
            <p:pic>
              <p:nvPicPr>
                <p:cNvPr id="12" name="Section Zoom 11">
                  <a:hlinkClick r:id="rId13" action="ppaction://hlinksldjump"/>
                  <a:extLst>
                    <a:ext uri="{FF2B5EF4-FFF2-40B4-BE49-F238E27FC236}">
                      <a16:creationId xmlns:a16="http://schemas.microsoft.com/office/drawing/2014/main" id="{E0EEC839-966F-95F2-1FEA-2161E78D4D4C}"/>
                    </a:ext>
                  </a:extLst>
                </p:cNvPr>
                <p:cNvPicPr>
                  <a:picLocks noGrp="1" noRot="1" noChangeAspect="1" noMove="1" noResize="1" noEditPoints="1" noAdjustHandles="1" noChangeArrowheads="1" noChangeShapeType="1"/>
                </p:cNvPicPr>
                <p:nvPr/>
              </p:nvPicPr>
              <p:blipFill>
                <a:blip r:embed="rId14"/>
                <a:stretch>
                  <a:fillRect/>
                </a:stretch>
              </p:blipFill>
              <p:spPr>
                <a:xfrm>
                  <a:off x="11692266" y="3181346"/>
                  <a:ext cx="3048000" cy="1714500"/>
                </a:xfrm>
                <a:prstGeom prst="rect">
                  <a:avLst/>
                </a:prstGeom>
                <a:ln w="3175">
                  <a:noFill/>
                </a:ln>
                <a:effectLst>
                  <a:reflection blurRad="6350" stA="20000" endPos="55500" dist="50800" dir="5400000" sy="-100000" algn="bl" rotWithShape="0"/>
                </a:effectLst>
              </p:spPr>
            </p:pic>
          </mc:Fallback>
        </mc:AlternateContent>
      </p:grpSp>
      <p:pic>
        <p:nvPicPr>
          <p:cNvPr id="15" name="Graphic 14">
            <a:hlinkClick r:id="" action="ppaction://hlinkshowjump?jump=nextslide"/>
            <a:extLst>
              <a:ext uri="{FF2B5EF4-FFF2-40B4-BE49-F238E27FC236}">
                <a16:creationId xmlns:a16="http://schemas.microsoft.com/office/drawing/2014/main" id="{66A28931-C955-4272-3A47-1D4A8FBAF00A}"/>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11299419" y="3840004"/>
            <a:ext cx="396000" cy="396000"/>
          </a:xfrm>
          <a:prstGeom prst="rect">
            <a:avLst/>
          </a:prstGeom>
        </p:spPr>
      </p:pic>
      <p:pic>
        <p:nvPicPr>
          <p:cNvPr id="2" name="Graphic 1">
            <a:hlinkClick r:id="" action="ppaction://hlinkshowjump?jump=previousslide"/>
            <a:extLst>
              <a:ext uri="{FF2B5EF4-FFF2-40B4-BE49-F238E27FC236}">
                <a16:creationId xmlns:a16="http://schemas.microsoft.com/office/drawing/2014/main" id="{EA642D68-F1D0-6E13-2C31-57C8077B09FC}"/>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rot="10800000">
            <a:off x="550004" y="3840004"/>
            <a:ext cx="396000" cy="396000"/>
          </a:xfrm>
          <a:prstGeom prst="rect">
            <a:avLst/>
          </a:prstGeom>
        </p:spPr>
      </p:pic>
      <p:sp>
        <p:nvSpPr>
          <p:cNvPr id="6" name="First">
            <a:hlinkClick r:id="rId17" action="ppaction://hlinksldjump"/>
            <a:extLst>
              <a:ext uri="{FF2B5EF4-FFF2-40B4-BE49-F238E27FC236}">
                <a16:creationId xmlns:a16="http://schemas.microsoft.com/office/drawing/2014/main" id="{8BECD810-A55B-C141-160D-9B654FBED6B8}"/>
              </a:ext>
            </a:extLst>
          </p:cNvPr>
          <p:cNvSpPr/>
          <p:nvPr/>
        </p:nvSpPr>
        <p:spPr>
          <a:xfrm>
            <a:off x="5871411" y="5944093"/>
            <a:ext cx="144000" cy="144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last">
            <a:hlinkClick r:id="rId18" action="ppaction://hlinksldjump"/>
            <a:extLst>
              <a:ext uri="{FF2B5EF4-FFF2-40B4-BE49-F238E27FC236}">
                <a16:creationId xmlns:a16="http://schemas.microsoft.com/office/drawing/2014/main" id="{34AB6483-8027-B071-CD85-627379124B39}"/>
              </a:ext>
            </a:extLst>
          </p:cNvPr>
          <p:cNvSpPr/>
          <p:nvPr/>
        </p:nvSpPr>
        <p:spPr>
          <a:xfrm>
            <a:off x="6174246" y="5944093"/>
            <a:ext cx="144000" cy="144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Slide Number Placeholder 10">
            <a:extLst>
              <a:ext uri="{FF2B5EF4-FFF2-40B4-BE49-F238E27FC236}">
                <a16:creationId xmlns:a16="http://schemas.microsoft.com/office/drawing/2014/main" id="{55B79751-740F-8840-C14F-44E15B0DAF9B}"/>
              </a:ext>
            </a:extLst>
          </p:cNvPr>
          <p:cNvSpPr>
            <a:spLocks noGrp="1"/>
          </p:cNvSpPr>
          <p:nvPr>
            <p:ph type="sldNum" sz="quarter" idx="12"/>
          </p:nvPr>
        </p:nvSpPr>
        <p:spPr/>
        <p:txBody>
          <a:bodyPr/>
          <a:lstStyle/>
          <a:p>
            <a:pPr algn="ctr"/>
            <a:fld id="{DD31AE6B-CDAB-407E-9BC6-E294FE5CDB12}" type="slidenum">
              <a:rPr lang="fr-FR" smtClean="0"/>
              <a:pPr algn="ctr"/>
              <a:t>13</a:t>
            </a:fld>
            <a:endParaRPr lang="fr-FR"/>
          </a:p>
        </p:txBody>
      </p:sp>
      <p:sp>
        <p:nvSpPr>
          <p:cNvPr id="14" name="Rectangle: Rounded Corners 13">
            <a:extLst>
              <a:ext uri="{FF2B5EF4-FFF2-40B4-BE49-F238E27FC236}">
                <a16:creationId xmlns:a16="http://schemas.microsoft.com/office/drawing/2014/main" id="{CDE8D0B8-759A-A309-EBEB-360075B702C5}"/>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75059867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70193" y="1266834"/>
            <a:ext cx="777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Conception et Technologie logicielle</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C9ADA7"/>
          </a:solidFill>
          <a:ln w="28575" cap="flat" cmpd="sng">
            <a:noFill/>
            <a:prstDash val="solid"/>
            <a:round/>
            <a:headEnd type="none" w="sm" len="sm"/>
            <a:tailEnd type="none" w="sm" len="sm"/>
          </a:ln>
          <a:effectLst>
            <a:outerShdw blurRad="114300" dist="19050" dir="5400000" algn="bl" rotWithShape="0">
              <a:srgbClr val="C9ADA7">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03</a:t>
            </a:r>
            <a:endParaRPr lang="en" dirty="0">
              <a:solidFill>
                <a:schemeClr val="bg1"/>
              </a:solidFill>
              <a:latin typeface="Oswald ExtraLight" pitchFamily="2" charset="0"/>
            </a:endParaRPr>
          </a:p>
        </p:txBody>
      </p:sp>
      <p:grpSp>
        <p:nvGrpSpPr>
          <p:cNvPr id="13" name="Group 12">
            <a:extLst>
              <a:ext uri="{FF2B5EF4-FFF2-40B4-BE49-F238E27FC236}">
                <a16:creationId xmlns:a16="http://schemas.microsoft.com/office/drawing/2014/main" id="{C42E1039-BE76-B6E0-A961-F96F7BD53E09}"/>
              </a:ext>
            </a:extLst>
          </p:cNvPr>
          <p:cNvGrpSpPr/>
          <p:nvPr/>
        </p:nvGrpSpPr>
        <p:grpSpPr>
          <a:xfrm>
            <a:off x="-2511565" y="3181346"/>
            <a:ext cx="13722570" cy="1714500"/>
            <a:chOff x="7037" y="2571750"/>
            <a:chExt cx="13722570" cy="1714500"/>
          </a:xfrm>
        </p:grpSpPr>
        <mc:AlternateContent xmlns:mc="http://schemas.openxmlformats.org/markup-compatibility/2006">
          <mc:Choice xmlns="" xmlns:pslz="http://schemas.microsoft.com/office/powerpoint/2016/slidezoom" Requires="pslz">
            <p:graphicFrame>
              <p:nvGraphicFramePr>
                <p:cNvPr id="4" name="Slide Zoom 3">
                  <a:extLst>
                    <a:ext uri="{FF2B5EF4-FFF2-40B4-BE49-F238E27FC236}">
                      <a16:creationId xmlns:a16="http://schemas.microsoft.com/office/drawing/2014/main" id="{77600AB9-8395-AE85-71BB-FAE3AFA24558}"/>
                    </a:ext>
                  </a:extLst>
                </p:cNvPr>
                <p:cNvGraphicFramePr>
                  <a:graphicFrameLocks noChangeAspect="1"/>
                </p:cNvGraphicFramePr>
                <p:nvPr/>
              </p:nvGraphicFramePr>
              <p:xfrm>
                <a:off x="7037" y="2571750"/>
                <a:ext cx="3048000" cy="1714500"/>
              </p:xfrm>
              <a:graphic>
                <a:graphicData uri="http://schemas.microsoft.com/office/powerpoint/2016/slidezoom">
                  <pslz:sldZm>
                    <pslz:sldZmObj sldId="280" cId="3563372100">
                      <pslz:zmPr id="{FC401C2E-F73B-4EBA-8350-6352C9BE3583}"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4" name="Slide Zoom 3">
                  <a:hlinkClick r:id="rId4" action="ppaction://hlinksldjump"/>
                  <a:extLst>
                    <a:ext uri="{FF2B5EF4-FFF2-40B4-BE49-F238E27FC236}">
                      <a16:creationId xmlns:a16="http://schemas.microsoft.com/office/drawing/2014/main" id="{77600AB9-8395-AE85-71BB-FAE3AFA24558}"/>
                    </a:ext>
                  </a:extLst>
                </p:cNvPr>
                <p:cNvPicPr>
                  <a:picLocks noGrp="1" noRot="1" noChangeAspect="1" noMove="1" noResize="1" noEditPoints="1" noAdjustHandles="1" noChangeArrowheads="1" noChangeShapeType="1"/>
                </p:cNvPicPr>
                <p:nvPr/>
              </p:nvPicPr>
              <p:blipFill>
                <a:blip r:embed="rId5"/>
                <a:stretch>
                  <a:fillRect/>
                </a:stretch>
              </p:blipFill>
              <p:spPr>
                <a:xfrm>
                  <a:off x="-2511565"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8" name="Slide Zoom 7">
                  <a:extLst>
                    <a:ext uri="{FF2B5EF4-FFF2-40B4-BE49-F238E27FC236}">
                      <a16:creationId xmlns:a16="http://schemas.microsoft.com/office/drawing/2014/main" id="{7F8D929A-C173-E922-FBA1-21A1A2030352}"/>
                    </a:ext>
                  </a:extLst>
                </p:cNvPr>
                <p:cNvGraphicFramePr>
                  <a:graphicFrameLocks noChangeAspect="1"/>
                </p:cNvGraphicFramePr>
                <p:nvPr/>
              </p:nvGraphicFramePr>
              <p:xfrm>
                <a:off x="3565227" y="2571750"/>
                <a:ext cx="3048000" cy="1714500"/>
              </p:xfrm>
              <a:graphic>
                <a:graphicData uri="http://schemas.microsoft.com/office/powerpoint/2016/slidezoom">
                  <pslz:sldZm>
                    <pslz:sldZmObj sldId="281" cId="4240912939">
                      <pslz:zmPr id="{51B4CEC7-1942-406C-B201-5ECAA6D98DEE}"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8" name="Slide Zoom 7">
                  <a:hlinkClick r:id="rId7" action="ppaction://hlinksldjump"/>
                  <a:extLst>
                    <a:ext uri="{FF2B5EF4-FFF2-40B4-BE49-F238E27FC236}">
                      <a16:creationId xmlns:a16="http://schemas.microsoft.com/office/drawing/2014/main" id="{7F8D929A-C173-E922-FBA1-21A1A2030352}"/>
                    </a:ext>
                  </a:extLst>
                </p:cNvPr>
                <p:cNvPicPr>
                  <a:picLocks noGrp="1" noRot="1" noChangeAspect="1" noMove="1" noResize="1" noEditPoints="1" noAdjustHandles="1" noChangeArrowheads="1" noChangeShapeType="1"/>
                </p:cNvPicPr>
                <p:nvPr/>
              </p:nvPicPr>
              <p:blipFill>
                <a:blip r:embed="rId8"/>
                <a:stretch>
                  <a:fillRect/>
                </a:stretch>
              </p:blipFill>
              <p:spPr>
                <a:xfrm>
                  <a:off x="1046625"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10" name="Slide Zoom 9">
                  <a:extLst>
                    <a:ext uri="{FF2B5EF4-FFF2-40B4-BE49-F238E27FC236}">
                      <a16:creationId xmlns:a16="http://schemas.microsoft.com/office/drawing/2014/main" id="{C940940F-5BE4-C1E8-099A-CA557B669B3B}"/>
                    </a:ext>
                  </a:extLst>
                </p:cNvPr>
                <p:cNvGraphicFramePr>
                  <a:graphicFrameLocks noChangeAspect="1"/>
                </p:cNvGraphicFramePr>
                <p:nvPr/>
              </p:nvGraphicFramePr>
              <p:xfrm>
                <a:off x="7123417" y="2571750"/>
                <a:ext cx="3048000" cy="1714500"/>
              </p:xfrm>
              <a:graphic>
                <a:graphicData uri="http://schemas.microsoft.com/office/powerpoint/2016/slidezoom">
                  <pslz:sldZm>
                    <pslz:sldZmObj sldId="282" cId="622390933">
                      <pslz:zmPr id="{067E37B6-24DC-40B3-B3E1-8FB6ED3FC91D}"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10" name="Slide Zoom 9">
                  <a:hlinkClick r:id="rId10" action="ppaction://hlinksldjump"/>
                  <a:extLst>
                    <a:ext uri="{FF2B5EF4-FFF2-40B4-BE49-F238E27FC236}">
                      <a16:creationId xmlns:a16="http://schemas.microsoft.com/office/drawing/2014/main" id="{C940940F-5BE4-C1E8-099A-CA557B669B3B}"/>
                    </a:ext>
                  </a:extLst>
                </p:cNvPr>
                <p:cNvPicPr>
                  <a:picLocks noGrp="1" noRot="1" noChangeAspect="1" noMove="1" noResize="1" noEditPoints="1" noAdjustHandles="1" noChangeArrowheads="1" noChangeShapeType="1"/>
                </p:cNvPicPr>
                <p:nvPr/>
              </p:nvPicPr>
              <p:blipFill>
                <a:blip r:embed="rId11"/>
                <a:stretch>
                  <a:fillRect/>
                </a:stretch>
              </p:blipFill>
              <p:spPr>
                <a:xfrm>
                  <a:off x="4604815"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ez="http://schemas.microsoft.com/office/powerpoint/2016/sectionzoom" Requires="psez">
            <p:graphicFrame>
              <p:nvGraphicFramePr>
                <p:cNvPr id="12" name="Section Zoom 11">
                  <a:extLst>
                    <a:ext uri="{FF2B5EF4-FFF2-40B4-BE49-F238E27FC236}">
                      <a16:creationId xmlns:a16="http://schemas.microsoft.com/office/drawing/2014/main" id="{E0EEC839-966F-95F2-1FEA-2161E78D4D4C}"/>
                    </a:ext>
                  </a:extLst>
                </p:cNvPr>
                <p:cNvGraphicFramePr>
                  <a:graphicFrameLocks noChangeAspect="1"/>
                </p:cNvGraphicFramePr>
                <p:nvPr/>
              </p:nvGraphicFramePr>
              <p:xfrm>
                <a:off x="10681607" y="2571750"/>
                <a:ext cx="3048000" cy="1714500"/>
              </p:xfrm>
              <a:graphic>
                <a:graphicData uri="http://schemas.microsoft.com/office/powerpoint/2016/sectionzoom">
                  <psez:sectionZm>
                    <psez:sectionZmObj sectionId="{9B9AC848-1C47-402B-99E4-316F1D44C1C5}">
                      <psez:zmPr id="{E367D993-5998-4C24-ABE2-C9C0CBE74B67}"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noFill/>
                          </a:ln>
                          <a:effectLst>
                            <a:reflection blurRad="6350" stA="20000" endPos="55500" dist="50800" dir="5400000" sy="-100000" algn="bl" rotWithShape="0"/>
                          </a:effectLst>
                        </p166:spPr>
                      </psez:zmPr>
                    </psez:sectionZmObj>
                  </psez:sectionZm>
                </a:graphicData>
              </a:graphic>
            </p:graphicFrame>
          </mc:Choice>
          <mc:Fallback>
            <p:pic>
              <p:nvPicPr>
                <p:cNvPr id="12" name="Section Zoom 11">
                  <a:hlinkClick r:id="rId13" action="ppaction://hlinksldjump"/>
                  <a:extLst>
                    <a:ext uri="{FF2B5EF4-FFF2-40B4-BE49-F238E27FC236}">
                      <a16:creationId xmlns:a16="http://schemas.microsoft.com/office/drawing/2014/main" id="{E0EEC839-966F-95F2-1FEA-2161E78D4D4C}"/>
                    </a:ext>
                  </a:extLst>
                </p:cNvPr>
                <p:cNvPicPr>
                  <a:picLocks noGrp="1" noRot="1" noChangeAspect="1" noMove="1" noResize="1" noEditPoints="1" noAdjustHandles="1" noChangeArrowheads="1" noChangeShapeType="1"/>
                </p:cNvPicPr>
                <p:nvPr/>
              </p:nvPicPr>
              <p:blipFill>
                <a:blip r:embed="rId14"/>
                <a:stretch>
                  <a:fillRect/>
                </a:stretch>
              </p:blipFill>
              <p:spPr>
                <a:xfrm>
                  <a:off x="8163005" y="3181346"/>
                  <a:ext cx="3048000" cy="1714500"/>
                </a:xfrm>
                <a:prstGeom prst="rect">
                  <a:avLst/>
                </a:prstGeom>
                <a:ln w="3175">
                  <a:noFill/>
                </a:ln>
                <a:effectLst>
                  <a:reflection blurRad="6350" stA="20000" endPos="55500" dist="50800" dir="5400000" sy="-100000" algn="bl" rotWithShape="0"/>
                </a:effectLst>
              </p:spPr>
            </p:pic>
          </mc:Fallback>
        </mc:AlternateContent>
      </p:grpSp>
      <p:pic>
        <p:nvPicPr>
          <p:cNvPr id="15" name="Graphic 14">
            <a:hlinkClick r:id="" action="ppaction://hlinkshowjump?jump=nextslide"/>
            <a:extLst>
              <a:ext uri="{FF2B5EF4-FFF2-40B4-BE49-F238E27FC236}">
                <a16:creationId xmlns:a16="http://schemas.microsoft.com/office/drawing/2014/main" id="{66A28931-C955-4272-3A47-1D4A8FBAF00A}"/>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11299419" y="3840004"/>
            <a:ext cx="396000" cy="396000"/>
          </a:xfrm>
          <a:prstGeom prst="rect">
            <a:avLst/>
          </a:prstGeom>
        </p:spPr>
      </p:pic>
      <p:pic>
        <p:nvPicPr>
          <p:cNvPr id="6" name="Graphic 5">
            <a:hlinkClick r:id="" action="ppaction://hlinkshowjump?jump=previousslide"/>
            <a:extLst>
              <a:ext uri="{FF2B5EF4-FFF2-40B4-BE49-F238E27FC236}">
                <a16:creationId xmlns:a16="http://schemas.microsoft.com/office/drawing/2014/main" id="{6F1EFEB7-9B49-87F9-38F4-40AF339F0C97}"/>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rot="10800000">
            <a:off x="550004" y="3840004"/>
            <a:ext cx="396000" cy="396000"/>
          </a:xfrm>
          <a:prstGeom prst="rect">
            <a:avLst/>
          </a:prstGeom>
        </p:spPr>
      </p:pic>
      <p:sp>
        <p:nvSpPr>
          <p:cNvPr id="9" name="First">
            <a:hlinkClick r:id="rId17" action="ppaction://hlinksldjump"/>
            <a:extLst>
              <a:ext uri="{FF2B5EF4-FFF2-40B4-BE49-F238E27FC236}">
                <a16:creationId xmlns:a16="http://schemas.microsoft.com/office/drawing/2014/main" id="{654BD106-6AA3-1C0D-DC3B-3EB9E5D722CE}"/>
              </a:ext>
            </a:extLst>
          </p:cNvPr>
          <p:cNvSpPr/>
          <p:nvPr/>
        </p:nvSpPr>
        <p:spPr>
          <a:xfrm>
            <a:off x="5871411" y="5944093"/>
            <a:ext cx="144000" cy="144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last">
            <a:hlinkClick r:id="rId18" action="ppaction://hlinksldjump"/>
            <a:extLst>
              <a:ext uri="{FF2B5EF4-FFF2-40B4-BE49-F238E27FC236}">
                <a16:creationId xmlns:a16="http://schemas.microsoft.com/office/drawing/2014/main" id="{39C20761-339E-135E-CC82-F52C58EABA93}"/>
              </a:ext>
            </a:extLst>
          </p:cNvPr>
          <p:cNvSpPr/>
          <p:nvPr/>
        </p:nvSpPr>
        <p:spPr>
          <a:xfrm>
            <a:off x="6174246" y="5944093"/>
            <a:ext cx="144000" cy="144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Slide Number Placeholder 13">
            <a:extLst>
              <a:ext uri="{FF2B5EF4-FFF2-40B4-BE49-F238E27FC236}">
                <a16:creationId xmlns:a16="http://schemas.microsoft.com/office/drawing/2014/main" id="{1F8E9385-6237-18AE-50B2-613B5742B977}"/>
              </a:ext>
            </a:extLst>
          </p:cNvPr>
          <p:cNvSpPr>
            <a:spLocks noGrp="1"/>
          </p:cNvSpPr>
          <p:nvPr>
            <p:ph type="sldNum" sz="quarter" idx="12"/>
          </p:nvPr>
        </p:nvSpPr>
        <p:spPr/>
        <p:txBody>
          <a:bodyPr/>
          <a:lstStyle/>
          <a:p>
            <a:pPr algn="ctr"/>
            <a:fld id="{DD31AE6B-CDAB-407E-9BC6-E294FE5CDB12}" type="slidenum">
              <a:rPr lang="fr-FR" smtClean="0"/>
              <a:pPr algn="ctr"/>
              <a:t>14</a:t>
            </a:fld>
            <a:endParaRPr lang="fr-FR"/>
          </a:p>
        </p:txBody>
      </p:sp>
      <p:sp>
        <p:nvSpPr>
          <p:cNvPr id="17" name="Rectangle: Rounded Corners 16">
            <a:extLst>
              <a:ext uri="{FF2B5EF4-FFF2-40B4-BE49-F238E27FC236}">
                <a16:creationId xmlns:a16="http://schemas.microsoft.com/office/drawing/2014/main" id="{72F43C83-B74F-EA10-9E08-7A4D0EE01C4F}"/>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82323193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70193" y="1266834"/>
            <a:ext cx="777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Conception et Technologie logicielle</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C9ADA7"/>
          </a:solidFill>
          <a:ln w="28575" cap="flat" cmpd="sng">
            <a:noFill/>
            <a:prstDash val="solid"/>
            <a:round/>
            <a:headEnd type="none" w="sm" len="sm"/>
            <a:tailEnd type="none" w="sm" len="sm"/>
          </a:ln>
          <a:effectLst>
            <a:outerShdw blurRad="114300" dist="19050" dir="5400000" algn="bl" rotWithShape="0">
              <a:srgbClr val="C9ADA7">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03</a:t>
            </a:r>
            <a:endParaRPr lang="en" dirty="0">
              <a:solidFill>
                <a:schemeClr val="bg1"/>
              </a:solidFill>
              <a:latin typeface="Oswald ExtraLight" pitchFamily="2" charset="0"/>
            </a:endParaRPr>
          </a:p>
        </p:txBody>
      </p:sp>
      <p:grpSp>
        <p:nvGrpSpPr>
          <p:cNvPr id="13" name="Group 12">
            <a:extLst>
              <a:ext uri="{FF2B5EF4-FFF2-40B4-BE49-F238E27FC236}">
                <a16:creationId xmlns:a16="http://schemas.microsoft.com/office/drawing/2014/main" id="{C42E1039-BE76-B6E0-A961-F96F7BD53E09}"/>
              </a:ext>
            </a:extLst>
          </p:cNvPr>
          <p:cNvGrpSpPr/>
          <p:nvPr/>
        </p:nvGrpSpPr>
        <p:grpSpPr>
          <a:xfrm>
            <a:off x="-6104997" y="3181346"/>
            <a:ext cx="13722570" cy="1714500"/>
            <a:chOff x="7037" y="2571750"/>
            <a:chExt cx="13722570" cy="1714500"/>
          </a:xfrm>
        </p:grpSpPr>
        <mc:AlternateContent xmlns:mc="http://schemas.openxmlformats.org/markup-compatibility/2006">
          <mc:Choice xmlns="" xmlns:pslz="http://schemas.microsoft.com/office/powerpoint/2016/slidezoom" Requires="pslz">
            <p:graphicFrame>
              <p:nvGraphicFramePr>
                <p:cNvPr id="4" name="Slide Zoom 3">
                  <a:extLst>
                    <a:ext uri="{FF2B5EF4-FFF2-40B4-BE49-F238E27FC236}">
                      <a16:creationId xmlns:a16="http://schemas.microsoft.com/office/drawing/2014/main" id="{77600AB9-8395-AE85-71BB-FAE3AFA24558}"/>
                    </a:ext>
                  </a:extLst>
                </p:cNvPr>
                <p:cNvGraphicFramePr>
                  <a:graphicFrameLocks noChangeAspect="1"/>
                </p:cNvGraphicFramePr>
                <p:nvPr/>
              </p:nvGraphicFramePr>
              <p:xfrm>
                <a:off x="7037" y="2571750"/>
                <a:ext cx="3048000" cy="1714500"/>
              </p:xfrm>
              <a:graphic>
                <a:graphicData uri="http://schemas.microsoft.com/office/powerpoint/2016/slidezoom">
                  <pslz:sldZm>
                    <pslz:sldZmObj sldId="280" cId="3563372100">
                      <pslz:zmPr id="{FC401C2E-F73B-4EBA-8350-6352C9BE3583}"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4" name="Slide Zoom 3">
                  <a:hlinkClick r:id="rId4" action="ppaction://hlinksldjump"/>
                  <a:extLst>
                    <a:ext uri="{FF2B5EF4-FFF2-40B4-BE49-F238E27FC236}">
                      <a16:creationId xmlns:a16="http://schemas.microsoft.com/office/drawing/2014/main" id="{77600AB9-8395-AE85-71BB-FAE3AFA24558}"/>
                    </a:ext>
                  </a:extLst>
                </p:cNvPr>
                <p:cNvPicPr>
                  <a:picLocks noGrp="1" noRot="1" noChangeAspect="1" noMove="1" noResize="1" noEditPoints="1" noAdjustHandles="1" noChangeArrowheads="1" noChangeShapeType="1"/>
                </p:cNvPicPr>
                <p:nvPr/>
              </p:nvPicPr>
              <p:blipFill>
                <a:blip r:embed="rId5"/>
                <a:stretch>
                  <a:fillRect/>
                </a:stretch>
              </p:blipFill>
              <p:spPr>
                <a:xfrm>
                  <a:off x="-6104997"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8" name="Slide Zoom 7">
                  <a:extLst>
                    <a:ext uri="{FF2B5EF4-FFF2-40B4-BE49-F238E27FC236}">
                      <a16:creationId xmlns:a16="http://schemas.microsoft.com/office/drawing/2014/main" id="{7F8D929A-C173-E922-FBA1-21A1A2030352}"/>
                    </a:ext>
                  </a:extLst>
                </p:cNvPr>
                <p:cNvGraphicFramePr>
                  <a:graphicFrameLocks noChangeAspect="1"/>
                </p:cNvGraphicFramePr>
                <p:nvPr/>
              </p:nvGraphicFramePr>
              <p:xfrm>
                <a:off x="3565227" y="2571750"/>
                <a:ext cx="3048000" cy="1714500"/>
              </p:xfrm>
              <a:graphic>
                <a:graphicData uri="http://schemas.microsoft.com/office/powerpoint/2016/slidezoom">
                  <pslz:sldZm>
                    <pslz:sldZmObj sldId="281" cId="4240912939">
                      <pslz:zmPr id="{51B4CEC7-1942-406C-B201-5ECAA6D98DEE}"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8" name="Slide Zoom 7">
                  <a:hlinkClick r:id="rId7" action="ppaction://hlinksldjump"/>
                  <a:extLst>
                    <a:ext uri="{FF2B5EF4-FFF2-40B4-BE49-F238E27FC236}">
                      <a16:creationId xmlns:a16="http://schemas.microsoft.com/office/drawing/2014/main" id="{7F8D929A-C173-E922-FBA1-21A1A2030352}"/>
                    </a:ext>
                  </a:extLst>
                </p:cNvPr>
                <p:cNvPicPr>
                  <a:picLocks noGrp="1" noRot="1" noChangeAspect="1" noMove="1" noResize="1" noEditPoints="1" noAdjustHandles="1" noChangeArrowheads="1" noChangeShapeType="1"/>
                </p:cNvPicPr>
                <p:nvPr/>
              </p:nvPicPr>
              <p:blipFill>
                <a:blip r:embed="rId8"/>
                <a:stretch>
                  <a:fillRect/>
                </a:stretch>
              </p:blipFill>
              <p:spPr>
                <a:xfrm>
                  <a:off x="-2546807"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lz="http://schemas.microsoft.com/office/powerpoint/2016/slidezoom" Requires="pslz">
            <p:graphicFrame>
              <p:nvGraphicFramePr>
                <p:cNvPr id="10" name="Slide Zoom 9">
                  <a:extLst>
                    <a:ext uri="{FF2B5EF4-FFF2-40B4-BE49-F238E27FC236}">
                      <a16:creationId xmlns:a16="http://schemas.microsoft.com/office/drawing/2014/main" id="{C940940F-5BE4-C1E8-099A-CA557B669B3B}"/>
                    </a:ext>
                  </a:extLst>
                </p:cNvPr>
                <p:cNvGraphicFramePr>
                  <a:graphicFrameLocks noChangeAspect="1"/>
                </p:cNvGraphicFramePr>
                <p:nvPr/>
              </p:nvGraphicFramePr>
              <p:xfrm>
                <a:off x="7123417" y="2571750"/>
                <a:ext cx="3048000" cy="1714500"/>
              </p:xfrm>
              <a:graphic>
                <a:graphicData uri="http://schemas.microsoft.com/office/powerpoint/2016/slidezoom">
                  <pslz:sldZm>
                    <pslz:sldZmObj sldId="282" cId="622390933">
                      <pslz:zmPr id="{067E37B6-24DC-40B3-B3E1-8FB6ED3FC91D}"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noFill/>
                          </a:ln>
                          <a:effectLst>
                            <a:reflection blurRad="6350" stA="20000" endPos="55000" dir="5400000" sy="-100000" algn="bl" rotWithShape="0"/>
                          </a:effectLst>
                        </p166:spPr>
                      </pslz:zmPr>
                    </pslz:sldZmObj>
                  </pslz:sldZm>
                </a:graphicData>
              </a:graphic>
            </p:graphicFrame>
          </mc:Choice>
          <mc:Fallback>
            <p:pic>
              <p:nvPicPr>
                <p:cNvPr id="10" name="Slide Zoom 9">
                  <a:hlinkClick r:id="rId10" action="ppaction://hlinksldjump"/>
                  <a:extLst>
                    <a:ext uri="{FF2B5EF4-FFF2-40B4-BE49-F238E27FC236}">
                      <a16:creationId xmlns:a16="http://schemas.microsoft.com/office/drawing/2014/main" id="{C940940F-5BE4-C1E8-099A-CA557B669B3B}"/>
                    </a:ext>
                  </a:extLst>
                </p:cNvPr>
                <p:cNvPicPr>
                  <a:picLocks noGrp="1" noRot="1" noChangeAspect="1" noMove="1" noResize="1" noEditPoints="1" noAdjustHandles="1" noChangeArrowheads="1" noChangeShapeType="1"/>
                </p:cNvPicPr>
                <p:nvPr/>
              </p:nvPicPr>
              <p:blipFill>
                <a:blip r:embed="rId11"/>
                <a:stretch>
                  <a:fillRect/>
                </a:stretch>
              </p:blipFill>
              <p:spPr>
                <a:xfrm>
                  <a:off x="1011383" y="3181346"/>
                  <a:ext cx="3048000" cy="1714500"/>
                </a:xfrm>
                <a:prstGeom prst="rect">
                  <a:avLst/>
                </a:prstGeom>
                <a:ln w="3175">
                  <a:noFill/>
                </a:ln>
                <a:effectLst>
                  <a:reflection blurRad="6350" stA="20000" endPos="55000" dir="5400000" sy="-100000" algn="bl" rotWithShape="0"/>
                </a:effectLst>
              </p:spPr>
            </p:pic>
          </mc:Fallback>
        </mc:AlternateContent>
        <mc:AlternateContent xmlns:mc="http://schemas.openxmlformats.org/markup-compatibility/2006">
          <mc:Choice xmlns="" xmlns:psez="http://schemas.microsoft.com/office/powerpoint/2016/sectionzoom" Requires="psez">
            <p:graphicFrame>
              <p:nvGraphicFramePr>
                <p:cNvPr id="12" name="Section Zoom 11">
                  <a:extLst>
                    <a:ext uri="{FF2B5EF4-FFF2-40B4-BE49-F238E27FC236}">
                      <a16:creationId xmlns:a16="http://schemas.microsoft.com/office/drawing/2014/main" id="{E0EEC839-966F-95F2-1FEA-2161E78D4D4C}"/>
                    </a:ext>
                  </a:extLst>
                </p:cNvPr>
                <p:cNvGraphicFramePr>
                  <a:graphicFrameLocks noChangeAspect="1"/>
                </p:cNvGraphicFramePr>
                <p:nvPr/>
              </p:nvGraphicFramePr>
              <p:xfrm>
                <a:off x="10681607" y="2571750"/>
                <a:ext cx="3048000" cy="1714500"/>
              </p:xfrm>
              <a:graphic>
                <a:graphicData uri="http://schemas.microsoft.com/office/powerpoint/2016/sectionzoom">
                  <psez:sectionZm>
                    <psez:sectionZmObj sectionId="{9B9AC848-1C47-402B-99E4-316F1D44C1C5}">
                      <psez:zmPr id="{E367D993-5998-4C24-ABE2-C9C0CBE74B67}"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noFill/>
                          </a:ln>
                          <a:effectLst>
                            <a:reflection blurRad="6350" stA="20000" endPos="55500" dist="50800" dir="5400000" sy="-100000" algn="bl" rotWithShape="0"/>
                          </a:effectLst>
                        </p166:spPr>
                      </psez:zmPr>
                    </psez:sectionZmObj>
                  </psez:sectionZm>
                </a:graphicData>
              </a:graphic>
            </p:graphicFrame>
          </mc:Choice>
          <mc:Fallback>
            <p:pic>
              <p:nvPicPr>
                <p:cNvPr id="12" name="Section Zoom 11">
                  <a:hlinkClick r:id="rId13" action="ppaction://hlinksldjump"/>
                  <a:extLst>
                    <a:ext uri="{FF2B5EF4-FFF2-40B4-BE49-F238E27FC236}">
                      <a16:creationId xmlns:a16="http://schemas.microsoft.com/office/drawing/2014/main" id="{E0EEC839-966F-95F2-1FEA-2161E78D4D4C}"/>
                    </a:ext>
                  </a:extLst>
                </p:cNvPr>
                <p:cNvPicPr>
                  <a:picLocks noGrp="1" noRot="1" noChangeAspect="1" noMove="1" noResize="1" noEditPoints="1" noAdjustHandles="1" noChangeArrowheads="1" noChangeShapeType="1"/>
                </p:cNvPicPr>
                <p:nvPr/>
              </p:nvPicPr>
              <p:blipFill>
                <a:blip r:embed="rId14"/>
                <a:stretch>
                  <a:fillRect/>
                </a:stretch>
              </p:blipFill>
              <p:spPr>
                <a:xfrm>
                  <a:off x="4569573" y="3181346"/>
                  <a:ext cx="3048000" cy="1714500"/>
                </a:xfrm>
                <a:prstGeom prst="rect">
                  <a:avLst/>
                </a:prstGeom>
                <a:ln w="3175">
                  <a:noFill/>
                </a:ln>
                <a:effectLst>
                  <a:reflection blurRad="6350" stA="20000" endPos="55500" dist="50800" dir="5400000" sy="-100000" algn="bl" rotWithShape="0"/>
                </a:effectLst>
              </p:spPr>
            </p:pic>
          </mc:Fallback>
        </mc:AlternateContent>
      </p:grpSp>
      <p:pic>
        <p:nvPicPr>
          <p:cNvPr id="15" name="Graphic 14">
            <a:hlinkClick r:id="" action="ppaction://hlinkshowjump?jump=nextslide"/>
            <a:extLst>
              <a:ext uri="{FF2B5EF4-FFF2-40B4-BE49-F238E27FC236}">
                <a16:creationId xmlns:a16="http://schemas.microsoft.com/office/drawing/2014/main" id="{66A28931-C955-4272-3A47-1D4A8FBAF00A}"/>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11299419" y="3840004"/>
            <a:ext cx="396000" cy="396000"/>
          </a:xfrm>
          <a:prstGeom prst="rect">
            <a:avLst/>
          </a:prstGeom>
        </p:spPr>
      </p:pic>
      <p:pic>
        <p:nvPicPr>
          <p:cNvPr id="6" name="Graphic 5">
            <a:hlinkClick r:id="" action="ppaction://hlinkshowjump?jump=previousslide"/>
            <a:extLst>
              <a:ext uri="{FF2B5EF4-FFF2-40B4-BE49-F238E27FC236}">
                <a16:creationId xmlns:a16="http://schemas.microsoft.com/office/drawing/2014/main" id="{6F1EFEB7-9B49-87F9-38F4-40AF339F0C97}"/>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rot="10800000">
            <a:off x="550004" y="3840004"/>
            <a:ext cx="396000" cy="396000"/>
          </a:xfrm>
          <a:prstGeom prst="rect">
            <a:avLst/>
          </a:prstGeom>
        </p:spPr>
      </p:pic>
      <p:sp>
        <p:nvSpPr>
          <p:cNvPr id="2" name="First">
            <a:hlinkClick r:id="rId17" action="ppaction://hlinksldjump"/>
            <a:extLst>
              <a:ext uri="{FF2B5EF4-FFF2-40B4-BE49-F238E27FC236}">
                <a16:creationId xmlns:a16="http://schemas.microsoft.com/office/drawing/2014/main" id="{26562A07-B6FD-9840-4EA3-27AD26D8DD7E}"/>
              </a:ext>
            </a:extLst>
          </p:cNvPr>
          <p:cNvSpPr/>
          <p:nvPr/>
        </p:nvSpPr>
        <p:spPr>
          <a:xfrm>
            <a:off x="5871411" y="5944093"/>
            <a:ext cx="144000" cy="144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last">
            <a:hlinkClick r:id="rId18" action="ppaction://hlinksldjump"/>
            <a:extLst>
              <a:ext uri="{FF2B5EF4-FFF2-40B4-BE49-F238E27FC236}">
                <a16:creationId xmlns:a16="http://schemas.microsoft.com/office/drawing/2014/main" id="{2F44DFFD-E6B5-5A12-6E63-212FD91841C4}"/>
              </a:ext>
            </a:extLst>
          </p:cNvPr>
          <p:cNvSpPr/>
          <p:nvPr/>
        </p:nvSpPr>
        <p:spPr>
          <a:xfrm>
            <a:off x="6174246" y="5944093"/>
            <a:ext cx="144000" cy="144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Slide Number Placeholder 10">
            <a:extLst>
              <a:ext uri="{FF2B5EF4-FFF2-40B4-BE49-F238E27FC236}">
                <a16:creationId xmlns:a16="http://schemas.microsoft.com/office/drawing/2014/main" id="{3B665FAA-8D81-99B5-4945-7E41323BBA29}"/>
              </a:ext>
            </a:extLst>
          </p:cNvPr>
          <p:cNvSpPr>
            <a:spLocks noGrp="1"/>
          </p:cNvSpPr>
          <p:nvPr>
            <p:ph type="sldNum" sz="quarter" idx="12"/>
          </p:nvPr>
        </p:nvSpPr>
        <p:spPr/>
        <p:txBody>
          <a:bodyPr/>
          <a:lstStyle/>
          <a:p>
            <a:pPr algn="ctr"/>
            <a:fld id="{DD31AE6B-CDAB-407E-9BC6-E294FE5CDB12}" type="slidenum">
              <a:rPr lang="fr-FR" smtClean="0"/>
              <a:pPr algn="ctr"/>
              <a:t>15</a:t>
            </a:fld>
            <a:endParaRPr lang="fr-FR"/>
          </a:p>
        </p:txBody>
      </p:sp>
      <p:sp>
        <p:nvSpPr>
          <p:cNvPr id="14" name="Rectangle: Rounded Corners 13">
            <a:extLst>
              <a:ext uri="{FF2B5EF4-FFF2-40B4-BE49-F238E27FC236}">
                <a16:creationId xmlns:a16="http://schemas.microsoft.com/office/drawing/2014/main" id="{4A195E77-784B-AEE0-29AE-6F8FE2211556}"/>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266640246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Google Shape;542;p39">
            <a:extLst>
              <a:ext uri="{FF2B5EF4-FFF2-40B4-BE49-F238E27FC236}">
                <a16:creationId xmlns:a16="http://schemas.microsoft.com/office/drawing/2014/main" id="{2A908C9F-2133-9511-EB24-E92153E53D74}"/>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MA" sz="2000" b="1" spc="300" dirty="0">
                <a:solidFill>
                  <a:schemeClr val="bg1"/>
                </a:solidFill>
                <a:effectLst/>
                <a:latin typeface="Nunito Sans" pitchFamily="2" charset="0"/>
                <a:ea typeface="Calibri" panose="020F0502020204030204" pitchFamily="34" charset="0"/>
              </a:rPr>
              <a:t>Diagrammes de cas d’utilisations</a:t>
            </a:r>
          </a:p>
        </p:txBody>
      </p:sp>
      <p:grpSp>
        <p:nvGrpSpPr>
          <p:cNvPr id="2" name="Group 1">
            <a:extLst>
              <a:ext uri="{FF2B5EF4-FFF2-40B4-BE49-F238E27FC236}">
                <a16:creationId xmlns:a16="http://schemas.microsoft.com/office/drawing/2014/main" id="{6075413B-231D-A5BA-79FB-44167AF16C9D}"/>
              </a:ext>
            </a:extLst>
          </p:cNvPr>
          <p:cNvGrpSpPr/>
          <p:nvPr/>
        </p:nvGrpSpPr>
        <p:grpSpPr>
          <a:xfrm>
            <a:off x="1506000" y="1274448"/>
            <a:ext cx="9180000" cy="5328000"/>
            <a:chOff x="1506000" y="1274448"/>
            <a:chExt cx="9180000" cy="5328000"/>
          </a:xfrm>
        </p:grpSpPr>
        <p:grpSp>
          <p:nvGrpSpPr>
            <p:cNvPr id="11" name="Group 10">
              <a:extLst>
                <a:ext uri="{FF2B5EF4-FFF2-40B4-BE49-F238E27FC236}">
                  <a16:creationId xmlns:a16="http://schemas.microsoft.com/office/drawing/2014/main" id="{0AEB4E6D-FF88-E89A-3CC0-93DFAF727278}"/>
                </a:ext>
              </a:extLst>
            </p:cNvPr>
            <p:cNvGrpSpPr/>
            <p:nvPr/>
          </p:nvGrpSpPr>
          <p:grpSpPr>
            <a:xfrm>
              <a:off x="1506000" y="1274448"/>
              <a:ext cx="9180000" cy="5328000"/>
              <a:chOff x="2496000" y="1485000"/>
              <a:chExt cx="7200001" cy="4536000"/>
            </a:xfrm>
          </p:grpSpPr>
          <p:sp>
            <p:nvSpPr>
              <p:cNvPr id="9" name="Rectangle 8">
                <a:extLst>
                  <a:ext uri="{FF2B5EF4-FFF2-40B4-BE49-F238E27FC236}">
                    <a16:creationId xmlns:a16="http://schemas.microsoft.com/office/drawing/2014/main" id="{4EB21E52-2F00-5C46-A341-F8BE4AD2E498}"/>
                  </a:ext>
                </a:extLst>
              </p:cNvPr>
              <p:cNvSpPr/>
              <p:nvPr/>
            </p:nvSpPr>
            <p:spPr>
              <a:xfrm>
                <a:off x="2496001" y="1485000"/>
                <a:ext cx="7200000" cy="4536000"/>
              </a:xfrm>
              <a:prstGeom prst="rect">
                <a:avLst/>
              </a:prstGeom>
              <a:solidFill>
                <a:srgbClr val="C9ADA7"/>
              </a:solidFill>
              <a:ln>
                <a:noFill/>
              </a:ln>
              <a:effectLst>
                <a:outerShdw blurRad="44450" dist="27940" dir="5400000" sx="102000" sy="102000" algn="ctr" rotWithShape="0">
                  <a:prstClr val="black">
                    <a:alpha val="40000"/>
                  </a:prstClr>
                </a:outerShdw>
              </a:effectLst>
              <a:scene3d>
                <a:camera prst="orthographicFront"/>
                <a:lightRig rig="threePt" dir="t"/>
              </a:scene3d>
              <a:sp3d prstMaterial="fla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Rectangle 9">
                <a:extLst>
                  <a:ext uri="{FF2B5EF4-FFF2-40B4-BE49-F238E27FC236}">
                    <a16:creationId xmlns:a16="http://schemas.microsoft.com/office/drawing/2014/main" id="{B826279C-552F-62ED-7967-4A8C88354E2F}"/>
                  </a:ext>
                </a:extLst>
              </p:cNvPr>
              <p:cNvSpPr/>
              <p:nvPr/>
            </p:nvSpPr>
            <p:spPr>
              <a:xfrm>
                <a:off x="2496000" y="1485000"/>
                <a:ext cx="7200000" cy="540000"/>
              </a:xfrm>
              <a:prstGeom prst="rect">
                <a:avLst/>
              </a:prstGeom>
              <a:solidFill>
                <a:srgbClr val="C9ADA7"/>
              </a:solidFill>
              <a:ln>
                <a:noFill/>
              </a:ln>
              <a:effectLst>
                <a:outerShdw blurRad="44450" dist="27940" dir="5400000" algn="ctr" rotWithShape="0">
                  <a:schemeClr val="tx1">
                    <a:alpha val="40000"/>
                  </a:schemeClr>
                </a:outerShdw>
              </a:effectLst>
              <a:scene3d>
                <a:camera prst="orthographicFront"/>
                <a:lightRig rig="contrasting" dir="t"/>
              </a:scene3d>
              <a:sp3d contourW="12700" prstMaterial="flat">
                <a:contourClr>
                  <a:srgbClr val="C9ADA7"/>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 name="TextBox 15">
              <a:extLst>
                <a:ext uri="{FF2B5EF4-FFF2-40B4-BE49-F238E27FC236}">
                  <a16:creationId xmlns:a16="http://schemas.microsoft.com/office/drawing/2014/main" id="{F297B36A-17D4-5D94-46A5-7A1CFF312DEA}"/>
                </a:ext>
              </a:extLst>
            </p:cNvPr>
            <p:cNvSpPr txBox="1"/>
            <p:nvPr/>
          </p:nvSpPr>
          <p:spPr>
            <a:xfrm>
              <a:off x="4456279" y="1401689"/>
              <a:ext cx="3279443" cy="369332"/>
            </a:xfrm>
            <a:prstGeom prst="rect">
              <a:avLst/>
            </a:prstGeom>
            <a:noFill/>
          </p:spPr>
          <p:txBody>
            <a:bodyPr wrap="square" rtlCol="0">
              <a:spAutoFit/>
            </a:bodyPr>
            <a:lstStyle/>
            <a:p>
              <a:pPr algn="ctr"/>
              <a:r>
                <a:rPr lang="fr-FR" spc="300" dirty="0">
                  <a:latin typeface="Oswald" pitchFamily="2" charset="0"/>
                </a:rPr>
                <a:t>Système de réservation</a:t>
              </a:r>
            </a:p>
          </p:txBody>
        </p:sp>
      </p:grpSp>
      <p:sp>
        <p:nvSpPr>
          <p:cNvPr id="21" name="Freeform: Shape 20">
            <a:extLst>
              <a:ext uri="{FF2B5EF4-FFF2-40B4-BE49-F238E27FC236}">
                <a16:creationId xmlns:a16="http://schemas.microsoft.com/office/drawing/2014/main" id="{3996B577-864C-E677-8B87-DF11BB60F053}"/>
              </a:ext>
            </a:extLst>
          </p:cNvPr>
          <p:cNvSpPr/>
          <p:nvPr/>
        </p:nvSpPr>
        <p:spPr>
          <a:xfrm>
            <a:off x="468403" y="2360752"/>
            <a:ext cx="540000" cy="720000"/>
          </a:xfrm>
          <a:custGeom>
            <a:avLst/>
            <a:gdLst>
              <a:gd name="connsiteX0" fmla="*/ 2219278 w 4588489"/>
              <a:gd name="connsiteY0" fmla="*/ 315 h 6318353"/>
              <a:gd name="connsiteX1" fmla="*/ 2231665 w 4588489"/>
              <a:gd name="connsiteY1" fmla="*/ 272 h 6318353"/>
              <a:gd name="connsiteX2" fmla="*/ 2257426 w 4588489"/>
              <a:gd name="connsiteY2" fmla="*/ 241 h 6318353"/>
              <a:gd name="connsiteX3" fmla="*/ 2296345 w 4588489"/>
              <a:gd name="connsiteY3" fmla="*/ 72 h 6318353"/>
              <a:gd name="connsiteX4" fmla="*/ 2423646 w 4588489"/>
              <a:gd name="connsiteY4" fmla="*/ 9588 h 6318353"/>
              <a:gd name="connsiteX5" fmla="*/ 2436205 w 4588489"/>
              <a:gd name="connsiteY5" fmla="*/ 11885 h 6318353"/>
              <a:gd name="connsiteX6" fmla="*/ 3100574 w 4588489"/>
              <a:gd name="connsiteY6" fmla="*/ 429794 h 6318353"/>
              <a:gd name="connsiteX7" fmla="*/ 3269881 w 4588489"/>
              <a:gd name="connsiteY7" fmla="*/ 1239896 h 6318353"/>
              <a:gd name="connsiteX8" fmla="*/ 2904692 w 4588489"/>
              <a:gd name="connsiteY8" fmla="*/ 1827112 h 6318353"/>
              <a:gd name="connsiteX9" fmla="*/ 2893677 w 4588489"/>
              <a:gd name="connsiteY9" fmla="*/ 1835899 h 6318353"/>
              <a:gd name="connsiteX10" fmla="*/ 2690508 w 4588489"/>
              <a:gd name="connsiteY10" fmla="*/ 1959771 h 6318353"/>
              <a:gd name="connsiteX11" fmla="*/ 2680993 w 4588489"/>
              <a:gd name="connsiteY11" fmla="*/ 1964015 h 6318353"/>
              <a:gd name="connsiteX12" fmla="*/ 2409673 w 4588489"/>
              <a:gd name="connsiteY12" fmla="*/ 2041596 h 6318353"/>
              <a:gd name="connsiteX13" fmla="*/ 2393814 w 4588489"/>
              <a:gd name="connsiteY13" fmla="*/ 2044601 h 6318353"/>
              <a:gd name="connsiteX14" fmla="*/ 2379627 w 4588489"/>
              <a:gd name="connsiteY14" fmla="*/ 2047220 h 6318353"/>
              <a:gd name="connsiteX15" fmla="*/ 2364753 w 4588489"/>
              <a:gd name="connsiteY15" fmla="*/ 2053863 h 6318353"/>
              <a:gd name="connsiteX16" fmla="*/ 2364076 w 4588489"/>
              <a:gd name="connsiteY16" fmla="*/ 2072251 h 6318353"/>
              <a:gd name="connsiteX17" fmla="*/ 2363949 w 4588489"/>
              <a:gd name="connsiteY17" fmla="*/ 2084381 h 6318353"/>
              <a:gd name="connsiteX18" fmla="*/ 2363874 w 4588489"/>
              <a:gd name="connsiteY18" fmla="*/ 2097840 h 6318353"/>
              <a:gd name="connsiteX19" fmla="*/ 2363746 w 4588489"/>
              <a:gd name="connsiteY19" fmla="*/ 2112028 h 6318353"/>
              <a:gd name="connsiteX20" fmla="*/ 2363398 w 4588489"/>
              <a:gd name="connsiteY20" fmla="*/ 2159605 h 6318353"/>
              <a:gd name="connsiteX21" fmla="*/ 2363127 w 4588489"/>
              <a:gd name="connsiteY21" fmla="*/ 2193381 h 6318353"/>
              <a:gd name="connsiteX22" fmla="*/ 2362471 w 4588489"/>
              <a:gd name="connsiteY22" fmla="*/ 2285535 h 6318353"/>
              <a:gd name="connsiteX23" fmla="*/ 2362073 w 4588489"/>
              <a:gd name="connsiteY23" fmla="*/ 2342971 h 6318353"/>
              <a:gd name="connsiteX24" fmla="*/ 2359947 w 4588489"/>
              <a:gd name="connsiteY24" fmla="*/ 2908756 h 6318353"/>
              <a:gd name="connsiteX25" fmla="*/ 2359910 w 4588489"/>
              <a:gd name="connsiteY25" fmla="*/ 2964477 h 6318353"/>
              <a:gd name="connsiteX26" fmla="*/ 2359894 w 4588489"/>
              <a:gd name="connsiteY26" fmla="*/ 3061346 h 6318353"/>
              <a:gd name="connsiteX27" fmla="*/ 2359887 w 4588489"/>
              <a:gd name="connsiteY27" fmla="*/ 3093536 h 6318353"/>
              <a:gd name="connsiteX28" fmla="*/ 2359916 w 4588489"/>
              <a:gd name="connsiteY28" fmla="*/ 3137256 h 6318353"/>
              <a:gd name="connsiteX29" fmla="*/ 2359889 w 4588489"/>
              <a:gd name="connsiteY29" fmla="*/ 3150286 h 6318353"/>
              <a:gd name="connsiteX30" fmla="*/ 2359926 w 4588489"/>
              <a:gd name="connsiteY30" fmla="*/ 3162030 h 6318353"/>
              <a:gd name="connsiteX31" fmla="*/ 2359931 w 4588489"/>
              <a:gd name="connsiteY31" fmla="*/ 3172232 h 6318353"/>
              <a:gd name="connsiteX32" fmla="*/ 2364774 w 4588489"/>
              <a:gd name="connsiteY32" fmla="*/ 3184147 h 6318353"/>
              <a:gd name="connsiteX33" fmla="*/ 2396921 w 4588489"/>
              <a:gd name="connsiteY33" fmla="*/ 3184662 h 6318353"/>
              <a:gd name="connsiteX34" fmla="*/ 2407294 w 4588489"/>
              <a:gd name="connsiteY34" fmla="*/ 3184673 h 6318353"/>
              <a:gd name="connsiteX35" fmla="*/ 2442141 w 4588489"/>
              <a:gd name="connsiteY35" fmla="*/ 3184633 h 6318353"/>
              <a:gd name="connsiteX36" fmla="*/ 2467216 w 4588489"/>
              <a:gd name="connsiteY36" fmla="*/ 3184635 h 6318353"/>
              <a:gd name="connsiteX37" fmla="*/ 2536653 w 4588489"/>
              <a:gd name="connsiteY37" fmla="*/ 3184581 h 6318353"/>
              <a:gd name="connsiteX38" fmla="*/ 2611234 w 4588489"/>
              <a:gd name="connsiteY38" fmla="*/ 3184546 h 6318353"/>
              <a:gd name="connsiteX39" fmla="*/ 2740678 w 4588489"/>
              <a:gd name="connsiteY39" fmla="*/ 3184468 h 6318353"/>
              <a:gd name="connsiteX40" fmla="*/ 2928416 w 4588489"/>
              <a:gd name="connsiteY40" fmla="*/ 3184370 h 6318353"/>
              <a:gd name="connsiteX41" fmla="*/ 3015856 w 4588489"/>
              <a:gd name="connsiteY41" fmla="*/ 3184341 h 6318353"/>
              <a:gd name="connsiteX42" fmla="*/ 3024728 w 4588489"/>
              <a:gd name="connsiteY42" fmla="*/ 3184338 h 6318353"/>
              <a:gd name="connsiteX43" fmla="*/ 3233469 w 4588489"/>
              <a:gd name="connsiteY43" fmla="*/ 3184234 h 6318353"/>
              <a:gd name="connsiteX44" fmla="*/ 3242684 w 4588489"/>
              <a:gd name="connsiteY44" fmla="*/ 3184229 h 6318353"/>
              <a:gd name="connsiteX45" fmla="*/ 3399989 w 4588489"/>
              <a:gd name="connsiteY45" fmla="*/ 3184135 h 6318353"/>
              <a:gd name="connsiteX46" fmla="*/ 3528577 w 4588489"/>
              <a:gd name="connsiteY46" fmla="*/ 3184058 h 6318353"/>
              <a:gd name="connsiteX47" fmla="*/ 3537749 w 4588489"/>
              <a:gd name="connsiteY47" fmla="*/ 3184053 h 6318353"/>
              <a:gd name="connsiteX48" fmla="*/ 3745204 w 4588489"/>
              <a:gd name="connsiteY48" fmla="*/ 3183951 h 6318353"/>
              <a:gd name="connsiteX49" fmla="*/ 3754034 w 4588489"/>
              <a:gd name="connsiteY49" fmla="*/ 3183948 h 6318353"/>
              <a:gd name="connsiteX50" fmla="*/ 3841473 w 4588489"/>
              <a:gd name="connsiteY50" fmla="*/ 3183920 h 6318353"/>
              <a:gd name="connsiteX51" fmla="*/ 4036926 w 4588489"/>
              <a:gd name="connsiteY51" fmla="*/ 3183810 h 6318353"/>
              <a:gd name="connsiteX52" fmla="*/ 4165514 w 4588489"/>
              <a:gd name="connsiteY52" fmla="*/ 3183744 h 6318353"/>
              <a:gd name="connsiteX53" fmla="*/ 4239237 w 4588489"/>
              <a:gd name="connsiteY53" fmla="*/ 3183693 h 6318353"/>
              <a:gd name="connsiteX54" fmla="*/ 4580423 w 4588489"/>
              <a:gd name="connsiteY54" fmla="*/ 3188451 h 6318353"/>
              <a:gd name="connsiteX55" fmla="*/ 4589038 w 4588489"/>
              <a:gd name="connsiteY55" fmla="*/ 3233885 h 6318353"/>
              <a:gd name="connsiteX56" fmla="*/ 4588425 w 4588489"/>
              <a:gd name="connsiteY56" fmla="*/ 3250516 h 6318353"/>
              <a:gd name="connsiteX57" fmla="*/ 4588037 w 4588489"/>
              <a:gd name="connsiteY57" fmla="*/ 3259131 h 6318353"/>
              <a:gd name="connsiteX58" fmla="*/ 4587017 w 4588489"/>
              <a:gd name="connsiteY58" fmla="*/ 3285277 h 6318353"/>
              <a:gd name="connsiteX59" fmla="*/ 4580416 w 4588489"/>
              <a:gd name="connsiteY59" fmla="*/ 3342713 h 6318353"/>
              <a:gd name="connsiteX60" fmla="*/ 2360138 w 4588489"/>
              <a:gd name="connsiteY60" fmla="*/ 3346999 h 6318353"/>
              <a:gd name="connsiteX61" fmla="*/ 2355209 w 4588489"/>
              <a:gd name="connsiteY61" fmla="*/ 3398006 h 6318353"/>
              <a:gd name="connsiteX62" fmla="*/ 2355166 w 4588489"/>
              <a:gd name="connsiteY62" fmla="*/ 3406921 h 6318353"/>
              <a:gd name="connsiteX63" fmla="*/ 2355112 w 4588489"/>
              <a:gd name="connsiteY63" fmla="*/ 3436668 h 6318353"/>
              <a:gd name="connsiteX64" fmla="*/ 2355059 w 4588489"/>
              <a:gd name="connsiteY64" fmla="*/ 3458356 h 6318353"/>
              <a:gd name="connsiteX65" fmla="*/ 2355023 w 4588489"/>
              <a:gd name="connsiteY65" fmla="*/ 3518364 h 6318353"/>
              <a:gd name="connsiteX66" fmla="*/ 2355023 w 4588489"/>
              <a:gd name="connsiteY66" fmla="*/ 3556768 h 6318353"/>
              <a:gd name="connsiteX67" fmla="*/ 2362653 w 4588489"/>
              <a:gd name="connsiteY67" fmla="*/ 4229710 h 6318353"/>
              <a:gd name="connsiteX68" fmla="*/ 2365760 w 4588489"/>
              <a:gd name="connsiteY68" fmla="*/ 4445737 h 6318353"/>
              <a:gd name="connsiteX69" fmla="*/ 2365904 w 4588489"/>
              <a:gd name="connsiteY69" fmla="*/ 4457696 h 6318353"/>
              <a:gd name="connsiteX70" fmla="*/ 2367109 w 4588489"/>
              <a:gd name="connsiteY70" fmla="*/ 4563566 h 6318353"/>
              <a:gd name="connsiteX71" fmla="*/ 2367421 w 4588489"/>
              <a:gd name="connsiteY71" fmla="*/ 4591084 h 6318353"/>
              <a:gd name="connsiteX72" fmla="*/ 2367755 w 4588489"/>
              <a:gd name="connsiteY72" fmla="*/ 4623188 h 6318353"/>
              <a:gd name="connsiteX73" fmla="*/ 2370163 w 4588489"/>
              <a:gd name="connsiteY73" fmla="*/ 4694768 h 6318353"/>
              <a:gd name="connsiteX74" fmla="*/ 2370935 w 4588489"/>
              <a:gd name="connsiteY74" fmla="*/ 4708270 h 6318353"/>
              <a:gd name="connsiteX75" fmla="*/ 2398667 w 4588489"/>
              <a:gd name="connsiteY75" fmla="*/ 4750704 h 6318353"/>
              <a:gd name="connsiteX76" fmla="*/ 2428671 w 4588489"/>
              <a:gd name="connsiteY76" fmla="*/ 4788765 h 6318353"/>
              <a:gd name="connsiteX77" fmla="*/ 2437243 w 4588489"/>
              <a:gd name="connsiteY77" fmla="*/ 4788765 h 6318353"/>
              <a:gd name="connsiteX78" fmla="*/ 2449588 w 4588489"/>
              <a:gd name="connsiteY78" fmla="*/ 4802696 h 6318353"/>
              <a:gd name="connsiteX79" fmla="*/ 2492879 w 4588489"/>
              <a:gd name="connsiteY79" fmla="*/ 4848987 h 6318353"/>
              <a:gd name="connsiteX80" fmla="*/ 2541313 w 4588489"/>
              <a:gd name="connsiteY80" fmla="*/ 4900851 h 6318353"/>
              <a:gd name="connsiteX81" fmla="*/ 2576289 w 4588489"/>
              <a:gd name="connsiteY81" fmla="*/ 4936084 h 6318353"/>
              <a:gd name="connsiteX82" fmla="*/ 2582719 w 4588489"/>
              <a:gd name="connsiteY82" fmla="*/ 4951771 h 6318353"/>
              <a:gd name="connsiteX83" fmla="*/ 2591291 w 4588489"/>
              <a:gd name="connsiteY83" fmla="*/ 4951771 h 6318353"/>
              <a:gd name="connsiteX84" fmla="*/ 2604407 w 4588489"/>
              <a:gd name="connsiteY84" fmla="*/ 4966516 h 6318353"/>
              <a:gd name="connsiteX85" fmla="*/ 2659700 w 4588489"/>
              <a:gd name="connsiteY85" fmla="*/ 5024809 h 6318353"/>
              <a:gd name="connsiteX86" fmla="*/ 2712849 w 4588489"/>
              <a:gd name="connsiteY86" fmla="*/ 5080102 h 6318353"/>
              <a:gd name="connsiteX87" fmla="*/ 2784858 w 4588489"/>
              <a:gd name="connsiteY87" fmla="*/ 5153825 h 6318353"/>
              <a:gd name="connsiteX88" fmla="*/ 2796174 w 4588489"/>
              <a:gd name="connsiteY88" fmla="*/ 5165012 h 6318353"/>
              <a:gd name="connsiteX89" fmla="*/ 2806461 w 4588489"/>
              <a:gd name="connsiteY89" fmla="*/ 5175085 h 6318353"/>
              <a:gd name="connsiteX90" fmla="*/ 2813833 w 4588489"/>
              <a:gd name="connsiteY90" fmla="*/ 5191973 h 6318353"/>
              <a:gd name="connsiteX91" fmla="*/ 2822406 w 4588489"/>
              <a:gd name="connsiteY91" fmla="*/ 5191973 h 6318353"/>
              <a:gd name="connsiteX92" fmla="*/ 2822406 w 4588489"/>
              <a:gd name="connsiteY92" fmla="*/ 5200545 h 6318353"/>
              <a:gd name="connsiteX93" fmla="*/ 2830978 w 4588489"/>
              <a:gd name="connsiteY93" fmla="*/ 5200545 h 6318353"/>
              <a:gd name="connsiteX94" fmla="*/ 2842508 w 4588489"/>
              <a:gd name="connsiteY94" fmla="*/ 5213661 h 6318353"/>
              <a:gd name="connsiteX95" fmla="*/ 2893086 w 4588489"/>
              <a:gd name="connsiteY95" fmla="*/ 5266811 h 6318353"/>
              <a:gd name="connsiteX96" fmla="*/ 2947521 w 4588489"/>
              <a:gd name="connsiteY96" fmla="*/ 5324675 h 6318353"/>
              <a:gd name="connsiteX97" fmla="*/ 2986998 w 4588489"/>
              <a:gd name="connsiteY97" fmla="*/ 5364537 h 6318353"/>
              <a:gd name="connsiteX98" fmla="*/ 3002214 w 4588489"/>
              <a:gd name="connsiteY98" fmla="*/ 5380311 h 6318353"/>
              <a:gd name="connsiteX99" fmla="*/ 3002214 w 4588489"/>
              <a:gd name="connsiteY99" fmla="*/ 5388883 h 6318353"/>
              <a:gd name="connsiteX100" fmla="*/ 3010786 w 4588489"/>
              <a:gd name="connsiteY100" fmla="*/ 5388883 h 6318353"/>
              <a:gd name="connsiteX101" fmla="*/ 3024159 w 4588489"/>
              <a:gd name="connsiteY101" fmla="*/ 5403714 h 6318353"/>
              <a:gd name="connsiteX102" fmla="*/ 3075594 w 4588489"/>
              <a:gd name="connsiteY102" fmla="*/ 5460292 h 6318353"/>
              <a:gd name="connsiteX103" fmla="*/ 3084553 w 4588489"/>
              <a:gd name="connsiteY103" fmla="*/ 5469808 h 6318353"/>
              <a:gd name="connsiteX104" fmla="*/ 3122186 w 4588489"/>
              <a:gd name="connsiteY104" fmla="*/ 5508341 h 6318353"/>
              <a:gd name="connsiteX105" fmla="*/ 3130801 w 4588489"/>
              <a:gd name="connsiteY105" fmla="*/ 5525958 h 6318353"/>
              <a:gd name="connsiteX106" fmla="*/ 3139374 w 4588489"/>
              <a:gd name="connsiteY106" fmla="*/ 5525958 h 6318353"/>
              <a:gd name="connsiteX107" fmla="*/ 3151975 w 4588489"/>
              <a:gd name="connsiteY107" fmla="*/ 5540145 h 6318353"/>
              <a:gd name="connsiteX108" fmla="*/ 3204268 w 4588489"/>
              <a:gd name="connsiteY108" fmla="*/ 5595009 h 6318353"/>
              <a:gd name="connsiteX109" fmla="*/ 3230285 w 4588489"/>
              <a:gd name="connsiteY109" fmla="*/ 5623427 h 6318353"/>
              <a:gd name="connsiteX110" fmla="*/ 3300580 w 4588489"/>
              <a:gd name="connsiteY110" fmla="*/ 5695007 h 6318353"/>
              <a:gd name="connsiteX111" fmla="*/ 3311295 w 4588489"/>
              <a:gd name="connsiteY111" fmla="*/ 5705594 h 6318353"/>
              <a:gd name="connsiteX112" fmla="*/ 3321068 w 4588489"/>
              <a:gd name="connsiteY112" fmla="*/ 5715153 h 6318353"/>
              <a:gd name="connsiteX113" fmla="*/ 3328054 w 4588489"/>
              <a:gd name="connsiteY113" fmla="*/ 5731612 h 6318353"/>
              <a:gd name="connsiteX114" fmla="*/ 3336627 w 4588489"/>
              <a:gd name="connsiteY114" fmla="*/ 5731612 h 6318353"/>
              <a:gd name="connsiteX115" fmla="*/ 3349486 w 4588489"/>
              <a:gd name="connsiteY115" fmla="*/ 5746099 h 6318353"/>
              <a:gd name="connsiteX116" fmla="*/ 3409493 w 4588489"/>
              <a:gd name="connsiteY116" fmla="*/ 5808678 h 6318353"/>
              <a:gd name="connsiteX117" fmla="*/ 3475502 w 4588489"/>
              <a:gd name="connsiteY117" fmla="*/ 5878116 h 6318353"/>
              <a:gd name="connsiteX118" fmla="*/ 3517035 w 4588489"/>
              <a:gd name="connsiteY118" fmla="*/ 5920035 h 6318353"/>
              <a:gd name="connsiteX119" fmla="*/ 3533837 w 4588489"/>
              <a:gd name="connsiteY119" fmla="*/ 5937395 h 6318353"/>
              <a:gd name="connsiteX120" fmla="*/ 3533837 w 4588489"/>
              <a:gd name="connsiteY120" fmla="*/ 5945967 h 6318353"/>
              <a:gd name="connsiteX121" fmla="*/ 3541638 w 4588489"/>
              <a:gd name="connsiteY121" fmla="*/ 5949366 h 6318353"/>
              <a:gd name="connsiteX122" fmla="*/ 3563584 w 4588489"/>
              <a:gd name="connsiteY122" fmla="*/ 5968740 h 6318353"/>
              <a:gd name="connsiteX123" fmla="*/ 3609018 w 4588489"/>
              <a:gd name="connsiteY123" fmla="*/ 6016746 h 6318353"/>
              <a:gd name="connsiteX124" fmla="*/ 3660025 w 4588489"/>
              <a:gd name="connsiteY124" fmla="*/ 6071181 h 6318353"/>
              <a:gd name="connsiteX125" fmla="*/ 3692771 w 4588489"/>
              <a:gd name="connsiteY125" fmla="*/ 6104743 h 6318353"/>
              <a:gd name="connsiteX126" fmla="*/ 3715917 w 4588489"/>
              <a:gd name="connsiteY126" fmla="*/ 6130160 h 6318353"/>
              <a:gd name="connsiteX127" fmla="*/ 3750465 w 4588489"/>
              <a:gd name="connsiteY127" fmla="*/ 6166850 h 6318353"/>
              <a:gd name="connsiteX128" fmla="*/ 3799756 w 4588489"/>
              <a:gd name="connsiteY128" fmla="*/ 6220428 h 6318353"/>
              <a:gd name="connsiteX129" fmla="*/ 3852906 w 4588489"/>
              <a:gd name="connsiteY129" fmla="*/ 6275293 h 6318353"/>
              <a:gd name="connsiteX130" fmla="*/ 3876995 w 4588489"/>
              <a:gd name="connsiteY130" fmla="*/ 6310654 h 6318353"/>
              <a:gd name="connsiteX131" fmla="*/ 3780983 w 4588489"/>
              <a:gd name="connsiteY131" fmla="*/ 6316912 h 6318353"/>
              <a:gd name="connsiteX132" fmla="*/ 3756637 w 4588489"/>
              <a:gd name="connsiteY132" fmla="*/ 6317439 h 6318353"/>
              <a:gd name="connsiteX133" fmla="*/ 3655910 w 4588489"/>
              <a:gd name="connsiteY133" fmla="*/ 6300594 h 6318353"/>
              <a:gd name="connsiteX134" fmla="*/ 3641379 w 4588489"/>
              <a:gd name="connsiteY134" fmla="*/ 6284906 h 6318353"/>
              <a:gd name="connsiteX135" fmla="*/ 3634050 w 4588489"/>
              <a:gd name="connsiteY135" fmla="*/ 6278048 h 6318353"/>
              <a:gd name="connsiteX136" fmla="*/ 3628521 w 4588489"/>
              <a:gd name="connsiteY136" fmla="*/ 6263475 h 6318353"/>
              <a:gd name="connsiteX137" fmla="*/ 3619948 w 4588489"/>
              <a:gd name="connsiteY137" fmla="*/ 6263475 h 6318353"/>
              <a:gd name="connsiteX138" fmla="*/ 3606275 w 4588489"/>
              <a:gd name="connsiteY138" fmla="*/ 6248216 h 6318353"/>
              <a:gd name="connsiteX139" fmla="*/ 3565427 w 4588489"/>
              <a:gd name="connsiteY139" fmla="*/ 6205397 h 6318353"/>
              <a:gd name="connsiteX140" fmla="*/ 3559898 w 4588489"/>
              <a:gd name="connsiteY140" fmla="*/ 6190609 h 6318353"/>
              <a:gd name="connsiteX141" fmla="*/ 3551325 w 4588489"/>
              <a:gd name="connsiteY141" fmla="*/ 6190609 h 6318353"/>
              <a:gd name="connsiteX142" fmla="*/ 3538724 w 4588489"/>
              <a:gd name="connsiteY142" fmla="*/ 6176422 h 6318353"/>
              <a:gd name="connsiteX143" fmla="*/ 3489432 w 4588489"/>
              <a:gd name="connsiteY143" fmla="*/ 6124987 h 6318353"/>
              <a:gd name="connsiteX144" fmla="*/ 3474173 w 4588489"/>
              <a:gd name="connsiteY144" fmla="*/ 6109213 h 6318353"/>
              <a:gd name="connsiteX145" fmla="*/ 3474173 w 4588489"/>
              <a:gd name="connsiteY145" fmla="*/ 6100640 h 6318353"/>
              <a:gd name="connsiteX146" fmla="*/ 3465600 w 4588489"/>
              <a:gd name="connsiteY146" fmla="*/ 6100640 h 6318353"/>
              <a:gd name="connsiteX147" fmla="*/ 3453556 w 4588489"/>
              <a:gd name="connsiteY147" fmla="*/ 6086968 h 6318353"/>
              <a:gd name="connsiteX148" fmla="*/ 3400835 w 4588489"/>
              <a:gd name="connsiteY148" fmla="*/ 6031675 h 6318353"/>
              <a:gd name="connsiteX149" fmla="*/ 3365816 w 4588489"/>
              <a:gd name="connsiteY149" fmla="*/ 5994342 h 6318353"/>
              <a:gd name="connsiteX150" fmla="*/ 3295951 w 4588489"/>
              <a:gd name="connsiteY150" fmla="*/ 5922761 h 6318353"/>
              <a:gd name="connsiteX151" fmla="*/ 3285235 w 4588489"/>
              <a:gd name="connsiteY151" fmla="*/ 5912174 h 6318353"/>
              <a:gd name="connsiteX152" fmla="*/ 3275462 w 4588489"/>
              <a:gd name="connsiteY152" fmla="*/ 5902616 h 6318353"/>
              <a:gd name="connsiteX153" fmla="*/ 3268476 w 4588489"/>
              <a:gd name="connsiteY153" fmla="*/ 5886157 h 6318353"/>
              <a:gd name="connsiteX154" fmla="*/ 3259903 w 4588489"/>
              <a:gd name="connsiteY154" fmla="*/ 5886157 h 6318353"/>
              <a:gd name="connsiteX155" fmla="*/ 3247430 w 4588489"/>
              <a:gd name="connsiteY155" fmla="*/ 5872098 h 6318353"/>
              <a:gd name="connsiteX156" fmla="*/ 3206454 w 4588489"/>
              <a:gd name="connsiteY156" fmla="*/ 5828378 h 6318353"/>
              <a:gd name="connsiteX157" fmla="*/ 3200110 w 4588489"/>
              <a:gd name="connsiteY157" fmla="*/ 5822077 h 6318353"/>
              <a:gd name="connsiteX158" fmla="*/ 3180608 w 4588489"/>
              <a:gd name="connsiteY158" fmla="*/ 5802789 h 6318353"/>
              <a:gd name="connsiteX159" fmla="*/ 3108170 w 4588489"/>
              <a:gd name="connsiteY159" fmla="*/ 5726923 h 6318353"/>
              <a:gd name="connsiteX160" fmla="*/ 3064022 w 4588489"/>
              <a:gd name="connsiteY160" fmla="*/ 5682345 h 6318353"/>
              <a:gd name="connsiteX161" fmla="*/ 3045676 w 4588489"/>
              <a:gd name="connsiteY161" fmla="*/ 5663443 h 6318353"/>
              <a:gd name="connsiteX162" fmla="*/ 3045676 w 4588489"/>
              <a:gd name="connsiteY162" fmla="*/ 5654870 h 6318353"/>
              <a:gd name="connsiteX163" fmla="*/ 3037104 w 4588489"/>
              <a:gd name="connsiteY163" fmla="*/ 5654870 h 6318353"/>
              <a:gd name="connsiteX164" fmla="*/ 3024502 w 4588489"/>
              <a:gd name="connsiteY164" fmla="*/ 5640683 h 6318353"/>
              <a:gd name="connsiteX165" fmla="*/ 2977354 w 4588489"/>
              <a:gd name="connsiteY165" fmla="*/ 5590963 h 6318353"/>
              <a:gd name="connsiteX166" fmla="*/ 2938049 w 4588489"/>
              <a:gd name="connsiteY166" fmla="*/ 5548186 h 6318353"/>
              <a:gd name="connsiteX167" fmla="*/ 2906416 w 4588489"/>
              <a:gd name="connsiteY167" fmla="*/ 5515653 h 6318353"/>
              <a:gd name="connsiteX168" fmla="*/ 2860982 w 4588489"/>
              <a:gd name="connsiteY168" fmla="*/ 5466790 h 6318353"/>
              <a:gd name="connsiteX169" fmla="*/ 2820905 w 4588489"/>
              <a:gd name="connsiteY169" fmla="*/ 5426328 h 6318353"/>
              <a:gd name="connsiteX170" fmla="*/ 2805689 w 4588489"/>
              <a:gd name="connsiteY170" fmla="*/ 5410554 h 6318353"/>
              <a:gd name="connsiteX171" fmla="*/ 2805689 w 4588489"/>
              <a:gd name="connsiteY171" fmla="*/ 5401982 h 6318353"/>
              <a:gd name="connsiteX172" fmla="*/ 2797117 w 4588489"/>
              <a:gd name="connsiteY172" fmla="*/ 5401982 h 6318353"/>
              <a:gd name="connsiteX173" fmla="*/ 2784258 w 4588489"/>
              <a:gd name="connsiteY173" fmla="*/ 5387494 h 6318353"/>
              <a:gd name="connsiteX174" fmla="*/ 2735395 w 4588489"/>
              <a:gd name="connsiteY174" fmla="*/ 5336488 h 6318353"/>
              <a:gd name="connsiteX175" fmla="*/ 2710063 w 4588489"/>
              <a:gd name="connsiteY175" fmla="*/ 5308713 h 6318353"/>
              <a:gd name="connsiteX176" fmla="*/ 2648341 w 4588489"/>
              <a:gd name="connsiteY176" fmla="*/ 5245705 h 6318353"/>
              <a:gd name="connsiteX177" fmla="*/ 2639383 w 4588489"/>
              <a:gd name="connsiteY177" fmla="*/ 5236876 h 6318353"/>
              <a:gd name="connsiteX178" fmla="*/ 2631239 w 4588489"/>
              <a:gd name="connsiteY178" fmla="*/ 5228946 h 6318353"/>
              <a:gd name="connsiteX179" fmla="*/ 2625410 w 4588489"/>
              <a:gd name="connsiteY179" fmla="*/ 5213644 h 6318353"/>
              <a:gd name="connsiteX180" fmla="*/ 2616837 w 4588489"/>
              <a:gd name="connsiteY180" fmla="*/ 5213644 h 6318353"/>
              <a:gd name="connsiteX181" fmla="*/ 2616837 w 4588489"/>
              <a:gd name="connsiteY181" fmla="*/ 5205072 h 6318353"/>
              <a:gd name="connsiteX182" fmla="*/ 2608265 w 4588489"/>
              <a:gd name="connsiteY182" fmla="*/ 5205072 h 6318353"/>
              <a:gd name="connsiteX183" fmla="*/ 2595106 w 4588489"/>
              <a:gd name="connsiteY183" fmla="*/ 5190284 h 6318353"/>
              <a:gd name="connsiteX184" fmla="*/ 2529955 w 4588489"/>
              <a:gd name="connsiteY184" fmla="*/ 5122990 h 6318353"/>
              <a:gd name="connsiteX185" fmla="*/ 2520396 w 4588489"/>
              <a:gd name="connsiteY185" fmla="*/ 5113560 h 6318353"/>
              <a:gd name="connsiteX186" fmla="*/ 2511738 w 4588489"/>
              <a:gd name="connsiteY186" fmla="*/ 5105116 h 6318353"/>
              <a:gd name="connsiteX187" fmla="*/ 2505523 w 4588489"/>
              <a:gd name="connsiteY187" fmla="*/ 5089429 h 6318353"/>
              <a:gd name="connsiteX188" fmla="*/ 2496951 w 4588489"/>
              <a:gd name="connsiteY188" fmla="*/ 5089429 h 6318353"/>
              <a:gd name="connsiteX189" fmla="*/ 2496951 w 4588489"/>
              <a:gd name="connsiteY189" fmla="*/ 5080856 h 6318353"/>
              <a:gd name="connsiteX190" fmla="*/ 2488378 w 4588489"/>
              <a:gd name="connsiteY190" fmla="*/ 5080856 h 6318353"/>
              <a:gd name="connsiteX191" fmla="*/ 2476034 w 4588489"/>
              <a:gd name="connsiteY191" fmla="*/ 5066926 h 6318353"/>
              <a:gd name="connsiteX192" fmla="*/ 2432743 w 4588489"/>
              <a:gd name="connsiteY192" fmla="*/ 5020634 h 6318353"/>
              <a:gd name="connsiteX193" fmla="*/ 2385165 w 4588489"/>
              <a:gd name="connsiteY193" fmla="*/ 4969628 h 6318353"/>
              <a:gd name="connsiteX194" fmla="*/ 2351261 w 4588489"/>
              <a:gd name="connsiteY194" fmla="*/ 4934823 h 6318353"/>
              <a:gd name="connsiteX195" fmla="*/ 2295540 w 4588489"/>
              <a:gd name="connsiteY195" fmla="*/ 4874816 h 6318353"/>
              <a:gd name="connsiteX196" fmla="*/ 2295540 w 4588489"/>
              <a:gd name="connsiteY196" fmla="*/ 4866243 h 6318353"/>
              <a:gd name="connsiteX197" fmla="*/ 2249248 w 4588489"/>
              <a:gd name="connsiteY197" fmla="*/ 4905634 h 6318353"/>
              <a:gd name="connsiteX198" fmla="*/ 2149379 w 4588489"/>
              <a:gd name="connsiteY198" fmla="*/ 5008076 h 6318353"/>
              <a:gd name="connsiteX199" fmla="*/ 2089371 w 4588489"/>
              <a:gd name="connsiteY199" fmla="*/ 5071512 h 6318353"/>
              <a:gd name="connsiteX200" fmla="*/ 2030649 w 4588489"/>
              <a:gd name="connsiteY200" fmla="*/ 5131091 h 6318353"/>
              <a:gd name="connsiteX201" fmla="*/ 2004032 w 4588489"/>
              <a:gd name="connsiteY201" fmla="*/ 5157409 h 6318353"/>
              <a:gd name="connsiteX202" fmla="*/ 1992245 w 4588489"/>
              <a:gd name="connsiteY202" fmla="*/ 5169067 h 6318353"/>
              <a:gd name="connsiteX203" fmla="*/ 1974114 w 4588489"/>
              <a:gd name="connsiteY203" fmla="*/ 5191870 h 6318353"/>
              <a:gd name="connsiteX204" fmla="*/ 1965541 w 4588489"/>
              <a:gd name="connsiteY204" fmla="*/ 5191870 h 6318353"/>
              <a:gd name="connsiteX205" fmla="*/ 1962061 w 4588489"/>
              <a:gd name="connsiteY205" fmla="*/ 5199585 h 6318353"/>
              <a:gd name="connsiteX206" fmla="*/ 1944059 w 4588489"/>
              <a:gd name="connsiteY206" fmla="*/ 5222602 h 6318353"/>
              <a:gd name="connsiteX207" fmla="*/ 1936386 w 4588489"/>
              <a:gd name="connsiteY207" fmla="*/ 5230103 h 6318353"/>
              <a:gd name="connsiteX208" fmla="*/ 1928285 w 4588489"/>
              <a:gd name="connsiteY208" fmla="*/ 5237947 h 6318353"/>
              <a:gd name="connsiteX209" fmla="*/ 1874707 w 4588489"/>
              <a:gd name="connsiteY209" fmla="*/ 5294526 h 6318353"/>
              <a:gd name="connsiteX210" fmla="*/ 1834288 w 4588489"/>
              <a:gd name="connsiteY210" fmla="*/ 5335802 h 6318353"/>
              <a:gd name="connsiteX211" fmla="*/ 1800426 w 4588489"/>
              <a:gd name="connsiteY211" fmla="*/ 5371893 h 6318353"/>
              <a:gd name="connsiteX212" fmla="*/ 1752849 w 4588489"/>
              <a:gd name="connsiteY212" fmla="*/ 5421613 h 6318353"/>
              <a:gd name="connsiteX213" fmla="*/ 1710672 w 4588489"/>
              <a:gd name="connsiteY213" fmla="*/ 5467047 h 6318353"/>
              <a:gd name="connsiteX214" fmla="*/ 1681397 w 4588489"/>
              <a:gd name="connsiteY214" fmla="*/ 5497137 h 6318353"/>
              <a:gd name="connsiteX215" fmla="*/ 1659452 w 4588489"/>
              <a:gd name="connsiteY215" fmla="*/ 5521354 h 6318353"/>
              <a:gd name="connsiteX216" fmla="*/ 1615732 w 4588489"/>
              <a:gd name="connsiteY216" fmla="*/ 5567217 h 6318353"/>
              <a:gd name="connsiteX217" fmla="*/ 1592629 w 4588489"/>
              <a:gd name="connsiteY217" fmla="*/ 5592720 h 6318353"/>
              <a:gd name="connsiteX218" fmla="*/ 1520620 w 4588489"/>
              <a:gd name="connsiteY218" fmla="*/ 5666872 h 6318353"/>
              <a:gd name="connsiteX219" fmla="*/ 1491602 w 4588489"/>
              <a:gd name="connsiteY219" fmla="*/ 5695633 h 6318353"/>
              <a:gd name="connsiteX220" fmla="*/ 1484916 w 4588489"/>
              <a:gd name="connsiteY220" fmla="*/ 5702191 h 6318353"/>
              <a:gd name="connsiteX221" fmla="*/ 1459798 w 4588489"/>
              <a:gd name="connsiteY221" fmla="*/ 5731980 h 6318353"/>
              <a:gd name="connsiteX222" fmla="*/ 1451226 w 4588489"/>
              <a:gd name="connsiteY222" fmla="*/ 5731980 h 6318353"/>
              <a:gd name="connsiteX223" fmla="*/ 1448448 w 4588489"/>
              <a:gd name="connsiteY223" fmla="*/ 5739010 h 6318353"/>
              <a:gd name="connsiteX224" fmla="*/ 1418487 w 4588489"/>
              <a:gd name="connsiteY224" fmla="*/ 5773986 h 6318353"/>
              <a:gd name="connsiteX225" fmla="*/ 1411243 w 4588489"/>
              <a:gd name="connsiteY225" fmla="*/ 5781144 h 6318353"/>
              <a:gd name="connsiteX226" fmla="*/ 1388269 w 4588489"/>
              <a:gd name="connsiteY226" fmla="*/ 5803775 h 6318353"/>
              <a:gd name="connsiteX227" fmla="*/ 1358223 w 4588489"/>
              <a:gd name="connsiteY227" fmla="*/ 5833436 h 6318353"/>
              <a:gd name="connsiteX228" fmla="*/ 1350936 w 4588489"/>
              <a:gd name="connsiteY228" fmla="*/ 5840637 h 6318353"/>
              <a:gd name="connsiteX229" fmla="*/ 1307645 w 4588489"/>
              <a:gd name="connsiteY229" fmla="*/ 5887786 h 6318353"/>
              <a:gd name="connsiteX230" fmla="*/ 1275627 w 4588489"/>
              <a:gd name="connsiteY230" fmla="*/ 5920747 h 6318353"/>
              <a:gd name="connsiteX231" fmla="*/ 1227621 w 4588489"/>
              <a:gd name="connsiteY231" fmla="*/ 5972182 h 6318353"/>
              <a:gd name="connsiteX232" fmla="*/ 1198603 w 4588489"/>
              <a:gd name="connsiteY232" fmla="*/ 6002143 h 6318353"/>
              <a:gd name="connsiteX233" fmla="*/ 1162984 w 4588489"/>
              <a:gd name="connsiteY233" fmla="*/ 6039905 h 6318353"/>
              <a:gd name="connsiteX234" fmla="*/ 1110692 w 4588489"/>
              <a:gd name="connsiteY234" fmla="*/ 6094340 h 6318353"/>
              <a:gd name="connsiteX235" fmla="*/ 1083088 w 4588489"/>
              <a:gd name="connsiteY235" fmla="*/ 6126401 h 6318353"/>
              <a:gd name="connsiteX236" fmla="*/ 1074516 w 4588489"/>
              <a:gd name="connsiteY236" fmla="*/ 6126401 h 6318353"/>
              <a:gd name="connsiteX237" fmla="*/ 1071618 w 4588489"/>
              <a:gd name="connsiteY237" fmla="*/ 6133559 h 6318353"/>
              <a:gd name="connsiteX238" fmla="*/ 1043715 w 4588489"/>
              <a:gd name="connsiteY238" fmla="*/ 6166049 h 6318353"/>
              <a:gd name="connsiteX239" fmla="*/ 995709 w 4588489"/>
              <a:gd name="connsiteY239" fmla="*/ 6217055 h 6318353"/>
              <a:gd name="connsiteX240" fmla="*/ 966305 w 4588489"/>
              <a:gd name="connsiteY240" fmla="*/ 6247231 h 6318353"/>
              <a:gd name="connsiteX241" fmla="*/ 936816 w 4588489"/>
              <a:gd name="connsiteY241" fmla="*/ 6280234 h 6318353"/>
              <a:gd name="connsiteX242" fmla="*/ 928800 w 4588489"/>
              <a:gd name="connsiteY242" fmla="*/ 6289193 h 6318353"/>
              <a:gd name="connsiteX243" fmla="*/ 918513 w 4588489"/>
              <a:gd name="connsiteY243" fmla="*/ 6302437 h 6318353"/>
              <a:gd name="connsiteX244" fmla="*/ 867507 w 4588489"/>
              <a:gd name="connsiteY244" fmla="*/ 6318039 h 6318353"/>
              <a:gd name="connsiteX245" fmla="*/ 853791 w 4588489"/>
              <a:gd name="connsiteY245" fmla="*/ 6317719 h 6318353"/>
              <a:gd name="connsiteX246" fmla="*/ 839561 w 4588489"/>
              <a:gd name="connsiteY246" fmla="*/ 6317670 h 6318353"/>
              <a:gd name="connsiteX247" fmla="*/ 809857 w 4588489"/>
              <a:gd name="connsiteY247" fmla="*/ 6317316 h 6318353"/>
              <a:gd name="connsiteX248" fmla="*/ 764423 w 4588489"/>
              <a:gd name="connsiteY248" fmla="*/ 6316915 h 6318353"/>
              <a:gd name="connsiteX249" fmla="*/ 735576 w 4588489"/>
              <a:gd name="connsiteY249" fmla="*/ 6316647 h 6318353"/>
              <a:gd name="connsiteX250" fmla="*/ 721732 w 4588489"/>
              <a:gd name="connsiteY250" fmla="*/ 6316536 h 6318353"/>
              <a:gd name="connsiteX251" fmla="*/ 709001 w 4588489"/>
              <a:gd name="connsiteY251" fmla="*/ 6316287 h 6318353"/>
              <a:gd name="connsiteX252" fmla="*/ 697771 w 4588489"/>
              <a:gd name="connsiteY252" fmla="*/ 6316109 h 6318353"/>
              <a:gd name="connsiteX253" fmla="*/ 680198 w 4588489"/>
              <a:gd name="connsiteY253" fmla="*/ 6306337 h 6318353"/>
              <a:gd name="connsiteX254" fmla="*/ 719631 w 4588489"/>
              <a:gd name="connsiteY254" fmla="*/ 6267031 h 6318353"/>
              <a:gd name="connsiteX255" fmla="*/ 747406 w 4588489"/>
              <a:gd name="connsiteY255" fmla="*/ 6239385 h 6318353"/>
              <a:gd name="connsiteX256" fmla="*/ 761937 w 4588489"/>
              <a:gd name="connsiteY256" fmla="*/ 6224941 h 6318353"/>
              <a:gd name="connsiteX257" fmla="*/ 832660 w 4588489"/>
              <a:gd name="connsiteY257" fmla="*/ 6150788 h 6318353"/>
              <a:gd name="connsiteX258" fmla="*/ 862492 w 4588489"/>
              <a:gd name="connsiteY258" fmla="*/ 6120013 h 6318353"/>
              <a:gd name="connsiteX259" fmla="*/ 908783 w 4588489"/>
              <a:gd name="connsiteY259" fmla="*/ 6070293 h 6318353"/>
              <a:gd name="connsiteX260" fmla="*/ 940887 w 4588489"/>
              <a:gd name="connsiteY260" fmla="*/ 6037546 h 6318353"/>
              <a:gd name="connsiteX261" fmla="*/ 963519 w 4588489"/>
              <a:gd name="connsiteY261" fmla="*/ 6012514 h 6318353"/>
              <a:gd name="connsiteX262" fmla="*/ 1037242 w 4588489"/>
              <a:gd name="connsiteY262" fmla="*/ 5937076 h 6318353"/>
              <a:gd name="connsiteX263" fmla="*/ 1093821 w 4588489"/>
              <a:gd name="connsiteY263" fmla="*/ 5877068 h 6318353"/>
              <a:gd name="connsiteX264" fmla="*/ 1132526 w 4588489"/>
              <a:gd name="connsiteY264" fmla="*/ 5837592 h 6318353"/>
              <a:gd name="connsiteX265" fmla="*/ 1166301 w 4588489"/>
              <a:gd name="connsiteY265" fmla="*/ 5801502 h 6318353"/>
              <a:gd name="connsiteX266" fmla="*/ 1227595 w 4588489"/>
              <a:gd name="connsiteY266" fmla="*/ 5738066 h 6318353"/>
              <a:gd name="connsiteX267" fmla="*/ 1269386 w 4588489"/>
              <a:gd name="connsiteY267" fmla="*/ 5693917 h 6318353"/>
              <a:gd name="connsiteX268" fmla="*/ 1335823 w 4588489"/>
              <a:gd name="connsiteY268" fmla="*/ 5625337 h 6318353"/>
              <a:gd name="connsiteX269" fmla="*/ 1388972 w 4588489"/>
              <a:gd name="connsiteY269" fmla="*/ 5568759 h 6318353"/>
              <a:gd name="connsiteX270" fmla="*/ 1426091 w 4588489"/>
              <a:gd name="connsiteY270" fmla="*/ 5530697 h 6318353"/>
              <a:gd name="connsiteX271" fmla="*/ 1478383 w 4588489"/>
              <a:gd name="connsiteY271" fmla="*/ 5475404 h 6318353"/>
              <a:gd name="connsiteX272" fmla="*/ 1518288 w 4588489"/>
              <a:gd name="connsiteY272" fmla="*/ 5434728 h 6318353"/>
              <a:gd name="connsiteX273" fmla="*/ 1551893 w 4588489"/>
              <a:gd name="connsiteY273" fmla="*/ 5398852 h 6318353"/>
              <a:gd name="connsiteX274" fmla="*/ 1616186 w 4588489"/>
              <a:gd name="connsiteY274" fmla="*/ 5332415 h 6318353"/>
              <a:gd name="connsiteX275" fmla="*/ 1668478 w 4588489"/>
              <a:gd name="connsiteY275" fmla="*/ 5276694 h 6318353"/>
              <a:gd name="connsiteX276" fmla="*/ 1692010 w 4588489"/>
              <a:gd name="connsiteY276" fmla="*/ 5252219 h 6318353"/>
              <a:gd name="connsiteX277" fmla="*/ 1723085 w 4588489"/>
              <a:gd name="connsiteY277" fmla="*/ 5219000 h 6318353"/>
              <a:gd name="connsiteX278" fmla="*/ 1764876 w 4588489"/>
              <a:gd name="connsiteY278" fmla="*/ 5175281 h 6318353"/>
              <a:gd name="connsiteX279" fmla="*/ 1805338 w 4588489"/>
              <a:gd name="connsiteY279" fmla="*/ 5132676 h 6318353"/>
              <a:gd name="connsiteX280" fmla="*/ 1855488 w 4588489"/>
              <a:gd name="connsiteY280" fmla="*/ 5080812 h 6318353"/>
              <a:gd name="connsiteX281" fmla="*/ 1890335 w 4588489"/>
              <a:gd name="connsiteY281" fmla="*/ 5043650 h 6318353"/>
              <a:gd name="connsiteX282" fmla="*/ 1963201 w 4588489"/>
              <a:gd name="connsiteY282" fmla="*/ 4968641 h 6318353"/>
              <a:gd name="connsiteX283" fmla="*/ 2020208 w 4588489"/>
              <a:gd name="connsiteY283" fmla="*/ 4908205 h 6318353"/>
              <a:gd name="connsiteX284" fmla="*/ 2045797 w 4588489"/>
              <a:gd name="connsiteY284" fmla="*/ 4881673 h 6318353"/>
              <a:gd name="connsiteX285" fmla="*/ 2079273 w 4588489"/>
              <a:gd name="connsiteY285" fmla="*/ 4846054 h 6318353"/>
              <a:gd name="connsiteX286" fmla="*/ 2127707 w 4588489"/>
              <a:gd name="connsiteY286" fmla="*/ 4795476 h 6318353"/>
              <a:gd name="connsiteX287" fmla="*/ 2169370 w 4588489"/>
              <a:gd name="connsiteY287" fmla="*/ 4750471 h 6318353"/>
              <a:gd name="connsiteX288" fmla="*/ 2189772 w 4588489"/>
              <a:gd name="connsiteY288" fmla="*/ 4732297 h 6318353"/>
              <a:gd name="connsiteX289" fmla="*/ 2205717 w 4588489"/>
              <a:gd name="connsiteY289" fmla="*/ 4677861 h 6318353"/>
              <a:gd name="connsiteX290" fmla="*/ 2205508 w 4588489"/>
              <a:gd name="connsiteY290" fmla="*/ 4662131 h 6318353"/>
              <a:gd name="connsiteX291" fmla="*/ 2205593 w 4588489"/>
              <a:gd name="connsiteY291" fmla="*/ 4645329 h 6318353"/>
              <a:gd name="connsiteX292" fmla="*/ 2205468 w 4588489"/>
              <a:gd name="connsiteY292" fmla="*/ 4599038 h 6318353"/>
              <a:gd name="connsiteX293" fmla="*/ 2205466 w 4588489"/>
              <a:gd name="connsiteY293" fmla="*/ 4549317 h 6318353"/>
              <a:gd name="connsiteX294" fmla="*/ 2205292 w 4588489"/>
              <a:gd name="connsiteY294" fmla="*/ 4452019 h 6318353"/>
              <a:gd name="connsiteX295" fmla="*/ 2205124 w 4588489"/>
              <a:gd name="connsiteY295" fmla="*/ 4338862 h 6318353"/>
              <a:gd name="connsiteX296" fmla="*/ 2204768 w 4588489"/>
              <a:gd name="connsiteY296" fmla="*/ 4136551 h 6318353"/>
              <a:gd name="connsiteX297" fmla="*/ 2204417 w 4588489"/>
              <a:gd name="connsiteY297" fmla="*/ 3940241 h 6318353"/>
              <a:gd name="connsiteX298" fmla="*/ 2204411 w 4588489"/>
              <a:gd name="connsiteY298" fmla="*/ 3928025 h 6318353"/>
              <a:gd name="connsiteX299" fmla="*/ 2204400 w 4588489"/>
              <a:gd name="connsiteY299" fmla="*/ 3903679 h 6318353"/>
              <a:gd name="connsiteX300" fmla="*/ 2204394 w 4588489"/>
              <a:gd name="connsiteY300" fmla="*/ 3891549 h 6318353"/>
              <a:gd name="connsiteX301" fmla="*/ 2204389 w 4588489"/>
              <a:gd name="connsiteY301" fmla="*/ 3879419 h 6318353"/>
              <a:gd name="connsiteX302" fmla="*/ 2204153 w 4588489"/>
              <a:gd name="connsiteY302" fmla="*/ 3692538 h 6318353"/>
              <a:gd name="connsiteX303" fmla="*/ 2204062 w 4588489"/>
              <a:gd name="connsiteY303" fmla="*/ 3624816 h 6318353"/>
              <a:gd name="connsiteX304" fmla="*/ 2203833 w 4588489"/>
              <a:gd name="connsiteY304" fmla="*/ 3517231 h 6318353"/>
              <a:gd name="connsiteX305" fmla="*/ 2203726 w 4588489"/>
              <a:gd name="connsiteY305" fmla="*/ 3467939 h 6318353"/>
              <a:gd name="connsiteX306" fmla="*/ 2203562 w 4588489"/>
              <a:gd name="connsiteY306" fmla="*/ 3414789 h 6318353"/>
              <a:gd name="connsiteX307" fmla="*/ 2203584 w 4588489"/>
              <a:gd name="connsiteY307" fmla="*/ 3398973 h 6318353"/>
              <a:gd name="connsiteX308" fmla="*/ 2203484 w 4588489"/>
              <a:gd name="connsiteY308" fmla="*/ 3384657 h 6318353"/>
              <a:gd name="connsiteX309" fmla="*/ 2203452 w 4588489"/>
              <a:gd name="connsiteY309" fmla="*/ 3372227 h 6318353"/>
              <a:gd name="connsiteX310" fmla="*/ 2193765 w 4588489"/>
              <a:gd name="connsiteY310" fmla="*/ 3349124 h 6318353"/>
              <a:gd name="connsiteX311" fmla="*/ 2168262 w 4588489"/>
              <a:gd name="connsiteY311" fmla="*/ 3347276 h 6318353"/>
              <a:gd name="connsiteX312" fmla="*/ 2151674 w 4588489"/>
              <a:gd name="connsiteY312" fmla="*/ 3347022 h 6318353"/>
              <a:gd name="connsiteX313" fmla="*/ 2133286 w 4588489"/>
              <a:gd name="connsiteY313" fmla="*/ 3346941 h 6318353"/>
              <a:gd name="connsiteX314" fmla="*/ 2113912 w 4588489"/>
              <a:gd name="connsiteY314" fmla="*/ 3346710 h 6318353"/>
              <a:gd name="connsiteX315" fmla="*/ 2060334 w 4588489"/>
              <a:gd name="connsiteY315" fmla="*/ 3346273 h 6318353"/>
              <a:gd name="connsiteX316" fmla="*/ 2014471 w 4588489"/>
              <a:gd name="connsiteY316" fmla="*/ 3345878 h 6318353"/>
              <a:gd name="connsiteX317" fmla="*/ 1457259 w 4588489"/>
              <a:gd name="connsiteY317" fmla="*/ 3344532 h 6318353"/>
              <a:gd name="connsiteX318" fmla="*/ 1305954 w 4588489"/>
              <a:gd name="connsiteY318" fmla="*/ 3344615 h 6318353"/>
              <a:gd name="connsiteX319" fmla="*/ 1036349 w 4588489"/>
              <a:gd name="connsiteY319" fmla="*/ 3344751 h 6318353"/>
              <a:gd name="connsiteX320" fmla="*/ 1020233 w 4588489"/>
              <a:gd name="connsiteY320" fmla="*/ 3344762 h 6318353"/>
              <a:gd name="connsiteX321" fmla="*/ 922935 w 4588489"/>
              <a:gd name="connsiteY321" fmla="*/ 3344828 h 6318353"/>
              <a:gd name="connsiteX322" fmla="*/ 775059 w 4588489"/>
              <a:gd name="connsiteY322" fmla="*/ 3344927 h 6318353"/>
              <a:gd name="connsiteX323" fmla="*/ 758643 w 4588489"/>
              <a:gd name="connsiteY323" fmla="*/ 3344938 h 6318353"/>
              <a:gd name="connsiteX324" fmla="*/ 488609 w 4588489"/>
              <a:gd name="connsiteY324" fmla="*/ 3345068 h 6318353"/>
              <a:gd name="connsiteX325" fmla="*/ 322731 w 4588489"/>
              <a:gd name="connsiteY325" fmla="*/ 3345175 h 6318353"/>
              <a:gd name="connsiteX326" fmla="*/ 210003 w 4588489"/>
              <a:gd name="connsiteY326" fmla="*/ 3345242 h 6318353"/>
              <a:gd name="connsiteX327" fmla="*/ 144852 w 4588489"/>
              <a:gd name="connsiteY327" fmla="*/ 3345292 h 6318353"/>
              <a:gd name="connsiteX328" fmla="*/ 85273 w 4588489"/>
              <a:gd name="connsiteY328" fmla="*/ 3345324 h 6318353"/>
              <a:gd name="connsiteX329" fmla="*/ 63670 w 4588489"/>
              <a:gd name="connsiteY329" fmla="*/ 3345350 h 6318353"/>
              <a:gd name="connsiteX330" fmla="*/ 34524 w 4588489"/>
              <a:gd name="connsiteY330" fmla="*/ 3345354 h 6318353"/>
              <a:gd name="connsiteX331" fmla="*/ 18107 w 4588489"/>
              <a:gd name="connsiteY331" fmla="*/ 3345366 h 6318353"/>
              <a:gd name="connsiteX332" fmla="*/ 1863 w 4588489"/>
              <a:gd name="connsiteY332" fmla="*/ 3340566 h 6318353"/>
              <a:gd name="connsiteX333" fmla="*/ 1142 w 4588489"/>
              <a:gd name="connsiteY333" fmla="*/ 3309490 h 6318353"/>
              <a:gd name="connsiteX334" fmla="*/ 1099 w 4588489"/>
              <a:gd name="connsiteY334" fmla="*/ 3300060 h 6318353"/>
              <a:gd name="connsiteX335" fmla="*/ 1068 w 4588489"/>
              <a:gd name="connsiteY335" fmla="*/ 3280258 h 6318353"/>
              <a:gd name="connsiteX336" fmla="*/ 900 w 4588489"/>
              <a:gd name="connsiteY336" fmla="*/ 3249912 h 6318353"/>
              <a:gd name="connsiteX337" fmla="*/ 874 w 4588489"/>
              <a:gd name="connsiteY337" fmla="*/ 3230709 h 6318353"/>
              <a:gd name="connsiteX338" fmla="*/ 781 w 4588489"/>
              <a:gd name="connsiteY338" fmla="*/ 3221494 h 6318353"/>
              <a:gd name="connsiteX339" fmla="*/ 10425 w 4588489"/>
              <a:gd name="connsiteY339" fmla="*/ 3190504 h 6318353"/>
              <a:gd name="connsiteX340" fmla="*/ 32328 w 4588489"/>
              <a:gd name="connsiteY340" fmla="*/ 3189145 h 6318353"/>
              <a:gd name="connsiteX341" fmla="*/ 46515 w 4588489"/>
              <a:gd name="connsiteY341" fmla="*/ 3188891 h 6318353"/>
              <a:gd name="connsiteX342" fmla="*/ 62289 w 4588489"/>
              <a:gd name="connsiteY342" fmla="*/ 3188745 h 6318353"/>
              <a:gd name="connsiteX343" fmla="*/ 79048 w 4588489"/>
              <a:gd name="connsiteY343" fmla="*/ 3188496 h 6318353"/>
              <a:gd name="connsiteX344" fmla="*/ 125768 w 4588489"/>
              <a:gd name="connsiteY344" fmla="*/ 3187952 h 6318353"/>
              <a:gd name="connsiteX345" fmla="*/ 155815 w 4588489"/>
              <a:gd name="connsiteY345" fmla="*/ 3187610 h 6318353"/>
              <a:gd name="connsiteX346" fmla="*/ 713027 w 4588489"/>
              <a:gd name="connsiteY346" fmla="*/ 3185772 h 6318353"/>
              <a:gd name="connsiteX347" fmla="*/ 868189 w 4588489"/>
              <a:gd name="connsiteY347" fmla="*/ 3185814 h 6318353"/>
              <a:gd name="connsiteX348" fmla="*/ 1145081 w 4588489"/>
              <a:gd name="connsiteY348" fmla="*/ 3185892 h 6318353"/>
              <a:gd name="connsiteX349" fmla="*/ 1413400 w 4588489"/>
              <a:gd name="connsiteY349" fmla="*/ 3185980 h 6318353"/>
              <a:gd name="connsiteX350" fmla="*/ 1430417 w 4588489"/>
              <a:gd name="connsiteY350" fmla="*/ 3185983 h 6318353"/>
              <a:gd name="connsiteX351" fmla="*/ 1562005 w 4588489"/>
              <a:gd name="connsiteY351" fmla="*/ 3186009 h 6318353"/>
              <a:gd name="connsiteX352" fmla="*/ 2200656 w 4588489"/>
              <a:gd name="connsiteY352" fmla="*/ 3186215 h 6318353"/>
              <a:gd name="connsiteX353" fmla="*/ 2200656 w 4588489"/>
              <a:gd name="connsiteY353" fmla="*/ 2054645 h 6318353"/>
              <a:gd name="connsiteX354" fmla="*/ 2089213 w 4588489"/>
              <a:gd name="connsiteY354" fmla="*/ 2033214 h 6318353"/>
              <a:gd name="connsiteX355" fmla="*/ 1403413 w 4588489"/>
              <a:gd name="connsiteY355" fmla="*/ 1583158 h 6318353"/>
              <a:gd name="connsiteX356" fmla="*/ 1288113 w 4588489"/>
              <a:gd name="connsiteY356" fmla="*/ 1338842 h 6318353"/>
              <a:gd name="connsiteX357" fmla="*/ 1284676 w 4588489"/>
              <a:gd name="connsiteY357" fmla="*/ 1329498 h 6318353"/>
              <a:gd name="connsiteX358" fmla="*/ 1262130 w 4588489"/>
              <a:gd name="connsiteY358" fmla="*/ 1238200 h 6318353"/>
              <a:gd name="connsiteX359" fmla="*/ 1258808 w 4588489"/>
              <a:gd name="connsiteY359" fmla="*/ 1221998 h 6318353"/>
              <a:gd name="connsiteX360" fmla="*/ 1239349 w 4588489"/>
              <a:gd name="connsiteY360" fmla="*/ 1021831 h 6318353"/>
              <a:gd name="connsiteX361" fmla="*/ 1239356 w 4588489"/>
              <a:gd name="connsiteY361" fmla="*/ 1011458 h 6318353"/>
              <a:gd name="connsiteX362" fmla="*/ 1258087 w 4588489"/>
              <a:gd name="connsiteY362" fmla="*/ 828864 h 6318353"/>
              <a:gd name="connsiteX363" fmla="*/ 1260941 w 4588489"/>
              <a:gd name="connsiteY363" fmla="*/ 815490 h 6318353"/>
              <a:gd name="connsiteX364" fmla="*/ 1446536 w 4588489"/>
              <a:gd name="connsiteY364" fmla="*/ 413012 h 6318353"/>
              <a:gd name="connsiteX365" fmla="*/ 1451979 w 4588489"/>
              <a:gd name="connsiteY365" fmla="*/ 405682 h 6318353"/>
              <a:gd name="connsiteX366" fmla="*/ 2133493 w 4588489"/>
              <a:gd name="connsiteY366" fmla="*/ 5775 h 6318353"/>
              <a:gd name="connsiteX367" fmla="*/ 2220933 w 4588489"/>
              <a:gd name="connsiteY367" fmla="*/ 760 h 631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Lst>
            <a:rect l="l" t="t" r="r" b="b"/>
            <a:pathLst>
              <a:path w="4588489" h="6318353">
                <a:moveTo>
                  <a:pt x="2219278" y="315"/>
                </a:moveTo>
                <a:cubicBezTo>
                  <a:pt x="2225407" y="294"/>
                  <a:pt x="2225407" y="294"/>
                  <a:pt x="2231665" y="272"/>
                </a:cubicBezTo>
                <a:cubicBezTo>
                  <a:pt x="2240238" y="250"/>
                  <a:pt x="2248853" y="240"/>
                  <a:pt x="2257426" y="241"/>
                </a:cubicBezTo>
                <a:cubicBezTo>
                  <a:pt x="2270413" y="231"/>
                  <a:pt x="2283400" y="153"/>
                  <a:pt x="2296345" y="72"/>
                </a:cubicBezTo>
                <a:cubicBezTo>
                  <a:pt x="2339636" y="-57"/>
                  <a:pt x="2380784" y="912"/>
                  <a:pt x="2423646" y="9588"/>
                </a:cubicBezTo>
                <a:cubicBezTo>
                  <a:pt x="2429862" y="10728"/>
                  <a:pt x="2429862" y="10728"/>
                  <a:pt x="2436205" y="11885"/>
                </a:cubicBezTo>
                <a:cubicBezTo>
                  <a:pt x="2700667" y="60748"/>
                  <a:pt x="2946269" y="206909"/>
                  <a:pt x="3100574" y="429794"/>
                </a:cubicBezTo>
                <a:cubicBezTo>
                  <a:pt x="3265595" y="674111"/>
                  <a:pt x="3324745" y="952717"/>
                  <a:pt x="3269881" y="1239896"/>
                </a:cubicBezTo>
                <a:cubicBezTo>
                  <a:pt x="3223589" y="1467496"/>
                  <a:pt x="3089858" y="1685666"/>
                  <a:pt x="2904692" y="1827112"/>
                </a:cubicBezTo>
                <a:cubicBezTo>
                  <a:pt x="2901058" y="1830014"/>
                  <a:pt x="2897406" y="1832898"/>
                  <a:pt x="2893677" y="1835899"/>
                </a:cubicBezTo>
                <a:cubicBezTo>
                  <a:pt x="2831097" y="1884333"/>
                  <a:pt x="2762946" y="1928053"/>
                  <a:pt x="2690508" y="1959771"/>
                </a:cubicBezTo>
                <a:cubicBezTo>
                  <a:pt x="2687367" y="1961173"/>
                  <a:pt x="2684208" y="1962570"/>
                  <a:pt x="2680993" y="1964015"/>
                </a:cubicBezTo>
                <a:cubicBezTo>
                  <a:pt x="2593982" y="2002205"/>
                  <a:pt x="2502685" y="2024451"/>
                  <a:pt x="2409673" y="2041596"/>
                </a:cubicBezTo>
                <a:cubicBezTo>
                  <a:pt x="2404444" y="2042586"/>
                  <a:pt x="2399215" y="2043576"/>
                  <a:pt x="2393814" y="2044601"/>
                </a:cubicBezTo>
                <a:cubicBezTo>
                  <a:pt x="2389142" y="2045466"/>
                  <a:pt x="2384470" y="2046328"/>
                  <a:pt x="2379627" y="2047220"/>
                </a:cubicBezTo>
                <a:cubicBezTo>
                  <a:pt x="2369340" y="2048531"/>
                  <a:pt x="2369340" y="2048531"/>
                  <a:pt x="2364753" y="2053863"/>
                </a:cubicBezTo>
                <a:cubicBezTo>
                  <a:pt x="2364291" y="2059992"/>
                  <a:pt x="2364123" y="2066122"/>
                  <a:pt x="2364076" y="2072251"/>
                </a:cubicBezTo>
                <a:cubicBezTo>
                  <a:pt x="2364013" y="2078252"/>
                  <a:pt x="2364013" y="2078252"/>
                  <a:pt x="2363949" y="2084381"/>
                </a:cubicBezTo>
                <a:cubicBezTo>
                  <a:pt x="2363924" y="2088839"/>
                  <a:pt x="2363900" y="2093254"/>
                  <a:pt x="2363874" y="2097840"/>
                </a:cubicBezTo>
                <a:cubicBezTo>
                  <a:pt x="2363832" y="2102512"/>
                  <a:pt x="2363789" y="2107184"/>
                  <a:pt x="2363746" y="2112028"/>
                </a:cubicBezTo>
                <a:cubicBezTo>
                  <a:pt x="2363609" y="2127844"/>
                  <a:pt x="2363503" y="2143617"/>
                  <a:pt x="2363398" y="2159605"/>
                </a:cubicBezTo>
                <a:cubicBezTo>
                  <a:pt x="2363309" y="2170878"/>
                  <a:pt x="2363219" y="2182108"/>
                  <a:pt x="2363127" y="2193381"/>
                </a:cubicBezTo>
                <a:cubicBezTo>
                  <a:pt x="2362883" y="2224027"/>
                  <a:pt x="2362673" y="2254674"/>
                  <a:pt x="2362471" y="2285535"/>
                </a:cubicBezTo>
                <a:cubicBezTo>
                  <a:pt x="2362345" y="2304652"/>
                  <a:pt x="2362209" y="2323768"/>
                  <a:pt x="2362073" y="2342971"/>
                </a:cubicBezTo>
                <a:cubicBezTo>
                  <a:pt x="2360727" y="2531995"/>
                  <a:pt x="2360015" y="2721447"/>
                  <a:pt x="2359947" y="2908756"/>
                </a:cubicBezTo>
                <a:cubicBezTo>
                  <a:pt x="2359940" y="2927358"/>
                  <a:pt x="2359927" y="2946003"/>
                  <a:pt x="2359910" y="2964477"/>
                </a:cubicBezTo>
                <a:cubicBezTo>
                  <a:pt x="2359879" y="2996753"/>
                  <a:pt x="2359873" y="3029200"/>
                  <a:pt x="2359894" y="3061346"/>
                </a:cubicBezTo>
                <a:cubicBezTo>
                  <a:pt x="2359899" y="3072062"/>
                  <a:pt x="2359896" y="3082821"/>
                  <a:pt x="2359887" y="3093536"/>
                </a:cubicBezTo>
                <a:cubicBezTo>
                  <a:pt x="2359876" y="3108109"/>
                  <a:pt x="2359892" y="3122683"/>
                  <a:pt x="2359916" y="3137256"/>
                </a:cubicBezTo>
                <a:cubicBezTo>
                  <a:pt x="2359907" y="3141542"/>
                  <a:pt x="2359898" y="3145871"/>
                  <a:pt x="2359889" y="3150286"/>
                </a:cubicBezTo>
                <a:cubicBezTo>
                  <a:pt x="2359907" y="3156072"/>
                  <a:pt x="2359907" y="3156072"/>
                  <a:pt x="2359926" y="3162030"/>
                </a:cubicBezTo>
                <a:cubicBezTo>
                  <a:pt x="2359928" y="3165395"/>
                  <a:pt x="2359929" y="3168760"/>
                  <a:pt x="2359931" y="3172232"/>
                </a:cubicBezTo>
                <a:cubicBezTo>
                  <a:pt x="2359639" y="3179990"/>
                  <a:pt x="2359639" y="3179990"/>
                  <a:pt x="2364774" y="3184147"/>
                </a:cubicBezTo>
                <a:cubicBezTo>
                  <a:pt x="2375533" y="3184567"/>
                  <a:pt x="2386163" y="3184705"/>
                  <a:pt x="2396921" y="3184662"/>
                </a:cubicBezTo>
                <a:cubicBezTo>
                  <a:pt x="2400346" y="3184665"/>
                  <a:pt x="2403779" y="3184669"/>
                  <a:pt x="2407294" y="3184673"/>
                </a:cubicBezTo>
                <a:cubicBezTo>
                  <a:pt x="2418910" y="3184680"/>
                  <a:pt x="2430525" y="3184656"/>
                  <a:pt x="2442141" y="3184633"/>
                </a:cubicBezTo>
                <a:cubicBezTo>
                  <a:pt x="2450499" y="3184632"/>
                  <a:pt x="2458857" y="3184632"/>
                  <a:pt x="2467216" y="3184635"/>
                </a:cubicBezTo>
                <a:cubicBezTo>
                  <a:pt x="2490319" y="3184636"/>
                  <a:pt x="2513507" y="3184611"/>
                  <a:pt x="2536653" y="3184581"/>
                </a:cubicBezTo>
                <a:cubicBezTo>
                  <a:pt x="2561513" y="3184554"/>
                  <a:pt x="2586373" y="3184551"/>
                  <a:pt x="2611234" y="3184546"/>
                </a:cubicBezTo>
                <a:cubicBezTo>
                  <a:pt x="2654525" y="3184533"/>
                  <a:pt x="2697387" y="3184506"/>
                  <a:pt x="2740678" y="3184468"/>
                </a:cubicBezTo>
                <a:cubicBezTo>
                  <a:pt x="2803258" y="3184415"/>
                  <a:pt x="2865837" y="3184389"/>
                  <a:pt x="2928416" y="3184370"/>
                </a:cubicBezTo>
                <a:cubicBezTo>
                  <a:pt x="2957606" y="3184361"/>
                  <a:pt x="2986709" y="3184351"/>
                  <a:pt x="3015856" y="3184341"/>
                </a:cubicBezTo>
                <a:cubicBezTo>
                  <a:pt x="3018775" y="3184340"/>
                  <a:pt x="3021685" y="3184339"/>
                  <a:pt x="3024728" y="3184338"/>
                </a:cubicBezTo>
                <a:cubicBezTo>
                  <a:pt x="3094165" y="3184313"/>
                  <a:pt x="3164031" y="3184274"/>
                  <a:pt x="3233469" y="3184234"/>
                </a:cubicBezTo>
                <a:cubicBezTo>
                  <a:pt x="3236516" y="3184233"/>
                  <a:pt x="3239555" y="3184231"/>
                  <a:pt x="3242684" y="3184229"/>
                </a:cubicBezTo>
                <a:cubicBezTo>
                  <a:pt x="3294976" y="3184198"/>
                  <a:pt x="3347697" y="3184167"/>
                  <a:pt x="3399989" y="3184135"/>
                </a:cubicBezTo>
                <a:cubicBezTo>
                  <a:pt x="3442852" y="3184109"/>
                  <a:pt x="3485714" y="3184084"/>
                  <a:pt x="3528577" y="3184058"/>
                </a:cubicBezTo>
                <a:cubicBezTo>
                  <a:pt x="3533120" y="3184056"/>
                  <a:pt x="3533120" y="3184056"/>
                  <a:pt x="3537749" y="3184053"/>
                </a:cubicBezTo>
                <a:cubicBezTo>
                  <a:pt x="3606758" y="3184012"/>
                  <a:pt x="3676195" y="3183976"/>
                  <a:pt x="3745204" y="3183951"/>
                </a:cubicBezTo>
                <a:cubicBezTo>
                  <a:pt x="3749576" y="3183950"/>
                  <a:pt x="3749576" y="3183950"/>
                  <a:pt x="3754034" y="3183948"/>
                </a:cubicBezTo>
                <a:cubicBezTo>
                  <a:pt x="3783223" y="3183938"/>
                  <a:pt x="3812327" y="3183928"/>
                  <a:pt x="3841473" y="3183920"/>
                </a:cubicBezTo>
                <a:cubicBezTo>
                  <a:pt x="3906624" y="3183901"/>
                  <a:pt x="3971775" y="3183867"/>
                  <a:pt x="4036926" y="3183810"/>
                </a:cubicBezTo>
                <a:cubicBezTo>
                  <a:pt x="4079789" y="3183773"/>
                  <a:pt x="4122651" y="3183753"/>
                  <a:pt x="4165514" y="3183744"/>
                </a:cubicBezTo>
                <a:cubicBezTo>
                  <a:pt x="4190160" y="3183738"/>
                  <a:pt x="4214806" y="3183726"/>
                  <a:pt x="4239237" y="3183693"/>
                </a:cubicBezTo>
                <a:cubicBezTo>
                  <a:pt x="4352823" y="3183549"/>
                  <a:pt x="4466409" y="3184662"/>
                  <a:pt x="4580423" y="3188451"/>
                </a:cubicBezTo>
                <a:cubicBezTo>
                  <a:pt x="4589252" y="3204610"/>
                  <a:pt x="4589767" y="3215497"/>
                  <a:pt x="4589038" y="3233885"/>
                </a:cubicBezTo>
                <a:cubicBezTo>
                  <a:pt x="4588836" y="3239371"/>
                  <a:pt x="4588635" y="3244858"/>
                  <a:pt x="4588425" y="3250516"/>
                </a:cubicBezTo>
                <a:cubicBezTo>
                  <a:pt x="4588297" y="3253362"/>
                  <a:pt x="4588169" y="3256216"/>
                  <a:pt x="4588037" y="3259131"/>
                </a:cubicBezTo>
                <a:cubicBezTo>
                  <a:pt x="4587647" y="3267832"/>
                  <a:pt x="4587325" y="3276533"/>
                  <a:pt x="4587017" y="3285277"/>
                </a:cubicBezTo>
                <a:cubicBezTo>
                  <a:pt x="4585324" y="3327883"/>
                  <a:pt x="4585324" y="3327883"/>
                  <a:pt x="4580416" y="3342713"/>
                </a:cubicBezTo>
                <a:cubicBezTo>
                  <a:pt x="3483136" y="3344835"/>
                  <a:pt x="3483136" y="3344835"/>
                  <a:pt x="2360138" y="3346999"/>
                </a:cubicBezTo>
                <a:cubicBezTo>
                  <a:pt x="2356516" y="3365087"/>
                  <a:pt x="2355295" y="3379660"/>
                  <a:pt x="2355209" y="3398006"/>
                </a:cubicBezTo>
                <a:cubicBezTo>
                  <a:pt x="2355188" y="3402420"/>
                  <a:pt x="2355188" y="3402420"/>
                  <a:pt x="2355166" y="3406921"/>
                </a:cubicBezTo>
                <a:cubicBezTo>
                  <a:pt x="2355126" y="3416822"/>
                  <a:pt x="2355118" y="3426766"/>
                  <a:pt x="2355112" y="3436668"/>
                </a:cubicBezTo>
                <a:cubicBezTo>
                  <a:pt x="2355095" y="3443911"/>
                  <a:pt x="2355077" y="3451112"/>
                  <a:pt x="2355059" y="3458356"/>
                </a:cubicBezTo>
                <a:cubicBezTo>
                  <a:pt x="2355018" y="3478373"/>
                  <a:pt x="2355015" y="3498390"/>
                  <a:pt x="2355023" y="3518364"/>
                </a:cubicBezTo>
                <a:cubicBezTo>
                  <a:pt x="2355028" y="3531179"/>
                  <a:pt x="2355026" y="3543952"/>
                  <a:pt x="2355023" y="3556768"/>
                </a:cubicBezTo>
                <a:cubicBezTo>
                  <a:pt x="2355033" y="3780511"/>
                  <a:pt x="2358984" y="4002538"/>
                  <a:pt x="2362653" y="4229710"/>
                </a:cubicBezTo>
                <a:cubicBezTo>
                  <a:pt x="2363836" y="4301719"/>
                  <a:pt x="2364903" y="4373728"/>
                  <a:pt x="2365760" y="4445737"/>
                </a:cubicBezTo>
                <a:cubicBezTo>
                  <a:pt x="2365808" y="4449676"/>
                  <a:pt x="2365855" y="4453623"/>
                  <a:pt x="2365904" y="4457696"/>
                </a:cubicBezTo>
                <a:cubicBezTo>
                  <a:pt x="2366329" y="4492928"/>
                  <a:pt x="2366740" y="4527990"/>
                  <a:pt x="2367109" y="4563566"/>
                </a:cubicBezTo>
                <a:cubicBezTo>
                  <a:pt x="2367206" y="4572738"/>
                  <a:pt x="2367312" y="4581911"/>
                  <a:pt x="2367421" y="4591084"/>
                </a:cubicBezTo>
                <a:cubicBezTo>
                  <a:pt x="2367547" y="4601799"/>
                  <a:pt x="2367660" y="4612472"/>
                  <a:pt x="2367755" y="4623188"/>
                </a:cubicBezTo>
                <a:cubicBezTo>
                  <a:pt x="2368051" y="4647105"/>
                  <a:pt x="2368779" y="4670765"/>
                  <a:pt x="2370163" y="4694768"/>
                </a:cubicBezTo>
                <a:cubicBezTo>
                  <a:pt x="2370418" y="4699226"/>
                  <a:pt x="2370673" y="4703683"/>
                  <a:pt x="2370935" y="4708270"/>
                </a:cubicBezTo>
                <a:cubicBezTo>
                  <a:pt x="2374231" y="4727601"/>
                  <a:pt x="2384437" y="4738016"/>
                  <a:pt x="2398667" y="4750704"/>
                </a:cubicBezTo>
                <a:cubicBezTo>
                  <a:pt x="2424127" y="4775092"/>
                  <a:pt x="2424127" y="4775092"/>
                  <a:pt x="2428671" y="4788765"/>
                </a:cubicBezTo>
                <a:lnTo>
                  <a:pt x="2437243" y="4788765"/>
                </a:lnTo>
                <a:cubicBezTo>
                  <a:pt x="2442815" y="4794466"/>
                  <a:pt x="2442815" y="4794466"/>
                  <a:pt x="2449588" y="4802696"/>
                </a:cubicBezTo>
                <a:cubicBezTo>
                  <a:pt x="2463304" y="4818897"/>
                  <a:pt x="2477877" y="4833899"/>
                  <a:pt x="2492879" y="4848987"/>
                </a:cubicBezTo>
                <a:cubicBezTo>
                  <a:pt x="2509852" y="4865746"/>
                  <a:pt x="2526054" y="4882720"/>
                  <a:pt x="2541313" y="4900851"/>
                </a:cubicBezTo>
                <a:cubicBezTo>
                  <a:pt x="2552329" y="4913281"/>
                  <a:pt x="2564288" y="4924639"/>
                  <a:pt x="2576289" y="4936084"/>
                </a:cubicBezTo>
                <a:cubicBezTo>
                  <a:pt x="2582719" y="4943199"/>
                  <a:pt x="2582719" y="4943199"/>
                  <a:pt x="2582719" y="4951771"/>
                </a:cubicBezTo>
                <a:lnTo>
                  <a:pt x="2591291" y="4951771"/>
                </a:lnTo>
                <a:cubicBezTo>
                  <a:pt x="2597335" y="4957901"/>
                  <a:pt x="2597335" y="4957901"/>
                  <a:pt x="2604407" y="4966516"/>
                </a:cubicBezTo>
                <a:cubicBezTo>
                  <a:pt x="2621852" y="4987005"/>
                  <a:pt x="2640669" y="5005778"/>
                  <a:pt x="2659700" y="5024809"/>
                </a:cubicBezTo>
                <a:cubicBezTo>
                  <a:pt x="2696433" y="5060899"/>
                  <a:pt x="2696433" y="5060899"/>
                  <a:pt x="2712849" y="5080102"/>
                </a:cubicBezTo>
                <a:cubicBezTo>
                  <a:pt x="2735266" y="5106205"/>
                  <a:pt x="2760426" y="5129822"/>
                  <a:pt x="2784858" y="5153825"/>
                </a:cubicBezTo>
                <a:cubicBezTo>
                  <a:pt x="2788591" y="5157511"/>
                  <a:pt x="2792316" y="5161198"/>
                  <a:pt x="2796174" y="5165012"/>
                </a:cubicBezTo>
                <a:cubicBezTo>
                  <a:pt x="2799573" y="5168338"/>
                  <a:pt x="2802989" y="5171656"/>
                  <a:pt x="2806461" y="5175085"/>
                </a:cubicBezTo>
                <a:cubicBezTo>
                  <a:pt x="2813833" y="5183400"/>
                  <a:pt x="2813833" y="5183400"/>
                  <a:pt x="2813833" y="5191973"/>
                </a:cubicBezTo>
                <a:lnTo>
                  <a:pt x="2822406" y="5191973"/>
                </a:lnTo>
                <a:lnTo>
                  <a:pt x="2822406" y="5200545"/>
                </a:lnTo>
                <a:lnTo>
                  <a:pt x="2830978" y="5200545"/>
                </a:lnTo>
                <a:cubicBezTo>
                  <a:pt x="2836122" y="5205774"/>
                  <a:pt x="2836122" y="5205774"/>
                  <a:pt x="2842508" y="5213661"/>
                </a:cubicBezTo>
                <a:cubicBezTo>
                  <a:pt x="2858410" y="5232478"/>
                  <a:pt x="2875641" y="5249666"/>
                  <a:pt x="2893086" y="5266811"/>
                </a:cubicBezTo>
                <a:cubicBezTo>
                  <a:pt x="2912031" y="5285584"/>
                  <a:pt x="2930548" y="5304315"/>
                  <a:pt x="2947521" y="5324675"/>
                </a:cubicBezTo>
                <a:cubicBezTo>
                  <a:pt x="2959951" y="5338648"/>
                  <a:pt x="2973496" y="5351593"/>
                  <a:pt x="2986998" y="5364537"/>
                </a:cubicBezTo>
                <a:cubicBezTo>
                  <a:pt x="2992227" y="5369638"/>
                  <a:pt x="2997242" y="5374953"/>
                  <a:pt x="3002214" y="5380311"/>
                </a:cubicBezTo>
                <a:lnTo>
                  <a:pt x="3002214" y="5388883"/>
                </a:lnTo>
                <a:lnTo>
                  <a:pt x="3010786" y="5388883"/>
                </a:lnTo>
                <a:cubicBezTo>
                  <a:pt x="3016959" y="5395055"/>
                  <a:pt x="3016959" y="5395055"/>
                  <a:pt x="3024159" y="5403714"/>
                </a:cubicBezTo>
                <a:cubicBezTo>
                  <a:pt x="3040747" y="5423216"/>
                  <a:pt x="3058064" y="5441818"/>
                  <a:pt x="3075594" y="5460292"/>
                </a:cubicBezTo>
                <a:cubicBezTo>
                  <a:pt x="3078552" y="5463434"/>
                  <a:pt x="3081509" y="5466593"/>
                  <a:pt x="3084553" y="5469808"/>
                </a:cubicBezTo>
                <a:cubicBezTo>
                  <a:pt x="3096897" y="5482881"/>
                  <a:pt x="3109199" y="5495868"/>
                  <a:pt x="3122186" y="5508341"/>
                </a:cubicBezTo>
                <a:cubicBezTo>
                  <a:pt x="3130801" y="5517385"/>
                  <a:pt x="3130801" y="5517385"/>
                  <a:pt x="3130801" y="5525958"/>
                </a:cubicBezTo>
                <a:lnTo>
                  <a:pt x="3139374" y="5525958"/>
                </a:lnTo>
                <a:cubicBezTo>
                  <a:pt x="3145117" y="5531787"/>
                  <a:pt x="3145117" y="5531787"/>
                  <a:pt x="3151975" y="5540145"/>
                </a:cubicBezTo>
                <a:cubicBezTo>
                  <a:pt x="3168392" y="5559519"/>
                  <a:pt x="3186180" y="5577178"/>
                  <a:pt x="3204268" y="5595009"/>
                </a:cubicBezTo>
                <a:cubicBezTo>
                  <a:pt x="3213397" y="5604139"/>
                  <a:pt x="3221884" y="5613654"/>
                  <a:pt x="3230285" y="5623427"/>
                </a:cubicBezTo>
                <a:cubicBezTo>
                  <a:pt x="3252188" y="5648759"/>
                  <a:pt x="3276577" y="5671861"/>
                  <a:pt x="3300580" y="5695007"/>
                </a:cubicBezTo>
                <a:cubicBezTo>
                  <a:pt x="3304120" y="5698501"/>
                  <a:pt x="3307652" y="5701994"/>
                  <a:pt x="3311295" y="5705594"/>
                </a:cubicBezTo>
                <a:cubicBezTo>
                  <a:pt x="3314514" y="5708745"/>
                  <a:pt x="3317725" y="5711895"/>
                  <a:pt x="3321068" y="5715153"/>
                </a:cubicBezTo>
                <a:cubicBezTo>
                  <a:pt x="3328054" y="5723039"/>
                  <a:pt x="3328054" y="5723039"/>
                  <a:pt x="3328054" y="5731612"/>
                </a:cubicBezTo>
                <a:lnTo>
                  <a:pt x="3336627" y="5731612"/>
                </a:lnTo>
                <a:cubicBezTo>
                  <a:pt x="3342499" y="5737613"/>
                  <a:pt x="3342499" y="5737613"/>
                  <a:pt x="3349486" y="5746099"/>
                </a:cubicBezTo>
                <a:cubicBezTo>
                  <a:pt x="3368302" y="5768216"/>
                  <a:pt x="3388834" y="5788405"/>
                  <a:pt x="3409493" y="5808678"/>
                </a:cubicBezTo>
                <a:cubicBezTo>
                  <a:pt x="3432296" y="5831138"/>
                  <a:pt x="3454499" y="5853684"/>
                  <a:pt x="3475502" y="5878116"/>
                </a:cubicBezTo>
                <a:cubicBezTo>
                  <a:pt x="3488532" y="5892903"/>
                  <a:pt x="3502848" y="5906405"/>
                  <a:pt x="3517035" y="5920035"/>
                </a:cubicBezTo>
                <a:cubicBezTo>
                  <a:pt x="3522779" y="5925650"/>
                  <a:pt x="3528351" y="5931522"/>
                  <a:pt x="3533837" y="5937395"/>
                </a:cubicBezTo>
                <a:lnTo>
                  <a:pt x="3533837" y="5945967"/>
                </a:lnTo>
                <a:cubicBezTo>
                  <a:pt x="3536405" y="5947090"/>
                  <a:pt x="3538981" y="5948209"/>
                  <a:pt x="3541638" y="5949366"/>
                </a:cubicBezTo>
                <a:cubicBezTo>
                  <a:pt x="3551625" y="5954895"/>
                  <a:pt x="3556469" y="5959910"/>
                  <a:pt x="3563584" y="5968740"/>
                </a:cubicBezTo>
                <a:cubicBezTo>
                  <a:pt x="3577857" y="5985670"/>
                  <a:pt x="3593116" y="6001187"/>
                  <a:pt x="3609018" y="6016746"/>
                </a:cubicBezTo>
                <a:cubicBezTo>
                  <a:pt x="3626763" y="6034277"/>
                  <a:pt x="3643823" y="6052022"/>
                  <a:pt x="3660025" y="6071181"/>
                </a:cubicBezTo>
                <a:cubicBezTo>
                  <a:pt x="3670354" y="6082926"/>
                  <a:pt x="3681627" y="6093770"/>
                  <a:pt x="3692771" y="6104743"/>
                </a:cubicBezTo>
                <a:cubicBezTo>
                  <a:pt x="3700873" y="6112972"/>
                  <a:pt x="3708416" y="6121416"/>
                  <a:pt x="3715917" y="6130160"/>
                </a:cubicBezTo>
                <a:cubicBezTo>
                  <a:pt x="3726933" y="6142976"/>
                  <a:pt x="3738463" y="6154977"/>
                  <a:pt x="3750465" y="6166850"/>
                </a:cubicBezTo>
                <a:cubicBezTo>
                  <a:pt x="3767824" y="6183995"/>
                  <a:pt x="3783897" y="6201912"/>
                  <a:pt x="3799756" y="6220428"/>
                </a:cubicBezTo>
                <a:cubicBezTo>
                  <a:pt x="3816516" y="6239974"/>
                  <a:pt x="3832975" y="6258576"/>
                  <a:pt x="3852906" y="6275293"/>
                </a:cubicBezTo>
                <a:cubicBezTo>
                  <a:pt x="3865550" y="6285922"/>
                  <a:pt x="3873008" y="6294066"/>
                  <a:pt x="3876995" y="6310654"/>
                </a:cubicBezTo>
                <a:cubicBezTo>
                  <a:pt x="3845834" y="6318369"/>
                  <a:pt x="3812701" y="6316569"/>
                  <a:pt x="3780983" y="6316912"/>
                </a:cubicBezTo>
                <a:cubicBezTo>
                  <a:pt x="3772882" y="6317026"/>
                  <a:pt x="3764738" y="6317201"/>
                  <a:pt x="3756637" y="6317439"/>
                </a:cubicBezTo>
                <a:cubicBezTo>
                  <a:pt x="3680341" y="6319642"/>
                  <a:pt x="3680341" y="6319642"/>
                  <a:pt x="3655910" y="6300594"/>
                </a:cubicBezTo>
                <a:cubicBezTo>
                  <a:pt x="3647937" y="6292665"/>
                  <a:pt x="3647937" y="6292665"/>
                  <a:pt x="3641379" y="6284906"/>
                </a:cubicBezTo>
                <a:lnTo>
                  <a:pt x="3634050" y="6278048"/>
                </a:lnTo>
                <a:cubicBezTo>
                  <a:pt x="3628521" y="6272048"/>
                  <a:pt x="3628521" y="6272048"/>
                  <a:pt x="3628521" y="6263475"/>
                </a:cubicBezTo>
                <a:lnTo>
                  <a:pt x="3619948" y="6263475"/>
                </a:lnTo>
                <a:cubicBezTo>
                  <a:pt x="3613604" y="6257046"/>
                  <a:pt x="3613604" y="6257046"/>
                  <a:pt x="3606275" y="6248216"/>
                </a:cubicBezTo>
                <a:cubicBezTo>
                  <a:pt x="3593416" y="6233000"/>
                  <a:pt x="3579915" y="6219070"/>
                  <a:pt x="3565427" y="6205397"/>
                </a:cubicBezTo>
                <a:cubicBezTo>
                  <a:pt x="3559898" y="6199181"/>
                  <a:pt x="3559898" y="6199181"/>
                  <a:pt x="3559898" y="6190609"/>
                </a:cubicBezTo>
                <a:lnTo>
                  <a:pt x="3551325" y="6190609"/>
                </a:lnTo>
                <a:cubicBezTo>
                  <a:pt x="3545582" y="6184780"/>
                  <a:pt x="3545582" y="6184780"/>
                  <a:pt x="3538724" y="6176422"/>
                </a:cubicBezTo>
                <a:cubicBezTo>
                  <a:pt x="3523293" y="6158162"/>
                  <a:pt x="3506663" y="6141489"/>
                  <a:pt x="3489432" y="6124987"/>
                </a:cubicBezTo>
                <a:cubicBezTo>
                  <a:pt x="3484203" y="6119886"/>
                  <a:pt x="3479188" y="6114571"/>
                  <a:pt x="3474173" y="6109213"/>
                </a:cubicBezTo>
                <a:lnTo>
                  <a:pt x="3474173" y="6100640"/>
                </a:lnTo>
                <a:lnTo>
                  <a:pt x="3465600" y="6100640"/>
                </a:lnTo>
                <a:cubicBezTo>
                  <a:pt x="3460157" y="6095112"/>
                  <a:pt x="3460157" y="6095112"/>
                  <a:pt x="3453556" y="6086968"/>
                </a:cubicBezTo>
                <a:cubicBezTo>
                  <a:pt x="3437011" y="6067422"/>
                  <a:pt x="3419095" y="6049592"/>
                  <a:pt x="3400835" y="6031675"/>
                </a:cubicBezTo>
                <a:cubicBezTo>
                  <a:pt x="3388619" y="6019631"/>
                  <a:pt x="3377004" y="6007372"/>
                  <a:pt x="3365816" y="5994342"/>
                </a:cubicBezTo>
                <a:cubicBezTo>
                  <a:pt x="3343999" y="5969096"/>
                  <a:pt x="3319954" y="5946335"/>
                  <a:pt x="3295951" y="5922761"/>
                </a:cubicBezTo>
                <a:cubicBezTo>
                  <a:pt x="3292410" y="5919268"/>
                  <a:pt x="3288878" y="5915774"/>
                  <a:pt x="3285235" y="5912174"/>
                </a:cubicBezTo>
                <a:cubicBezTo>
                  <a:pt x="3282016" y="5909024"/>
                  <a:pt x="3278806" y="5905874"/>
                  <a:pt x="3275462" y="5902616"/>
                </a:cubicBezTo>
                <a:cubicBezTo>
                  <a:pt x="3268476" y="5894729"/>
                  <a:pt x="3268476" y="5894729"/>
                  <a:pt x="3268476" y="5886157"/>
                </a:cubicBezTo>
                <a:lnTo>
                  <a:pt x="3259903" y="5886157"/>
                </a:lnTo>
                <a:cubicBezTo>
                  <a:pt x="3254245" y="5880371"/>
                  <a:pt x="3254245" y="5880371"/>
                  <a:pt x="3247430" y="5872098"/>
                </a:cubicBezTo>
                <a:cubicBezTo>
                  <a:pt x="3234400" y="5856796"/>
                  <a:pt x="3220727" y="5842309"/>
                  <a:pt x="3206454" y="5828378"/>
                </a:cubicBezTo>
                <a:cubicBezTo>
                  <a:pt x="3204362" y="5826304"/>
                  <a:pt x="3202275" y="5824225"/>
                  <a:pt x="3200110" y="5822077"/>
                </a:cubicBezTo>
                <a:cubicBezTo>
                  <a:pt x="3193595" y="5815648"/>
                  <a:pt x="3187123" y="5809218"/>
                  <a:pt x="3180608" y="5802789"/>
                </a:cubicBezTo>
                <a:cubicBezTo>
                  <a:pt x="3155662" y="5778186"/>
                  <a:pt x="3130887" y="5753497"/>
                  <a:pt x="3108170" y="5726923"/>
                </a:cubicBezTo>
                <a:cubicBezTo>
                  <a:pt x="3094325" y="5711192"/>
                  <a:pt x="3079023" y="5696876"/>
                  <a:pt x="3064022" y="5682345"/>
                </a:cubicBezTo>
                <a:cubicBezTo>
                  <a:pt x="3057764" y="5676216"/>
                  <a:pt x="3051677" y="5669829"/>
                  <a:pt x="3045676" y="5663443"/>
                </a:cubicBezTo>
                <a:lnTo>
                  <a:pt x="3045676" y="5654870"/>
                </a:lnTo>
                <a:lnTo>
                  <a:pt x="3037104" y="5654870"/>
                </a:lnTo>
                <a:cubicBezTo>
                  <a:pt x="3031360" y="5649041"/>
                  <a:pt x="3031360" y="5649041"/>
                  <a:pt x="3024502" y="5640683"/>
                </a:cubicBezTo>
                <a:cubicBezTo>
                  <a:pt x="3009629" y="5623153"/>
                  <a:pt x="2993684" y="5607036"/>
                  <a:pt x="2977354" y="5590963"/>
                </a:cubicBezTo>
                <a:cubicBezTo>
                  <a:pt x="2963509" y="5577247"/>
                  <a:pt x="2950650" y="5563016"/>
                  <a:pt x="2938049" y="5548186"/>
                </a:cubicBezTo>
                <a:cubicBezTo>
                  <a:pt x="2927933" y="5536913"/>
                  <a:pt x="2917217" y="5526283"/>
                  <a:pt x="2906416" y="5515653"/>
                </a:cubicBezTo>
                <a:cubicBezTo>
                  <a:pt x="2890514" y="5499966"/>
                  <a:pt x="2875427" y="5483892"/>
                  <a:pt x="2860982" y="5466790"/>
                </a:cubicBezTo>
                <a:cubicBezTo>
                  <a:pt x="2848295" y="5452645"/>
                  <a:pt x="2834621" y="5439486"/>
                  <a:pt x="2820905" y="5426328"/>
                </a:cubicBezTo>
                <a:cubicBezTo>
                  <a:pt x="2815676" y="5421227"/>
                  <a:pt x="2810661" y="5415912"/>
                  <a:pt x="2805689" y="5410554"/>
                </a:cubicBezTo>
                <a:lnTo>
                  <a:pt x="2805689" y="5401982"/>
                </a:lnTo>
                <a:lnTo>
                  <a:pt x="2797117" y="5401982"/>
                </a:lnTo>
                <a:cubicBezTo>
                  <a:pt x="2791202" y="5395981"/>
                  <a:pt x="2791202" y="5395981"/>
                  <a:pt x="2784258" y="5387494"/>
                </a:cubicBezTo>
                <a:cubicBezTo>
                  <a:pt x="2768913" y="5369406"/>
                  <a:pt x="2752497" y="5352861"/>
                  <a:pt x="2735395" y="5336488"/>
                </a:cubicBezTo>
                <a:cubicBezTo>
                  <a:pt x="2726565" y="5327444"/>
                  <a:pt x="2718293" y="5318315"/>
                  <a:pt x="2710063" y="5308713"/>
                </a:cubicBezTo>
                <a:cubicBezTo>
                  <a:pt x="2690732" y="5286425"/>
                  <a:pt x="2669601" y="5266065"/>
                  <a:pt x="2648341" y="5245705"/>
                </a:cubicBezTo>
                <a:cubicBezTo>
                  <a:pt x="2645384" y="5242795"/>
                  <a:pt x="2642426" y="5239876"/>
                  <a:pt x="2639383" y="5236876"/>
                </a:cubicBezTo>
                <a:cubicBezTo>
                  <a:pt x="2636700" y="5234265"/>
                  <a:pt x="2634025" y="5231646"/>
                  <a:pt x="2631239" y="5228946"/>
                </a:cubicBezTo>
                <a:cubicBezTo>
                  <a:pt x="2625410" y="5222217"/>
                  <a:pt x="2625410" y="5222217"/>
                  <a:pt x="2625410" y="5213644"/>
                </a:cubicBezTo>
                <a:lnTo>
                  <a:pt x="2616837" y="5213644"/>
                </a:lnTo>
                <a:lnTo>
                  <a:pt x="2616837" y="5205072"/>
                </a:lnTo>
                <a:lnTo>
                  <a:pt x="2608265" y="5205072"/>
                </a:lnTo>
                <a:cubicBezTo>
                  <a:pt x="2602221" y="5198899"/>
                  <a:pt x="2602221" y="5198899"/>
                  <a:pt x="2595106" y="5190284"/>
                </a:cubicBezTo>
                <a:cubicBezTo>
                  <a:pt x="2574789" y="5166367"/>
                  <a:pt x="2552329" y="5144850"/>
                  <a:pt x="2529955" y="5122990"/>
                </a:cubicBezTo>
                <a:cubicBezTo>
                  <a:pt x="2526804" y="5119887"/>
                  <a:pt x="2523654" y="5116775"/>
                  <a:pt x="2520396" y="5113560"/>
                </a:cubicBezTo>
                <a:cubicBezTo>
                  <a:pt x="2516110" y="5109377"/>
                  <a:pt x="2516110" y="5109377"/>
                  <a:pt x="2511738" y="5105116"/>
                </a:cubicBezTo>
                <a:cubicBezTo>
                  <a:pt x="2505523" y="5098001"/>
                  <a:pt x="2505523" y="5098001"/>
                  <a:pt x="2505523" y="5089429"/>
                </a:cubicBezTo>
                <a:lnTo>
                  <a:pt x="2496951" y="5089429"/>
                </a:lnTo>
                <a:lnTo>
                  <a:pt x="2496951" y="5080856"/>
                </a:lnTo>
                <a:lnTo>
                  <a:pt x="2488378" y="5080856"/>
                </a:lnTo>
                <a:cubicBezTo>
                  <a:pt x="2482806" y="5075155"/>
                  <a:pt x="2482806" y="5075155"/>
                  <a:pt x="2476034" y="5066926"/>
                </a:cubicBezTo>
                <a:cubicBezTo>
                  <a:pt x="2462318" y="5050724"/>
                  <a:pt x="2447745" y="5035722"/>
                  <a:pt x="2432743" y="5020634"/>
                </a:cubicBezTo>
                <a:cubicBezTo>
                  <a:pt x="2416112" y="5004218"/>
                  <a:pt x="2400339" y="4987544"/>
                  <a:pt x="2385165" y="4969628"/>
                </a:cubicBezTo>
                <a:cubicBezTo>
                  <a:pt x="2374321" y="4957541"/>
                  <a:pt x="2362834" y="4946225"/>
                  <a:pt x="2351261" y="4934823"/>
                </a:cubicBezTo>
                <a:cubicBezTo>
                  <a:pt x="2307970" y="4892133"/>
                  <a:pt x="2307970" y="4892133"/>
                  <a:pt x="2295540" y="4874816"/>
                </a:cubicBezTo>
                <a:lnTo>
                  <a:pt x="2295540" y="4866243"/>
                </a:lnTo>
                <a:cubicBezTo>
                  <a:pt x="2277066" y="4877688"/>
                  <a:pt x="2263650" y="4889132"/>
                  <a:pt x="2249248" y="4905634"/>
                </a:cubicBezTo>
                <a:cubicBezTo>
                  <a:pt x="2217444" y="4941210"/>
                  <a:pt x="2183240" y="4974643"/>
                  <a:pt x="2149379" y="5008076"/>
                </a:cubicBezTo>
                <a:cubicBezTo>
                  <a:pt x="2128590" y="5028692"/>
                  <a:pt x="2108274" y="5049395"/>
                  <a:pt x="2089371" y="5071512"/>
                </a:cubicBezTo>
                <a:cubicBezTo>
                  <a:pt x="2070812" y="5092300"/>
                  <a:pt x="2050538" y="5111545"/>
                  <a:pt x="2030649" y="5131091"/>
                </a:cubicBezTo>
                <a:cubicBezTo>
                  <a:pt x="2021777" y="5139878"/>
                  <a:pt x="2012904" y="5148622"/>
                  <a:pt x="2004032" y="5157409"/>
                </a:cubicBezTo>
                <a:cubicBezTo>
                  <a:pt x="2000136" y="5161253"/>
                  <a:pt x="1996231" y="5165081"/>
                  <a:pt x="1992245" y="5169067"/>
                </a:cubicBezTo>
                <a:cubicBezTo>
                  <a:pt x="1982172" y="5178969"/>
                  <a:pt x="1982172" y="5178969"/>
                  <a:pt x="1974114" y="5191870"/>
                </a:cubicBezTo>
                <a:lnTo>
                  <a:pt x="1965541" y="5191870"/>
                </a:lnTo>
                <a:lnTo>
                  <a:pt x="1962061" y="5199585"/>
                </a:lnTo>
                <a:cubicBezTo>
                  <a:pt x="1956917" y="5209100"/>
                  <a:pt x="1951774" y="5215101"/>
                  <a:pt x="1944059" y="5222602"/>
                </a:cubicBezTo>
                <a:cubicBezTo>
                  <a:pt x="1941534" y="5225080"/>
                  <a:pt x="1939001" y="5227574"/>
                  <a:pt x="1936386" y="5230103"/>
                </a:cubicBezTo>
                <a:cubicBezTo>
                  <a:pt x="1933712" y="5232688"/>
                  <a:pt x="1931028" y="5235290"/>
                  <a:pt x="1928285" y="5237947"/>
                </a:cubicBezTo>
                <a:cubicBezTo>
                  <a:pt x="1909640" y="5256249"/>
                  <a:pt x="1891681" y="5274552"/>
                  <a:pt x="1874707" y="5294526"/>
                </a:cubicBezTo>
                <a:cubicBezTo>
                  <a:pt x="1861848" y="5308927"/>
                  <a:pt x="1848004" y="5322258"/>
                  <a:pt x="1834288" y="5335802"/>
                </a:cubicBezTo>
                <a:cubicBezTo>
                  <a:pt x="1822501" y="5347461"/>
                  <a:pt x="1811185" y="5359248"/>
                  <a:pt x="1800426" y="5371893"/>
                </a:cubicBezTo>
                <a:cubicBezTo>
                  <a:pt x="1785553" y="5389423"/>
                  <a:pt x="1769223" y="5405325"/>
                  <a:pt x="1752849" y="5421613"/>
                </a:cubicBezTo>
                <a:cubicBezTo>
                  <a:pt x="1738104" y="5436272"/>
                  <a:pt x="1724174" y="5451359"/>
                  <a:pt x="1710672" y="5467047"/>
                </a:cubicBezTo>
                <a:cubicBezTo>
                  <a:pt x="1701414" y="5477591"/>
                  <a:pt x="1691384" y="5487321"/>
                  <a:pt x="1681397" y="5497137"/>
                </a:cubicBezTo>
                <a:cubicBezTo>
                  <a:pt x="1673725" y="5504938"/>
                  <a:pt x="1666567" y="5513039"/>
                  <a:pt x="1659452" y="5521354"/>
                </a:cubicBezTo>
                <a:cubicBezTo>
                  <a:pt x="1645607" y="5537428"/>
                  <a:pt x="1630862" y="5552258"/>
                  <a:pt x="1615732" y="5567217"/>
                </a:cubicBezTo>
                <a:cubicBezTo>
                  <a:pt x="1607631" y="5575532"/>
                  <a:pt x="1600173" y="5583890"/>
                  <a:pt x="1592629" y="5592720"/>
                </a:cubicBezTo>
                <a:cubicBezTo>
                  <a:pt x="1569998" y="5618823"/>
                  <a:pt x="1545052" y="5642869"/>
                  <a:pt x="1520620" y="5666872"/>
                </a:cubicBezTo>
                <a:cubicBezTo>
                  <a:pt x="1510933" y="5676430"/>
                  <a:pt x="1501246" y="5686032"/>
                  <a:pt x="1491602" y="5695633"/>
                </a:cubicBezTo>
                <a:cubicBezTo>
                  <a:pt x="1488293" y="5698886"/>
                  <a:pt x="1488293" y="5698886"/>
                  <a:pt x="1484916" y="5702191"/>
                </a:cubicBezTo>
                <a:cubicBezTo>
                  <a:pt x="1475314" y="5711749"/>
                  <a:pt x="1467342" y="5720622"/>
                  <a:pt x="1459798" y="5731980"/>
                </a:cubicBezTo>
                <a:lnTo>
                  <a:pt x="1451226" y="5731980"/>
                </a:lnTo>
                <a:cubicBezTo>
                  <a:pt x="1450308" y="5734295"/>
                  <a:pt x="1449395" y="5736610"/>
                  <a:pt x="1448448" y="5739010"/>
                </a:cubicBezTo>
                <a:cubicBezTo>
                  <a:pt x="1440561" y="5752769"/>
                  <a:pt x="1429760" y="5763013"/>
                  <a:pt x="1418487" y="5773986"/>
                </a:cubicBezTo>
                <a:cubicBezTo>
                  <a:pt x="1416096" y="5776352"/>
                  <a:pt x="1413687" y="5778700"/>
                  <a:pt x="1411243" y="5781144"/>
                </a:cubicBezTo>
                <a:cubicBezTo>
                  <a:pt x="1403614" y="5788688"/>
                  <a:pt x="1395942" y="5796231"/>
                  <a:pt x="1388269" y="5803775"/>
                </a:cubicBezTo>
                <a:cubicBezTo>
                  <a:pt x="1378239" y="5813633"/>
                  <a:pt x="1368210" y="5823535"/>
                  <a:pt x="1358223" y="5833436"/>
                </a:cubicBezTo>
                <a:cubicBezTo>
                  <a:pt x="1355814" y="5835819"/>
                  <a:pt x="1353422" y="5838193"/>
                  <a:pt x="1350936" y="5840637"/>
                </a:cubicBezTo>
                <a:cubicBezTo>
                  <a:pt x="1335763" y="5855725"/>
                  <a:pt x="1321361" y="5871283"/>
                  <a:pt x="1307645" y="5887786"/>
                </a:cubicBezTo>
                <a:cubicBezTo>
                  <a:pt x="1297572" y="5899401"/>
                  <a:pt x="1286642" y="5910031"/>
                  <a:pt x="1275627" y="5920747"/>
                </a:cubicBezTo>
                <a:cubicBezTo>
                  <a:pt x="1258824" y="5937334"/>
                  <a:pt x="1242837" y="5954223"/>
                  <a:pt x="1227621" y="5972182"/>
                </a:cubicBezTo>
                <a:cubicBezTo>
                  <a:pt x="1218362" y="5982598"/>
                  <a:pt x="1208504" y="5992327"/>
                  <a:pt x="1198603" y="6002143"/>
                </a:cubicBezTo>
                <a:cubicBezTo>
                  <a:pt x="1186215" y="6014401"/>
                  <a:pt x="1174257" y="6026660"/>
                  <a:pt x="1162984" y="6039905"/>
                </a:cubicBezTo>
                <a:cubicBezTo>
                  <a:pt x="1146568" y="6059150"/>
                  <a:pt x="1128565" y="6076723"/>
                  <a:pt x="1110692" y="6094340"/>
                </a:cubicBezTo>
                <a:cubicBezTo>
                  <a:pt x="1100233" y="6104627"/>
                  <a:pt x="1091232" y="6114185"/>
                  <a:pt x="1083088" y="6126401"/>
                </a:cubicBezTo>
                <a:lnTo>
                  <a:pt x="1074516" y="6126401"/>
                </a:lnTo>
                <a:cubicBezTo>
                  <a:pt x="1073080" y="6129950"/>
                  <a:pt x="1073080" y="6129950"/>
                  <a:pt x="1071618" y="6133559"/>
                </a:cubicBezTo>
                <a:cubicBezTo>
                  <a:pt x="1064160" y="6146675"/>
                  <a:pt x="1054559" y="6155590"/>
                  <a:pt x="1043715" y="6166049"/>
                </a:cubicBezTo>
                <a:cubicBezTo>
                  <a:pt x="1026913" y="6182465"/>
                  <a:pt x="1010968" y="6199267"/>
                  <a:pt x="995709" y="6217055"/>
                </a:cubicBezTo>
                <a:cubicBezTo>
                  <a:pt x="986408" y="6227642"/>
                  <a:pt x="976378" y="6237372"/>
                  <a:pt x="966305" y="6247231"/>
                </a:cubicBezTo>
                <a:cubicBezTo>
                  <a:pt x="955932" y="6257775"/>
                  <a:pt x="946374" y="6268919"/>
                  <a:pt x="936816" y="6280234"/>
                </a:cubicBezTo>
                <a:cubicBezTo>
                  <a:pt x="932847" y="6284649"/>
                  <a:pt x="932847" y="6284649"/>
                  <a:pt x="928800" y="6289193"/>
                </a:cubicBezTo>
                <a:cubicBezTo>
                  <a:pt x="925406" y="6293565"/>
                  <a:pt x="922028" y="6297937"/>
                  <a:pt x="918513" y="6302437"/>
                </a:cubicBezTo>
                <a:cubicBezTo>
                  <a:pt x="902954" y="6317782"/>
                  <a:pt x="888895" y="6317911"/>
                  <a:pt x="867507" y="6318039"/>
                </a:cubicBezTo>
                <a:cubicBezTo>
                  <a:pt x="862963" y="6317933"/>
                  <a:pt x="858463" y="6317828"/>
                  <a:pt x="853791" y="6317719"/>
                </a:cubicBezTo>
                <a:cubicBezTo>
                  <a:pt x="849076" y="6317703"/>
                  <a:pt x="844404" y="6317687"/>
                  <a:pt x="839561" y="6317670"/>
                </a:cubicBezTo>
                <a:cubicBezTo>
                  <a:pt x="829659" y="6317613"/>
                  <a:pt x="819758" y="6317493"/>
                  <a:pt x="809857" y="6317316"/>
                </a:cubicBezTo>
                <a:cubicBezTo>
                  <a:pt x="794641" y="6317048"/>
                  <a:pt x="779467" y="6316965"/>
                  <a:pt x="764423" y="6316915"/>
                </a:cubicBezTo>
                <a:cubicBezTo>
                  <a:pt x="754821" y="6316836"/>
                  <a:pt x="745177" y="6316747"/>
                  <a:pt x="735576" y="6316647"/>
                </a:cubicBezTo>
                <a:cubicBezTo>
                  <a:pt x="731033" y="6316610"/>
                  <a:pt x="726446" y="6316574"/>
                  <a:pt x="721732" y="6316536"/>
                </a:cubicBezTo>
                <a:cubicBezTo>
                  <a:pt x="715431" y="6316413"/>
                  <a:pt x="715431" y="6316413"/>
                  <a:pt x="709001" y="6316287"/>
                </a:cubicBezTo>
                <a:cubicBezTo>
                  <a:pt x="705290" y="6316228"/>
                  <a:pt x="701586" y="6316169"/>
                  <a:pt x="697771" y="6316109"/>
                </a:cubicBezTo>
                <a:cubicBezTo>
                  <a:pt x="688770" y="6314905"/>
                  <a:pt x="688770" y="6314905"/>
                  <a:pt x="680198" y="6306337"/>
                </a:cubicBezTo>
                <a:cubicBezTo>
                  <a:pt x="693314" y="6293220"/>
                  <a:pt x="706473" y="6280105"/>
                  <a:pt x="719631" y="6267031"/>
                </a:cubicBezTo>
                <a:cubicBezTo>
                  <a:pt x="728890" y="6257816"/>
                  <a:pt x="738148" y="6248601"/>
                  <a:pt x="747406" y="6239385"/>
                </a:cubicBezTo>
                <a:cubicBezTo>
                  <a:pt x="752250" y="6234585"/>
                  <a:pt x="757093" y="6229741"/>
                  <a:pt x="761937" y="6224941"/>
                </a:cubicBezTo>
                <a:cubicBezTo>
                  <a:pt x="786240" y="6200809"/>
                  <a:pt x="810371" y="6176935"/>
                  <a:pt x="832660" y="6150788"/>
                </a:cubicBezTo>
                <a:cubicBezTo>
                  <a:pt x="842089" y="6139945"/>
                  <a:pt x="852205" y="6130043"/>
                  <a:pt x="862492" y="6120013"/>
                </a:cubicBezTo>
                <a:cubicBezTo>
                  <a:pt x="878737" y="6104026"/>
                  <a:pt x="894082" y="6087609"/>
                  <a:pt x="908783" y="6070293"/>
                </a:cubicBezTo>
                <a:cubicBezTo>
                  <a:pt x="918942" y="6058806"/>
                  <a:pt x="929872" y="6048176"/>
                  <a:pt x="940887" y="6037546"/>
                </a:cubicBezTo>
                <a:cubicBezTo>
                  <a:pt x="948817" y="6029402"/>
                  <a:pt x="956147" y="6021129"/>
                  <a:pt x="963519" y="6012514"/>
                </a:cubicBezTo>
                <a:cubicBezTo>
                  <a:pt x="986622" y="5985939"/>
                  <a:pt x="1011954" y="5961508"/>
                  <a:pt x="1037242" y="5937076"/>
                </a:cubicBezTo>
                <a:cubicBezTo>
                  <a:pt x="1056831" y="5917659"/>
                  <a:pt x="1075776" y="5898071"/>
                  <a:pt x="1093821" y="5877068"/>
                </a:cubicBezTo>
                <a:cubicBezTo>
                  <a:pt x="1105994" y="5863181"/>
                  <a:pt x="1119281" y="5850451"/>
                  <a:pt x="1132526" y="5837592"/>
                </a:cubicBezTo>
                <a:cubicBezTo>
                  <a:pt x="1144356" y="5825977"/>
                  <a:pt x="1155500" y="5814061"/>
                  <a:pt x="1166301" y="5801502"/>
                </a:cubicBezTo>
                <a:cubicBezTo>
                  <a:pt x="1185632" y="5779171"/>
                  <a:pt x="1206721" y="5758725"/>
                  <a:pt x="1227595" y="5738066"/>
                </a:cubicBezTo>
                <a:cubicBezTo>
                  <a:pt x="1242039" y="5723749"/>
                  <a:pt x="1256141" y="5709390"/>
                  <a:pt x="1269386" y="5693917"/>
                </a:cubicBezTo>
                <a:cubicBezTo>
                  <a:pt x="1290217" y="5669700"/>
                  <a:pt x="1313105" y="5647625"/>
                  <a:pt x="1335823" y="5625337"/>
                </a:cubicBezTo>
                <a:cubicBezTo>
                  <a:pt x="1354254" y="5607078"/>
                  <a:pt x="1371913" y="5588518"/>
                  <a:pt x="1388972" y="5568759"/>
                </a:cubicBezTo>
                <a:cubicBezTo>
                  <a:pt x="1400716" y="5555429"/>
                  <a:pt x="1413404" y="5543084"/>
                  <a:pt x="1426091" y="5530697"/>
                </a:cubicBezTo>
                <a:cubicBezTo>
                  <a:pt x="1444222" y="5512737"/>
                  <a:pt x="1461753" y="5494692"/>
                  <a:pt x="1478383" y="5475404"/>
                </a:cubicBezTo>
                <a:cubicBezTo>
                  <a:pt x="1491071" y="5461216"/>
                  <a:pt x="1504658" y="5447972"/>
                  <a:pt x="1518288" y="5434728"/>
                </a:cubicBezTo>
                <a:cubicBezTo>
                  <a:pt x="1530033" y="5423197"/>
                  <a:pt x="1541134" y="5411324"/>
                  <a:pt x="1551893" y="5398852"/>
                </a:cubicBezTo>
                <a:cubicBezTo>
                  <a:pt x="1572081" y="5375491"/>
                  <a:pt x="1594241" y="5354275"/>
                  <a:pt x="1616186" y="5332415"/>
                </a:cubicBezTo>
                <a:cubicBezTo>
                  <a:pt x="1634360" y="5314412"/>
                  <a:pt x="1651719" y="5296111"/>
                  <a:pt x="1668478" y="5276694"/>
                </a:cubicBezTo>
                <a:cubicBezTo>
                  <a:pt x="1675937" y="5268121"/>
                  <a:pt x="1683823" y="5260106"/>
                  <a:pt x="1692010" y="5252219"/>
                </a:cubicBezTo>
                <a:cubicBezTo>
                  <a:pt x="1702897" y="5241503"/>
                  <a:pt x="1713184" y="5230616"/>
                  <a:pt x="1723085" y="5219000"/>
                </a:cubicBezTo>
                <a:cubicBezTo>
                  <a:pt x="1736330" y="5203570"/>
                  <a:pt x="1750432" y="5189340"/>
                  <a:pt x="1764876" y="5175281"/>
                </a:cubicBezTo>
                <a:cubicBezTo>
                  <a:pt x="1778849" y="5161479"/>
                  <a:pt x="1792608" y="5147678"/>
                  <a:pt x="1805338" y="5132676"/>
                </a:cubicBezTo>
                <a:cubicBezTo>
                  <a:pt x="1820983" y="5114288"/>
                  <a:pt x="1838128" y="5097485"/>
                  <a:pt x="1855488" y="5080812"/>
                </a:cubicBezTo>
                <a:cubicBezTo>
                  <a:pt x="1867661" y="5068853"/>
                  <a:pt x="1879233" y="5056637"/>
                  <a:pt x="1890335" y="5043650"/>
                </a:cubicBezTo>
                <a:cubicBezTo>
                  <a:pt x="1913138" y="5017247"/>
                  <a:pt x="1938341" y="4993072"/>
                  <a:pt x="1963201" y="4968641"/>
                </a:cubicBezTo>
                <a:cubicBezTo>
                  <a:pt x="1982918" y="4949095"/>
                  <a:pt x="2001992" y="4929379"/>
                  <a:pt x="2020208" y="4908205"/>
                </a:cubicBezTo>
                <a:cubicBezTo>
                  <a:pt x="2028309" y="4898904"/>
                  <a:pt x="2036925" y="4890245"/>
                  <a:pt x="2045797" y="4881673"/>
                </a:cubicBezTo>
                <a:cubicBezTo>
                  <a:pt x="2057456" y="4870143"/>
                  <a:pt x="2068643" y="4858527"/>
                  <a:pt x="2079273" y="4846054"/>
                </a:cubicBezTo>
                <a:cubicBezTo>
                  <a:pt x="2094446" y="4828309"/>
                  <a:pt x="2110991" y="4812064"/>
                  <a:pt x="2127707" y="4795476"/>
                </a:cubicBezTo>
                <a:cubicBezTo>
                  <a:pt x="2142281" y="4780989"/>
                  <a:pt x="2156168" y="4766159"/>
                  <a:pt x="2169370" y="4750471"/>
                </a:cubicBezTo>
                <a:cubicBezTo>
                  <a:pt x="2176656" y="4742284"/>
                  <a:pt x="2176656" y="4742284"/>
                  <a:pt x="2189772" y="4732297"/>
                </a:cubicBezTo>
                <a:cubicBezTo>
                  <a:pt x="2205974" y="4715966"/>
                  <a:pt x="2205460" y="4700021"/>
                  <a:pt x="2205717" y="4677861"/>
                </a:cubicBezTo>
                <a:cubicBezTo>
                  <a:pt x="2205613" y="4670061"/>
                  <a:pt x="2205613" y="4670061"/>
                  <a:pt x="2205508" y="4662131"/>
                </a:cubicBezTo>
                <a:cubicBezTo>
                  <a:pt x="2205550" y="4653816"/>
                  <a:pt x="2205550" y="4653816"/>
                  <a:pt x="2205593" y="4645329"/>
                </a:cubicBezTo>
                <a:cubicBezTo>
                  <a:pt x="2205667" y="4629984"/>
                  <a:pt x="2205581" y="4614597"/>
                  <a:pt x="2205468" y="4599038"/>
                </a:cubicBezTo>
                <a:cubicBezTo>
                  <a:pt x="2205375" y="4582450"/>
                  <a:pt x="2205430" y="4565905"/>
                  <a:pt x="2205466" y="4549317"/>
                </a:cubicBezTo>
                <a:cubicBezTo>
                  <a:pt x="2205515" y="4516870"/>
                  <a:pt x="2205426" y="4484594"/>
                  <a:pt x="2205292" y="4452019"/>
                </a:cubicBezTo>
                <a:cubicBezTo>
                  <a:pt x="2205142" y="4414257"/>
                  <a:pt x="2205130" y="4376581"/>
                  <a:pt x="2205124" y="4338862"/>
                </a:cubicBezTo>
                <a:cubicBezTo>
                  <a:pt x="2205110" y="4271568"/>
                  <a:pt x="2204974" y="4204274"/>
                  <a:pt x="2204768" y="4136551"/>
                </a:cubicBezTo>
                <a:cubicBezTo>
                  <a:pt x="2204569" y="4070971"/>
                  <a:pt x="2204447" y="4005820"/>
                  <a:pt x="2204417" y="3940241"/>
                </a:cubicBezTo>
                <a:cubicBezTo>
                  <a:pt x="2204414" y="3934197"/>
                  <a:pt x="2204414" y="3934197"/>
                  <a:pt x="2204411" y="3928025"/>
                </a:cubicBezTo>
                <a:cubicBezTo>
                  <a:pt x="2204407" y="3919924"/>
                  <a:pt x="2204404" y="3911780"/>
                  <a:pt x="2204400" y="3903679"/>
                </a:cubicBezTo>
                <a:cubicBezTo>
                  <a:pt x="2204398" y="3899671"/>
                  <a:pt x="2204396" y="3895664"/>
                  <a:pt x="2204394" y="3891549"/>
                </a:cubicBezTo>
                <a:cubicBezTo>
                  <a:pt x="2204392" y="3887554"/>
                  <a:pt x="2204390" y="3883576"/>
                  <a:pt x="2204389" y="3879419"/>
                </a:cubicBezTo>
                <a:cubicBezTo>
                  <a:pt x="2204357" y="3817268"/>
                  <a:pt x="2204259" y="3754689"/>
                  <a:pt x="2204153" y="3692538"/>
                </a:cubicBezTo>
                <a:cubicBezTo>
                  <a:pt x="2204115" y="3669950"/>
                  <a:pt x="2204085" y="3647533"/>
                  <a:pt x="2204062" y="3624816"/>
                </a:cubicBezTo>
                <a:cubicBezTo>
                  <a:pt x="2204024" y="3588983"/>
                  <a:pt x="2203957" y="3553235"/>
                  <a:pt x="2203833" y="3517231"/>
                </a:cubicBezTo>
                <a:cubicBezTo>
                  <a:pt x="2203776" y="3500857"/>
                  <a:pt x="2203733" y="3484484"/>
                  <a:pt x="2203726" y="3467939"/>
                </a:cubicBezTo>
                <a:cubicBezTo>
                  <a:pt x="2203718" y="3450194"/>
                  <a:pt x="2203644" y="3432492"/>
                  <a:pt x="2203562" y="3414789"/>
                </a:cubicBezTo>
                <a:cubicBezTo>
                  <a:pt x="2203569" y="3409560"/>
                  <a:pt x="2203577" y="3404374"/>
                  <a:pt x="2203584" y="3398973"/>
                </a:cubicBezTo>
                <a:cubicBezTo>
                  <a:pt x="2203551" y="3394258"/>
                  <a:pt x="2203518" y="3389500"/>
                  <a:pt x="2203484" y="3384657"/>
                </a:cubicBezTo>
                <a:cubicBezTo>
                  <a:pt x="2203474" y="3380559"/>
                  <a:pt x="2203463" y="3376470"/>
                  <a:pt x="2203452" y="3372227"/>
                </a:cubicBezTo>
                <a:cubicBezTo>
                  <a:pt x="2203037" y="3360825"/>
                  <a:pt x="2203037" y="3360825"/>
                  <a:pt x="2193765" y="3349124"/>
                </a:cubicBezTo>
                <a:cubicBezTo>
                  <a:pt x="2182149" y="3347071"/>
                  <a:pt x="2182149" y="3347071"/>
                  <a:pt x="2168262" y="3347276"/>
                </a:cubicBezTo>
                <a:cubicBezTo>
                  <a:pt x="2162775" y="3347192"/>
                  <a:pt x="2157332" y="3347109"/>
                  <a:pt x="2151674" y="3347022"/>
                </a:cubicBezTo>
                <a:cubicBezTo>
                  <a:pt x="2145545" y="3346994"/>
                  <a:pt x="2139415" y="3346967"/>
                  <a:pt x="2133286" y="3346941"/>
                </a:cubicBezTo>
                <a:cubicBezTo>
                  <a:pt x="2126814" y="3346869"/>
                  <a:pt x="2120342" y="3346792"/>
                  <a:pt x="2113912" y="3346710"/>
                </a:cubicBezTo>
                <a:cubicBezTo>
                  <a:pt x="2096081" y="3346502"/>
                  <a:pt x="2078251" y="3346378"/>
                  <a:pt x="2060334" y="3346273"/>
                </a:cubicBezTo>
                <a:cubicBezTo>
                  <a:pt x="2045032" y="3346171"/>
                  <a:pt x="2029730" y="3346024"/>
                  <a:pt x="2014471" y="3345878"/>
                </a:cubicBezTo>
                <a:cubicBezTo>
                  <a:pt x="1829305" y="3344129"/>
                  <a:pt x="1644139" y="3344352"/>
                  <a:pt x="1457259" y="3344532"/>
                </a:cubicBezTo>
                <a:cubicBezTo>
                  <a:pt x="1406681" y="3344581"/>
                  <a:pt x="1356532" y="3344599"/>
                  <a:pt x="1305954" y="3344615"/>
                </a:cubicBezTo>
                <a:cubicBezTo>
                  <a:pt x="1215943" y="3344645"/>
                  <a:pt x="1126360" y="3344691"/>
                  <a:pt x="1036349" y="3344751"/>
                </a:cubicBezTo>
                <a:cubicBezTo>
                  <a:pt x="1028376" y="3344756"/>
                  <a:pt x="1028376" y="3344756"/>
                  <a:pt x="1020233" y="3344762"/>
                </a:cubicBezTo>
                <a:cubicBezTo>
                  <a:pt x="987828" y="3344784"/>
                  <a:pt x="955510" y="3344806"/>
                  <a:pt x="922935" y="3344828"/>
                </a:cubicBezTo>
                <a:cubicBezTo>
                  <a:pt x="873643" y="3344862"/>
                  <a:pt x="824351" y="3344895"/>
                  <a:pt x="775059" y="3344927"/>
                </a:cubicBezTo>
                <a:cubicBezTo>
                  <a:pt x="769658" y="3344930"/>
                  <a:pt x="764215" y="3344934"/>
                  <a:pt x="758643" y="3344938"/>
                </a:cubicBezTo>
                <a:cubicBezTo>
                  <a:pt x="668631" y="3344996"/>
                  <a:pt x="578620" y="3345038"/>
                  <a:pt x="488609" y="3345068"/>
                </a:cubicBezTo>
                <a:cubicBezTo>
                  <a:pt x="433316" y="3345087"/>
                  <a:pt x="378024" y="3345122"/>
                  <a:pt x="322731" y="3345175"/>
                </a:cubicBezTo>
                <a:cubicBezTo>
                  <a:pt x="285098" y="3345212"/>
                  <a:pt x="247293" y="3345232"/>
                  <a:pt x="210003" y="3345242"/>
                </a:cubicBezTo>
                <a:cubicBezTo>
                  <a:pt x="188314" y="3345247"/>
                  <a:pt x="166712" y="3345260"/>
                  <a:pt x="144852" y="3345292"/>
                </a:cubicBezTo>
                <a:cubicBezTo>
                  <a:pt x="125049" y="3345321"/>
                  <a:pt x="105247" y="3345330"/>
                  <a:pt x="85273" y="3345324"/>
                </a:cubicBezTo>
                <a:cubicBezTo>
                  <a:pt x="78072" y="3345325"/>
                  <a:pt x="70871" y="3345333"/>
                  <a:pt x="63670" y="3345350"/>
                </a:cubicBezTo>
                <a:cubicBezTo>
                  <a:pt x="53940" y="3345371"/>
                  <a:pt x="44253" y="3345366"/>
                  <a:pt x="34524" y="3345354"/>
                </a:cubicBezTo>
                <a:cubicBezTo>
                  <a:pt x="26423" y="3345360"/>
                  <a:pt x="26423" y="3345360"/>
                  <a:pt x="18107" y="3345366"/>
                </a:cubicBezTo>
                <a:cubicBezTo>
                  <a:pt x="6149" y="3344839"/>
                  <a:pt x="6149" y="3344839"/>
                  <a:pt x="1863" y="3340566"/>
                </a:cubicBezTo>
                <a:cubicBezTo>
                  <a:pt x="1378" y="3330193"/>
                  <a:pt x="1160" y="3319906"/>
                  <a:pt x="1142" y="3309490"/>
                </a:cubicBezTo>
                <a:cubicBezTo>
                  <a:pt x="1128" y="3306378"/>
                  <a:pt x="1114" y="3303275"/>
                  <a:pt x="1099" y="3300060"/>
                </a:cubicBezTo>
                <a:cubicBezTo>
                  <a:pt x="1077" y="3293460"/>
                  <a:pt x="1067" y="3286859"/>
                  <a:pt x="1068" y="3280258"/>
                </a:cubicBezTo>
                <a:cubicBezTo>
                  <a:pt x="1059" y="3270143"/>
                  <a:pt x="981" y="3260027"/>
                  <a:pt x="900" y="3249912"/>
                </a:cubicBezTo>
                <a:cubicBezTo>
                  <a:pt x="887" y="3243525"/>
                  <a:pt x="878" y="3237095"/>
                  <a:pt x="874" y="3230709"/>
                </a:cubicBezTo>
                <a:cubicBezTo>
                  <a:pt x="844" y="3227674"/>
                  <a:pt x="813" y="3224623"/>
                  <a:pt x="781" y="3221494"/>
                </a:cubicBezTo>
                <a:cubicBezTo>
                  <a:pt x="881" y="3200062"/>
                  <a:pt x="881" y="3200062"/>
                  <a:pt x="10425" y="3190504"/>
                </a:cubicBezTo>
                <a:cubicBezTo>
                  <a:pt x="20026" y="3189313"/>
                  <a:pt x="20026" y="3189313"/>
                  <a:pt x="32328" y="3189145"/>
                </a:cubicBezTo>
                <a:cubicBezTo>
                  <a:pt x="37000" y="3189061"/>
                  <a:pt x="41715" y="3188978"/>
                  <a:pt x="46515" y="3188891"/>
                </a:cubicBezTo>
                <a:cubicBezTo>
                  <a:pt x="54316" y="3188819"/>
                  <a:pt x="54316" y="3188819"/>
                  <a:pt x="62289" y="3188745"/>
                </a:cubicBezTo>
                <a:cubicBezTo>
                  <a:pt x="67818" y="3188663"/>
                  <a:pt x="73347" y="3188581"/>
                  <a:pt x="79048" y="3188496"/>
                </a:cubicBezTo>
                <a:cubicBezTo>
                  <a:pt x="94564" y="3188271"/>
                  <a:pt x="110080" y="3188106"/>
                  <a:pt x="125768" y="3187952"/>
                </a:cubicBezTo>
                <a:cubicBezTo>
                  <a:pt x="135798" y="3187850"/>
                  <a:pt x="145828" y="3187732"/>
                  <a:pt x="155815" y="3187610"/>
                </a:cubicBezTo>
                <a:cubicBezTo>
                  <a:pt x="340981" y="3185369"/>
                  <a:pt x="526147" y="3185660"/>
                  <a:pt x="713027" y="3185772"/>
                </a:cubicBezTo>
                <a:cubicBezTo>
                  <a:pt x="764891" y="3185803"/>
                  <a:pt x="816754" y="3185809"/>
                  <a:pt x="868189" y="3185814"/>
                </a:cubicBezTo>
                <a:cubicBezTo>
                  <a:pt x="960344" y="3185823"/>
                  <a:pt x="1052927" y="3185851"/>
                  <a:pt x="1145081" y="3185892"/>
                </a:cubicBezTo>
                <a:cubicBezTo>
                  <a:pt x="1234664" y="3185932"/>
                  <a:pt x="1323818" y="3185962"/>
                  <a:pt x="1413400" y="3185980"/>
                </a:cubicBezTo>
                <a:cubicBezTo>
                  <a:pt x="1419015" y="3185981"/>
                  <a:pt x="1424630" y="3185982"/>
                  <a:pt x="1430417" y="3185983"/>
                </a:cubicBezTo>
                <a:cubicBezTo>
                  <a:pt x="1474137" y="3185992"/>
                  <a:pt x="1518285" y="3186001"/>
                  <a:pt x="1562005" y="3186009"/>
                </a:cubicBezTo>
                <a:cubicBezTo>
                  <a:pt x="1775460" y="3186049"/>
                  <a:pt x="1988915" y="3186135"/>
                  <a:pt x="2200656" y="3186215"/>
                </a:cubicBezTo>
                <a:lnTo>
                  <a:pt x="2200656" y="2054645"/>
                </a:lnTo>
                <a:cubicBezTo>
                  <a:pt x="2163880" y="2047573"/>
                  <a:pt x="2126932" y="2040501"/>
                  <a:pt x="2089213" y="2033214"/>
                </a:cubicBezTo>
                <a:cubicBezTo>
                  <a:pt x="1805035" y="1974921"/>
                  <a:pt x="1566291" y="1824902"/>
                  <a:pt x="1403413" y="1583158"/>
                </a:cubicBezTo>
                <a:cubicBezTo>
                  <a:pt x="1354550" y="1506434"/>
                  <a:pt x="1317688" y="1424995"/>
                  <a:pt x="1288113" y="1338842"/>
                </a:cubicBezTo>
                <a:cubicBezTo>
                  <a:pt x="1286977" y="1335756"/>
                  <a:pt x="1285846" y="1332669"/>
                  <a:pt x="1284676" y="1329498"/>
                </a:cubicBezTo>
                <a:cubicBezTo>
                  <a:pt x="1274046" y="1299751"/>
                  <a:pt x="1268217" y="1269062"/>
                  <a:pt x="1262130" y="1238200"/>
                </a:cubicBezTo>
                <a:cubicBezTo>
                  <a:pt x="1261033" y="1232843"/>
                  <a:pt x="1259935" y="1227485"/>
                  <a:pt x="1258808" y="1221998"/>
                </a:cubicBezTo>
                <a:cubicBezTo>
                  <a:pt x="1245521" y="1155562"/>
                  <a:pt x="1239177" y="1089982"/>
                  <a:pt x="1239349" y="1021831"/>
                </a:cubicBezTo>
                <a:cubicBezTo>
                  <a:pt x="1239352" y="1016687"/>
                  <a:pt x="1239352" y="1016687"/>
                  <a:pt x="1239356" y="1011458"/>
                </a:cubicBezTo>
                <a:cubicBezTo>
                  <a:pt x="1239549" y="949307"/>
                  <a:pt x="1245014" y="889728"/>
                  <a:pt x="1258087" y="828864"/>
                </a:cubicBezTo>
                <a:cubicBezTo>
                  <a:pt x="1259030" y="824449"/>
                  <a:pt x="1259968" y="820034"/>
                  <a:pt x="1260941" y="815490"/>
                </a:cubicBezTo>
                <a:cubicBezTo>
                  <a:pt x="1293217" y="668472"/>
                  <a:pt x="1356953" y="533455"/>
                  <a:pt x="1446536" y="413012"/>
                </a:cubicBezTo>
                <a:cubicBezTo>
                  <a:pt x="1448332" y="410590"/>
                  <a:pt x="1450132" y="408168"/>
                  <a:pt x="1451979" y="405682"/>
                </a:cubicBezTo>
                <a:cubicBezTo>
                  <a:pt x="1615286" y="186655"/>
                  <a:pt x="1863888" y="46494"/>
                  <a:pt x="2133493" y="5775"/>
                </a:cubicBezTo>
                <a:cubicBezTo>
                  <a:pt x="2162640" y="2140"/>
                  <a:pt x="2191358" y="803"/>
                  <a:pt x="2220933" y="760"/>
                </a:cubicBezTo>
                <a:close/>
              </a:path>
            </a:pathLst>
          </a:custGeom>
          <a:solidFill>
            <a:schemeClr val="bg1"/>
          </a:solidFill>
          <a:ln w="4286" cap="flat">
            <a:noFill/>
            <a:prstDash val="solid"/>
            <a:miter/>
          </a:ln>
        </p:spPr>
        <p:txBody>
          <a:bodyPr rtlCol="0" anchor="ctr"/>
          <a:lstStyle/>
          <a:p>
            <a:endParaRPr lang="fr-FR"/>
          </a:p>
        </p:txBody>
      </p:sp>
      <p:sp>
        <p:nvSpPr>
          <p:cNvPr id="23" name="Freeform: Shape 22">
            <a:extLst>
              <a:ext uri="{FF2B5EF4-FFF2-40B4-BE49-F238E27FC236}">
                <a16:creationId xmlns:a16="http://schemas.microsoft.com/office/drawing/2014/main" id="{61658193-38E0-DE5A-8636-EDF47B8E70A9}"/>
              </a:ext>
            </a:extLst>
          </p:cNvPr>
          <p:cNvSpPr/>
          <p:nvPr/>
        </p:nvSpPr>
        <p:spPr>
          <a:xfrm>
            <a:off x="468403" y="4911446"/>
            <a:ext cx="540000" cy="720000"/>
          </a:xfrm>
          <a:custGeom>
            <a:avLst/>
            <a:gdLst>
              <a:gd name="connsiteX0" fmla="*/ 2219278 w 4588489"/>
              <a:gd name="connsiteY0" fmla="*/ 315 h 6318353"/>
              <a:gd name="connsiteX1" fmla="*/ 2231665 w 4588489"/>
              <a:gd name="connsiteY1" fmla="*/ 272 h 6318353"/>
              <a:gd name="connsiteX2" fmla="*/ 2257426 w 4588489"/>
              <a:gd name="connsiteY2" fmla="*/ 241 h 6318353"/>
              <a:gd name="connsiteX3" fmla="*/ 2296345 w 4588489"/>
              <a:gd name="connsiteY3" fmla="*/ 72 h 6318353"/>
              <a:gd name="connsiteX4" fmla="*/ 2423646 w 4588489"/>
              <a:gd name="connsiteY4" fmla="*/ 9588 h 6318353"/>
              <a:gd name="connsiteX5" fmla="*/ 2436205 w 4588489"/>
              <a:gd name="connsiteY5" fmla="*/ 11885 h 6318353"/>
              <a:gd name="connsiteX6" fmla="*/ 3100574 w 4588489"/>
              <a:gd name="connsiteY6" fmla="*/ 429794 h 6318353"/>
              <a:gd name="connsiteX7" fmla="*/ 3269881 w 4588489"/>
              <a:gd name="connsiteY7" fmla="*/ 1239896 h 6318353"/>
              <a:gd name="connsiteX8" fmla="*/ 2904692 w 4588489"/>
              <a:gd name="connsiteY8" fmla="*/ 1827112 h 6318353"/>
              <a:gd name="connsiteX9" fmla="*/ 2893677 w 4588489"/>
              <a:gd name="connsiteY9" fmla="*/ 1835899 h 6318353"/>
              <a:gd name="connsiteX10" fmla="*/ 2690508 w 4588489"/>
              <a:gd name="connsiteY10" fmla="*/ 1959771 h 6318353"/>
              <a:gd name="connsiteX11" fmla="*/ 2680993 w 4588489"/>
              <a:gd name="connsiteY11" fmla="*/ 1964015 h 6318353"/>
              <a:gd name="connsiteX12" fmla="*/ 2409673 w 4588489"/>
              <a:gd name="connsiteY12" fmla="*/ 2041596 h 6318353"/>
              <a:gd name="connsiteX13" fmla="*/ 2393814 w 4588489"/>
              <a:gd name="connsiteY13" fmla="*/ 2044601 h 6318353"/>
              <a:gd name="connsiteX14" fmla="*/ 2379627 w 4588489"/>
              <a:gd name="connsiteY14" fmla="*/ 2047220 h 6318353"/>
              <a:gd name="connsiteX15" fmla="*/ 2364753 w 4588489"/>
              <a:gd name="connsiteY15" fmla="*/ 2053863 h 6318353"/>
              <a:gd name="connsiteX16" fmla="*/ 2364076 w 4588489"/>
              <a:gd name="connsiteY16" fmla="*/ 2072251 h 6318353"/>
              <a:gd name="connsiteX17" fmla="*/ 2363949 w 4588489"/>
              <a:gd name="connsiteY17" fmla="*/ 2084381 h 6318353"/>
              <a:gd name="connsiteX18" fmla="*/ 2363874 w 4588489"/>
              <a:gd name="connsiteY18" fmla="*/ 2097840 h 6318353"/>
              <a:gd name="connsiteX19" fmla="*/ 2363746 w 4588489"/>
              <a:gd name="connsiteY19" fmla="*/ 2112028 h 6318353"/>
              <a:gd name="connsiteX20" fmla="*/ 2363398 w 4588489"/>
              <a:gd name="connsiteY20" fmla="*/ 2159605 h 6318353"/>
              <a:gd name="connsiteX21" fmla="*/ 2363127 w 4588489"/>
              <a:gd name="connsiteY21" fmla="*/ 2193381 h 6318353"/>
              <a:gd name="connsiteX22" fmla="*/ 2362471 w 4588489"/>
              <a:gd name="connsiteY22" fmla="*/ 2285535 h 6318353"/>
              <a:gd name="connsiteX23" fmla="*/ 2362073 w 4588489"/>
              <a:gd name="connsiteY23" fmla="*/ 2342971 h 6318353"/>
              <a:gd name="connsiteX24" fmla="*/ 2359947 w 4588489"/>
              <a:gd name="connsiteY24" fmla="*/ 2908756 h 6318353"/>
              <a:gd name="connsiteX25" fmla="*/ 2359910 w 4588489"/>
              <a:gd name="connsiteY25" fmla="*/ 2964477 h 6318353"/>
              <a:gd name="connsiteX26" fmla="*/ 2359894 w 4588489"/>
              <a:gd name="connsiteY26" fmla="*/ 3061346 h 6318353"/>
              <a:gd name="connsiteX27" fmla="*/ 2359887 w 4588489"/>
              <a:gd name="connsiteY27" fmla="*/ 3093536 h 6318353"/>
              <a:gd name="connsiteX28" fmla="*/ 2359916 w 4588489"/>
              <a:gd name="connsiteY28" fmla="*/ 3137256 h 6318353"/>
              <a:gd name="connsiteX29" fmla="*/ 2359889 w 4588489"/>
              <a:gd name="connsiteY29" fmla="*/ 3150286 h 6318353"/>
              <a:gd name="connsiteX30" fmla="*/ 2359926 w 4588489"/>
              <a:gd name="connsiteY30" fmla="*/ 3162030 h 6318353"/>
              <a:gd name="connsiteX31" fmla="*/ 2359931 w 4588489"/>
              <a:gd name="connsiteY31" fmla="*/ 3172232 h 6318353"/>
              <a:gd name="connsiteX32" fmla="*/ 2364774 w 4588489"/>
              <a:gd name="connsiteY32" fmla="*/ 3184147 h 6318353"/>
              <a:gd name="connsiteX33" fmla="*/ 2396921 w 4588489"/>
              <a:gd name="connsiteY33" fmla="*/ 3184662 h 6318353"/>
              <a:gd name="connsiteX34" fmla="*/ 2407294 w 4588489"/>
              <a:gd name="connsiteY34" fmla="*/ 3184673 h 6318353"/>
              <a:gd name="connsiteX35" fmla="*/ 2442141 w 4588489"/>
              <a:gd name="connsiteY35" fmla="*/ 3184633 h 6318353"/>
              <a:gd name="connsiteX36" fmla="*/ 2467216 w 4588489"/>
              <a:gd name="connsiteY36" fmla="*/ 3184635 h 6318353"/>
              <a:gd name="connsiteX37" fmla="*/ 2536653 w 4588489"/>
              <a:gd name="connsiteY37" fmla="*/ 3184581 h 6318353"/>
              <a:gd name="connsiteX38" fmla="*/ 2611234 w 4588489"/>
              <a:gd name="connsiteY38" fmla="*/ 3184546 h 6318353"/>
              <a:gd name="connsiteX39" fmla="*/ 2740678 w 4588489"/>
              <a:gd name="connsiteY39" fmla="*/ 3184468 h 6318353"/>
              <a:gd name="connsiteX40" fmla="*/ 2928416 w 4588489"/>
              <a:gd name="connsiteY40" fmla="*/ 3184370 h 6318353"/>
              <a:gd name="connsiteX41" fmla="*/ 3015856 w 4588489"/>
              <a:gd name="connsiteY41" fmla="*/ 3184341 h 6318353"/>
              <a:gd name="connsiteX42" fmla="*/ 3024728 w 4588489"/>
              <a:gd name="connsiteY42" fmla="*/ 3184338 h 6318353"/>
              <a:gd name="connsiteX43" fmla="*/ 3233469 w 4588489"/>
              <a:gd name="connsiteY43" fmla="*/ 3184234 h 6318353"/>
              <a:gd name="connsiteX44" fmla="*/ 3242684 w 4588489"/>
              <a:gd name="connsiteY44" fmla="*/ 3184229 h 6318353"/>
              <a:gd name="connsiteX45" fmla="*/ 3399989 w 4588489"/>
              <a:gd name="connsiteY45" fmla="*/ 3184135 h 6318353"/>
              <a:gd name="connsiteX46" fmla="*/ 3528577 w 4588489"/>
              <a:gd name="connsiteY46" fmla="*/ 3184058 h 6318353"/>
              <a:gd name="connsiteX47" fmla="*/ 3537749 w 4588489"/>
              <a:gd name="connsiteY47" fmla="*/ 3184053 h 6318353"/>
              <a:gd name="connsiteX48" fmla="*/ 3745204 w 4588489"/>
              <a:gd name="connsiteY48" fmla="*/ 3183951 h 6318353"/>
              <a:gd name="connsiteX49" fmla="*/ 3754034 w 4588489"/>
              <a:gd name="connsiteY49" fmla="*/ 3183948 h 6318353"/>
              <a:gd name="connsiteX50" fmla="*/ 3841473 w 4588489"/>
              <a:gd name="connsiteY50" fmla="*/ 3183920 h 6318353"/>
              <a:gd name="connsiteX51" fmla="*/ 4036926 w 4588489"/>
              <a:gd name="connsiteY51" fmla="*/ 3183810 h 6318353"/>
              <a:gd name="connsiteX52" fmla="*/ 4165514 w 4588489"/>
              <a:gd name="connsiteY52" fmla="*/ 3183744 h 6318353"/>
              <a:gd name="connsiteX53" fmla="*/ 4239237 w 4588489"/>
              <a:gd name="connsiteY53" fmla="*/ 3183693 h 6318353"/>
              <a:gd name="connsiteX54" fmla="*/ 4580423 w 4588489"/>
              <a:gd name="connsiteY54" fmla="*/ 3188451 h 6318353"/>
              <a:gd name="connsiteX55" fmla="*/ 4589038 w 4588489"/>
              <a:gd name="connsiteY55" fmla="*/ 3233885 h 6318353"/>
              <a:gd name="connsiteX56" fmla="*/ 4588425 w 4588489"/>
              <a:gd name="connsiteY56" fmla="*/ 3250516 h 6318353"/>
              <a:gd name="connsiteX57" fmla="*/ 4588037 w 4588489"/>
              <a:gd name="connsiteY57" fmla="*/ 3259131 h 6318353"/>
              <a:gd name="connsiteX58" fmla="*/ 4587017 w 4588489"/>
              <a:gd name="connsiteY58" fmla="*/ 3285277 h 6318353"/>
              <a:gd name="connsiteX59" fmla="*/ 4580416 w 4588489"/>
              <a:gd name="connsiteY59" fmla="*/ 3342713 h 6318353"/>
              <a:gd name="connsiteX60" fmla="*/ 2360138 w 4588489"/>
              <a:gd name="connsiteY60" fmla="*/ 3346999 h 6318353"/>
              <a:gd name="connsiteX61" fmla="*/ 2355209 w 4588489"/>
              <a:gd name="connsiteY61" fmla="*/ 3398006 h 6318353"/>
              <a:gd name="connsiteX62" fmla="*/ 2355166 w 4588489"/>
              <a:gd name="connsiteY62" fmla="*/ 3406921 h 6318353"/>
              <a:gd name="connsiteX63" fmla="*/ 2355112 w 4588489"/>
              <a:gd name="connsiteY63" fmla="*/ 3436668 h 6318353"/>
              <a:gd name="connsiteX64" fmla="*/ 2355059 w 4588489"/>
              <a:gd name="connsiteY64" fmla="*/ 3458356 h 6318353"/>
              <a:gd name="connsiteX65" fmla="*/ 2355023 w 4588489"/>
              <a:gd name="connsiteY65" fmla="*/ 3518364 h 6318353"/>
              <a:gd name="connsiteX66" fmla="*/ 2355023 w 4588489"/>
              <a:gd name="connsiteY66" fmla="*/ 3556768 h 6318353"/>
              <a:gd name="connsiteX67" fmla="*/ 2362653 w 4588489"/>
              <a:gd name="connsiteY67" fmla="*/ 4229710 h 6318353"/>
              <a:gd name="connsiteX68" fmla="*/ 2365760 w 4588489"/>
              <a:gd name="connsiteY68" fmla="*/ 4445737 h 6318353"/>
              <a:gd name="connsiteX69" fmla="*/ 2365904 w 4588489"/>
              <a:gd name="connsiteY69" fmla="*/ 4457696 h 6318353"/>
              <a:gd name="connsiteX70" fmla="*/ 2367109 w 4588489"/>
              <a:gd name="connsiteY70" fmla="*/ 4563566 h 6318353"/>
              <a:gd name="connsiteX71" fmla="*/ 2367421 w 4588489"/>
              <a:gd name="connsiteY71" fmla="*/ 4591084 h 6318353"/>
              <a:gd name="connsiteX72" fmla="*/ 2367755 w 4588489"/>
              <a:gd name="connsiteY72" fmla="*/ 4623188 h 6318353"/>
              <a:gd name="connsiteX73" fmla="*/ 2370163 w 4588489"/>
              <a:gd name="connsiteY73" fmla="*/ 4694768 h 6318353"/>
              <a:gd name="connsiteX74" fmla="*/ 2370935 w 4588489"/>
              <a:gd name="connsiteY74" fmla="*/ 4708270 h 6318353"/>
              <a:gd name="connsiteX75" fmla="*/ 2398667 w 4588489"/>
              <a:gd name="connsiteY75" fmla="*/ 4750704 h 6318353"/>
              <a:gd name="connsiteX76" fmla="*/ 2428671 w 4588489"/>
              <a:gd name="connsiteY76" fmla="*/ 4788765 h 6318353"/>
              <a:gd name="connsiteX77" fmla="*/ 2437243 w 4588489"/>
              <a:gd name="connsiteY77" fmla="*/ 4788765 h 6318353"/>
              <a:gd name="connsiteX78" fmla="*/ 2449588 w 4588489"/>
              <a:gd name="connsiteY78" fmla="*/ 4802696 h 6318353"/>
              <a:gd name="connsiteX79" fmla="*/ 2492879 w 4588489"/>
              <a:gd name="connsiteY79" fmla="*/ 4848987 h 6318353"/>
              <a:gd name="connsiteX80" fmla="*/ 2541313 w 4588489"/>
              <a:gd name="connsiteY80" fmla="*/ 4900851 h 6318353"/>
              <a:gd name="connsiteX81" fmla="*/ 2576289 w 4588489"/>
              <a:gd name="connsiteY81" fmla="*/ 4936084 h 6318353"/>
              <a:gd name="connsiteX82" fmla="*/ 2582719 w 4588489"/>
              <a:gd name="connsiteY82" fmla="*/ 4951771 h 6318353"/>
              <a:gd name="connsiteX83" fmla="*/ 2591291 w 4588489"/>
              <a:gd name="connsiteY83" fmla="*/ 4951771 h 6318353"/>
              <a:gd name="connsiteX84" fmla="*/ 2604407 w 4588489"/>
              <a:gd name="connsiteY84" fmla="*/ 4966516 h 6318353"/>
              <a:gd name="connsiteX85" fmla="*/ 2659700 w 4588489"/>
              <a:gd name="connsiteY85" fmla="*/ 5024809 h 6318353"/>
              <a:gd name="connsiteX86" fmla="*/ 2712849 w 4588489"/>
              <a:gd name="connsiteY86" fmla="*/ 5080102 h 6318353"/>
              <a:gd name="connsiteX87" fmla="*/ 2784858 w 4588489"/>
              <a:gd name="connsiteY87" fmla="*/ 5153825 h 6318353"/>
              <a:gd name="connsiteX88" fmla="*/ 2796174 w 4588489"/>
              <a:gd name="connsiteY88" fmla="*/ 5165012 h 6318353"/>
              <a:gd name="connsiteX89" fmla="*/ 2806461 w 4588489"/>
              <a:gd name="connsiteY89" fmla="*/ 5175085 h 6318353"/>
              <a:gd name="connsiteX90" fmla="*/ 2813833 w 4588489"/>
              <a:gd name="connsiteY90" fmla="*/ 5191973 h 6318353"/>
              <a:gd name="connsiteX91" fmla="*/ 2822406 w 4588489"/>
              <a:gd name="connsiteY91" fmla="*/ 5191973 h 6318353"/>
              <a:gd name="connsiteX92" fmla="*/ 2822406 w 4588489"/>
              <a:gd name="connsiteY92" fmla="*/ 5200545 h 6318353"/>
              <a:gd name="connsiteX93" fmla="*/ 2830978 w 4588489"/>
              <a:gd name="connsiteY93" fmla="*/ 5200545 h 6318353"/>
              <a:gd name="connsiteX94" fmla="*/ 2842508 w 4588489"/>
              <a:gd name="connsiteY94" fmla="*/ 5213661 h 6318353"/>
              <a:gd name="connsiteX95" fmla="*/ 2893086 w 4588489"/>
              <a:gd name="connsiteY95" fmla="*/ 5266811 h 6318353"/>
              <a:gd name="connsiteX96" fmla="*/ 2947521 w 4588489"/>
              <a:gd name="connsiteY96" fmla="*/ 5324675 h 6318353"/>
              <a:gd name="connsiteX97" fmla="*/ 2986998 w 4588489"/>
              <a:gd name="connsiteY97" fmla="*/ 5364537 h 6318353"/>
              <a:gd name="connsiteX98" fmla="*/ 3002214 w 4588489"/>
              <a:gd name="connsiteY98" fmla="*/ 5380311 h 6318353"/>
              <a:gd name="connsiteX99" fmla="*/ 3002214 w 4588489"/>
              <a:gd name="connsiteY99" fmla="*/ 5388883 h 6318353"/>
              <a:gd name="connsiteX100" fmla="*/ 3010786 w 4588489"/>
              <a:gd name="connsiteY100" fmla="*/ 5388883 h 6318353"/>
              <a:gd name="connsiteX101" fmla="*/ 3024159 w 4588489"/>
              <a:gd name="connsiteY101" fmla="*/ 5403714 h 6318353"/>
              <a:gd name="connsiteX102" fmla="*/ 3075594 w 4588489"/>
              <a:gd name="connsiteY102" fmla="*/ 5460292 h 6318353"/>
              <a:gd name="connsiteX103" fmla="*/ 3084553 w 4588489"/>
              <a:gd name="connsiteY103" fmla="*/ 5469808 h 6318353"/>
              <a:gd name="connsiteX104" fmla="*/ 3122186 w 4588489"/>
              <a:gd name="connsiteY104" fmla="*/ 5508341 h 6318353"/>
              <a:gd name="connsiteX105" fmla="*/ 3130801 w 4588489"/>
              <a:gd name="connsiteY105" fmla="*/ 5525958 h 6318353"/>
              <a:gd name="connsiteX106" fmla="*/ 3139374 w 4588489"/>
              <a:gd name="connsiteY106" fmla="*/ 5525958 h 6318353"/>
              <a:gd name="connsiteX107" fmla="*/ 3151975 w 4588489"/>
              <a:gd name="connsiteY107" fmla="*/ 5540145 h 6318353"/>
              <a:gd name="connsiteX108" fmla="*/ 3204268 w 4588489"/>
              <a:gd name="connsiteY108" fmla="*/ 5595009 h 6318353"/>
              <a:gd name="connsiteX109" fmla="*/ 3230285 w 4588489"/>
              <a:gd name="connsiteY109" fmla="*/ 5623427 h 6318353"/>
              <a:gd name="connsiteX110" fmla="*/ 3300580 w 4588489"/>
              <a:gd name="connsiteY110" fmla="*/ 5695007 h 6318353"/>
              <a:gd name="connsiteX111" fmla="*/ 3311295 w 4588489"/>
              <a:gd name="connsiteY111" fmla="*/ 5705594 h 6318353"/>
              <a:gd name="connsiteX112" fmla="*/ 3321068 w 4588489"/>
              <a:gd name="connsiteY112" fmla="*/ 5715153 h 6318353"/>
              <a:gd name="connsiteX113" fmla="*/ 3328054 w 4588489"/>
              <a:gd name="connsiteY113" fmla="*/ 5731612 h 6318353"/>
              <a:gd name="connsiteX114" fmla="*/ 3336627 w 4588489"/>
              <a:gd name="connsiteY114" fmla="*/ 5731612 h 6318353"/>
              <a:gd name="connsiteX115" fmla="*/ 3349486 w 4588489"/>
              <a:gd name="connsiteY115" fmla="*/ 5746099 h 6318353"/>
              <a:gd name="connsiteX116" fmla="*/ 3409493 w 4588489"/>
              <a:gd name="connsiteY116" fmla="*/ 5808678 h 6318353"/>
              <a:gd name="connsiteX117" fmla="*/ 3475502 w 4588489"/>
              <a:gd name="connsiteY117" fmla="*/ 5878116 h 6318353"/>
              <a:gd name="connsiteX118" fmla="*/ 3517035 w 4588489"/>
              <a:gd name="connsiteY118" fmla="*/ 5920035 h 6318353"/>
              <a:gd name="connsiteX119" fmla="*/ 3533837 w 4588489"/>
              <a:gd name="connsiteY119" fmla="*/ 5937395 h 6318353"/>
              <a:gd name="connsiteX120" fmla="*/ 3533837 w 4588489"/>
              <a:gd name="connsiteY120" fmla="*/ 5945967 h 6318353"/>
              <a:gd name="connsiteX121" fmla="*/ 3541638 w 4588489"/>
              <a:gd name="connsiteY121" fmla="*/ 5949366 h 6318353"/>
              <a:gd name="connsiteX122" fmla="*/ 3563584 w 4588489"/>
              <a:gd name="connsiteY122" fmla="*/ 5968740 h 6318353"/>
              <a:gd name="connsiteX123" fmla="*/ 3609018 w 4588489"/>
              <a:gd name="connsiteY123" fmla="*/ 6016746 h 6318353"/>
              <a:gd name="connsiteX124" fmla="*/ 3660025 w 4588489"/>
              <a:gd name="connsiteY124" fmla="*/ 6071181 h 6318353"/>
              <a:gd name="connsiteX125" fmla="*/ 3692771 w 4588489"/>
              <a:gd name="connsiteY125" fmla="*/ 6104743 h 6318353"/>
              <a:gd name="connsiteX126" fmla="*/ 3715917 w 4588489"/>
              <a:gd name="connsiteY126" fmla="*/ 6130160 h 6318353"/>
              <a:gd name="connsiteX127" fmla="*/ 3750465 w 4588489"/>
              <a:gd name="connsiteY127" fmla="*/ 6166850 h 6318353"/>
              <a:gd name="connsiteX128" fmla="*/ 3799756 w 4588489"/>
              <a:gd name="connsiteY128" fmla="*/ 6220428 h 6318353"/>
              <a:gd name="connsiteX129" fmla="*/ 3852906 w 4588489"/>
              <a:gd name="connsiteY129" fmla="*/ 6275293 h 6318353"/>
              <a:gd name="connsiteX130" fmla="*/ 3876995 w 4588489"/>
              <a:gd name="connsiteY130" fmla="*/ 6310654 h 6318353"/>
              <a:gd name="connsiteX131" fmla="*/ 3780983 w 4588489"/>
              <a:gd name="connsiteY131" fmla="*/ 6316912 h 6318353"/>
              <a:gd name="connsiteX132" fmla="*/ 3756637 w 4588489"/>
              <a:gd name="connsiteY132" fmla="*/ 6317439 h 6318353"/>
              <a:gd name="connsiteX133" fmla="*/ 3655910 w 4588489"/>
              <a:gd name="connsiteY133" fmla="*/ 6300594 h 6318353"/>
              <a:gd name="connsiteX134" fmla="*/ 3641379 w 4588489"/>
              <a:gd name="connsiteY134" fmla="*/ 6284906 h 6318353"/>
              <a:gd name="connsiteX135" fmla="*/ 3634050 w 4588489"/>
              <a:gd name="connsiteY135" fmla="*/ 6278048 h 6318353"/>
              <a:gd name="connsiteX136" fmla="*/ 3628521 w 4588489"/>
              <a:gd name="connsiteY136" fmla="*/ 6263475 h 6318353"/>
              <a:gd name="connsiteX137" fmla="*/ 3619948 w 4588489"/>
              <a:gd name="connsiteY137" fmla="*/ 6263475 h 6318353"/>
              <a:gd name="connsiteX138" fmla="*/ 3606275 w 4588489"/>
              <a:gd name="connsiteY138" fmla="*/ 6248216 h 6318353"/>
              <a:gd name="connsiteX139" fmla="*/ 3565427 w 4588489"/>
              <a:gd name="connsiteY139" fmla="*/ 6205397 h 6318353"/>
              <a:gd name="connsiteX140" fmla="*/ 3559898 w 4588489"/>
              <a:gd name="connsiteY140" fmla="*/ 6190609 h 6318353"/>
              <a:gd name="connsiteX141" fmla="*/ 3551325 w 4588489"/>
              <a:gd name="connsiteY141" fmla="*/ 6190609 h 6318353"/>
              <a:gd name="connsiteX142" fmla="*/ 3538724 w 4588489"/>
              <a:gd name="connsiteY142" fmla="*/ 6176422 h 6318353"/>
              <a:gd name="connsiteX143" fmla="*/ 3489432 w 4588489"/>
              <a:gd name="connsiteY143" fmla="*/ 6124987 h 6318353"/>
              <a:gd name="connsiteX144" fmla="*/ 3474173 w 4588489"/>
              <a:gd name="connsiteY144" fmla="*/ 6109213 h 6318353"/>
              <a:gd name="connsiteX145" fmla="*/ 3474173 w 4588489"/>
              <a:gd name="connsiteY145" fmla="*/ 6100640 h 6318353"/>
              <a:gd name="connsiteX146" fmla="*/ 3465600 w 4588489"/>
              <a:gd name="connsiteY146" fmla="*/ 6100640 h 6318353"/>
              <a:gd name="connsiteX147" fmla="*/ 3453556 w 4588489"/>
              <a:gd name="connsiteY147" fmla="*/ 6086968 h 6318353"/>
              <a:gd name="connsiteX148" fmla="*/ 3400835 w 4588489"/>
              <a:gd name="connsiteY148" fmla="*/ 6031675 h 6318353"/>
              <a:gd name="connsiteX149" fmla="*/ 3365816 w 4588489"/>
              <a:gd name="connsiteY149" fmla="*/ 5994342 h 6318353"/>
              <a:gd name="connsiteX150" fmla="*/ 3295951 w 4588489"/>
              <a:gd name="connsiteY150" fmla="*/ 5922761 h 6318353"/>
              <a:gd name="connsiteX151" fmla="*/ 3285235 w 4588489"/>
              <a:gd name="connsiteY151" fmla="*/ 5912174 h 6318353"/>
              <a:gd name="connsiteX152" fmla="*/ 3275462 w 4588489"/>
              <a:gd name="connsiteY152" fmla="*/ 5902616 h 6318353"/>
              <a:gd name="connsiteX153" fmla="*/ 3268476 w 4588489"/>
              <a:gd name="connsiteY153" fmla="*/ 5886157 h 6318353"/>
              <a:gd name="connsiteX154" fmla="*/ 3259903 w 4588489"/>
              <a:gd name="connsiteY154" fmla="*/ 5886157 h 6318353"/>
              <a:gd name="connsiteX155" fmla="*/ 3247430 w 4588489"/>
              <a:gd name="connsiteY155" fmla="*/ 5872098 h 6318353"/>
              <a:gd name="connsiteX156" fmla="*/ 3206454 w 4588489"/>
              <a:gd name="connsiteY156" fmla="*/ 5828378 h 6318353"/>
              <a:gd name="connsiteX157" fmla="*/ 3200110 w 4588489"/>
              <a:gd name="connsiteY157" fmla="*/ 5822077 h 6318353"/>
              <a:gd name="connsiteX158" fmla="*/ 3180608 w 4588489"/>
              <a:gd name="connsiteY158" fmla="*/ 5802789 h 6318353"/>
              <a:gd name="connsiteX159" fmla="*/ 3108170 w 4588489"/>
              <a:gd name="connsiteY159" fmla="*/ 5726923 h 6318353"/>
              <a:gd name="connsiteX160" fmla="*/ 3064022 w 4588489"/>
              <a:gd name="connsiteY160" fmla="*/ 5682345 h 6318353"/>
              <a:gd name="connsiteX161" fmla="*/ 3045676 w 4588489"/>
              <a:gd name="connsiteY161" fmla="*/ 5663443 h 6318353"/>
              <a:gd name="connsiteX162" fmla="*/ 3045676 w 4588489"/>
              <a:gd name="connsiteY162" fmla="*/ 5654870 h 6318353"/>
              <a:gd name="connsiteX163" fmla="*/ 3037104 w 4588489"/>
              <a:gd name="connsiteY163" fmla="*/ 5654870 h 6318353"/>
              <a:gd name="connsiteX164" fmla="*/ 3024502 w 4588489"/>
              <a:gd name="connsiteY164" fmla="*/ 5640683 h 6318353"/>
              <a:gd name="connsiteX165" fmla="*/ 2977354 w 4588489"/>
              <a:gd name="connsiteY165" fmla="*/ 5590963 h 6318353"/>
              <a:gd name="connsiteX166" fmla="*/ 2938049 w 4588489"/>
              <a:gd name="connsiteY166" fmla="*/ 5548186 h 6318353"/>
              <a:gd name="connsiteX167" fmla="*/ 2906416 w 4588489"/>
              <a:gd name="connsiteY167" fmla="*/ 5515653 h 6318353"/>
              <a:gd name="connsiteX168" fmla="*/ 2860982 w 4588489"/>
              <a:gd name="connsiteY168" fmla="*/ 5466790 h 6318353"/>
              <a:gd name="connsiteX169" fmla="*/ 2820905 w 4588489"/>
              <a:gd name="connsiteY169" fmla="*/ 5426328 h 6318353"/>
              <a:gd name="connsiteX170" fmla="*/ 2805689 w 4588489"/>
              <a:gd name="connsiteY170" fmla="*/ 5410554 h 6318353"/>
              <a:gd name="connsiteX171" fmla="*/ 2805689 w 4588489"/>
              <a:gd name="connsiteY171" fmla="*/ 5401982 h 6318353"/>
              <a:gd name="connsiteX172" fmla="*/ 2797117 w 4588489"/>
              <a:gd name="connsiteY172" fmla="*/ 5401982 h 6318353"/>
              <a:gd name="connsiteX173" fmla="*/ 2784258 w 4588489"/>
              <a:gd name="connsiteY173" fmla="*/ 5387494 h 6318353"/>
              <a:gd name="connsiteX174" fmla="*/ 2735395 w 4588489"/>
              <a:gd name="connsiteY174" fmla="*/ 5336488 h 6318353"/>
              <a:gd name="connsiteX175" fmla="*/ 2710063 w 4588489"/>
              <a:gd name="connsiteY175" fmla="*/ 5308713 h 6318353"/>
              <a:gd name="connsiteX176" fmla="*/ 2648341 w 4588489"/>
              <a:gd name="connsiteY176" fmla="*/ 5245705 h 6318353"/>
              <a:gd name="connsiteX177" fmla="*/ 2639383 w 4588489"/>
              <a:gd name="connsiteY177" fmla="*/ 5236876 h 6318353"/>
              <a:gd name="connsiteX178" fmla="*/ 2631239 w 4588489"/>
              <a:gd name="connsiteY178" fmla="*/ 5228946 h 6318353"/>
              <a:gd name="connsiteX179" fmla="*/ 2625410 w 4588489"/>
              <a:gd name="connsiteY179" fmla="*/ 5213644 h 6318353"/>
              <a:gd name="connsiteX180" fmla="*/ 2616837 w 4588489"/>
              <a:gd name="connsiteY180" fmla="*/ 5213644 h 6318353"/>
              <a:gd name="connsiteX181" fmla="*/ 2616837 w 4588489"/>
              <a:gd name="connsiteY181" fmla="*/ 5205072 h 6318353"/>
              <a:gd name="connsiteX182" fmla="*/ 2608265 w 4588489"/>
              <a:gd name="connsiteY182" fmla="*/ 5205072 h 6318353"/>
              <a:gd name="connsiteX183" fmla="*/ 2595106 w 4588489"/>
              <a:gd name="connsiteY183" fmla="*/ 5190284 h 6318353"/>
              <a:gd name="connsiteX184" fmla="*/ 2529955 w 4588489"/>
              <a:gd name="connsiteY184" fmla="*/ 5122990 h 6318353"/>
              <a:gd name="connsiteX185" fmla="*/ 2520396 w 4588489"/>
              <a:gd name="connsiteY185" fmla="*/ 5113560 h 6318353"/>
              <a:gd name="connsiteX186" fmla="*/ 2511738 w 4588489"/>
              <a:gd name="connsiteY186" fmla="*/ 5105116 h 6318353"/>
              <a:gd name="connsiteX187" fmla="*/ 2505523 w 4588489"/>
              <a:gd name="connsiteY187" fmla="*/ 5089429 h 6318353"/>
              <a:gd name="connsiteX188" fmla="*/ 2496951 w 4588489"/>
              <a:gd name="connsiteY188" fmla="*/ 5089429 h 6318353"/>
              <a:gd name="connsiteX189" fmla="*/ 2496951 w 4588489"/>
              <a:gd name="connsiteY189" fmla="*/ 5080856 h 6318353"/>
              <a:gd name="connsiteX190" fmla="*/ 2488378 w 4588489"/>
              <a:gd name="connsiteY190" fmla="*/ 5080856 h 6318353"/>
              <a:gd name="connsiteX191" fmla="*/ 2476034 w 4588489"/>
              <a:gd name="connsiteY191" fmla="*/ 5066926 h 6318353"/>
              <a:gd name="connsiteX192" fmla="*/ 2432743 w 4588489"/>
              <a:gd name="connsiteY192" fmla="*/ 5020634 h 6318353"/>
              <a:gd name="connsiteX193" fmla="*/ 2385165 w 4588489"/>
              <a:gd name="connsiteY193" fmla="*/ 4969628 h 6318353"/>
              <a:gd name="connsiteX194" fmla="*/ 2351261 w 4588489"/>
              <a:gd name="connsiteY194" fmla="*/ 4934823 h 6318353"/>
              <a:gd name="connsiteX195" fmla="*/ 2295540 w 4588489"/>
              <a:gd name="connsiteY195" fmla="*/ 4874816 h 6318353"/>
              <a:gd name="connsiteX196" fmla="*/ 2295540 w 4588489"/>
              <a:gd name="connsiteY196" fmla="*/ 4866243 h 6318353"/>
              <a:gd name="connsiteX197" fmla="*/ 2249248 w 4588489"/>
              <a:gd name="connsiteY197" fmla="*/ 4905634 h 6318353"/>
              <a:gd name="connsiteX198" fmla="*/ 2149379 w 4588489"/>
              <a:gd name="connsiteY198" fmla="*/ 5008076 h 6318353"/>
              <a:gd name="connsiteX199" fmla="*/ 2089371 w 4588489"/>
              <a:gd name="connsiteY199" fmla="*/ 5071512 h 6318353"/>
              <a:gd name="connsiteX200" fmla="*/ 2030649 w 4588489"/>
              <a:gd name="connsiteY200" fmla="*/ 5131091 h 6318353"/>
              <a:gd name="connsiteX201" fmla="*/ 2004032 w 4588489"/>
              <a:gd name="connsiteY201" fmla="*/ 5157409 h 6318353"/>
              <a:gd name="connsiteX202" fmla="*/ 1992245 w 4588489"/>
              <a:gd name="connsiteY202" fmla="*/ 5169067 h 6318353"/>
              <a:gd name="connsiteX203" fmla="*/ 1974114 w 4588489"/>
              <a:gd name="connsiteY203" fmla="*/ 5191870 h 6318353"/>
              <a:gd name="connsiteX204" fmla="*/ 1965541 w 4588489"/>
              <a:gd name="connsiteY204" fmla="*/ 5191870 h 6318353"/>
              <a:gd name="connsiteX205" fmla="*/ 1962061 w 4588489"/>
              <a:gd name="connsiteY205" fmla="*/ 5199585 h 6318353"/>
              <a:gd name="connsiteX206" fmla="*/ 1944059 w 4588489"/>
              <a:gd name="connsiteY206" fmla="*/ 5222602 h 6318353"/>
              <a:gd name="connsiteX207" fmla="*/ 1936386 w 4588489"/>
              <a:gd name="connsiteY207" fmla="*/ 5230103 h 6318353"/>
              <a:gd name="connsiteX208" fmla="*/ 1928285 w 4588489"/>
              <a:gd name="connsiteY208" fmla="*/ 5237947 h 6318353"/>
              <a:gd name="connsiteX209" fmla="*/ 1874707 w 4588489"/>
              <a:gd name="connsiteY209" fmla="*/ 5294526 h 6318353"/>
              <a:gd name="connsiteX210" fmla="*/ 1834288 w 4588489"/>
              <a:gd name="connsiteY210" fmla="*/ 5335802 h 6318353"/>
              <a:gd name="connsiteX211" fmla="*/ 1800426 w 4588489"/>
              <a:gd name="connsiteY211" fmla="*/ 5371893 h 6318353"/>
              <a:gd name="connsiteX212" fmla="*/ 1752849 w 4588489"/>
              <a:gd name="connsiteY212" fmla="*/ 5421613 h 6318353"/>
              <a:gd name="connsiteX213" fmla="*/ 1710672 w 4588489"/>
              <a:gd name="connsiteY213" fmla="*/ 5467047 h 6318353"/>
              <a:gd name="connsiteX214" fmla="*/ 1681397 w 4588489"/>
              <a:gd name="connsiteY214" fmla="*/ 5497137 h 6318353"/>
              <a:gd name="connsiteX215" fmla="*/ 1659452 w 4588489"/>
              <a:gd name="connsiteY215" fmla="*/ 5521354 h 6318353"/>
              <a:gd name="connsiteX216" fmla="*/ 1615732 w 4588489"/>
              <a:gd name="connsiteY216" fmla="*/ 5567217 h 6318353"/>
              <a:gd name="connsiteX217" fmla="*/ 1592629 w 4588489"/>
              <a:gd name="connsiteY217" fmla="*/ 5592720 h 6318353"/>
              <a:gd name="connsiteX218" fmla="*/ 1520620 w 4588489"/>
              <a:gd name="connsiteY218" fmla="*/ 5666872 h 6318353"/>
              <a:gd name="connsiteX219" fmla="*/ 1491602 w 4588489"/>
              <a:gd name="connsiteY219" fmla="*/ 5695633 h 6318353"/>
              <a:gd name="connsiteX220" fmla="*/ 1484916 w 4588489"/>
              <a:gd name="connsiteY220" fmla="*/ 5702191 h 6318353"/>
              <a:gd name="connsiteX221" fmla="*/ 1459798 w 4588489"/>
              <a:gd name="connsiteY221" fmla="*/ 5731980 h 6318353"/>
              <a:gd name="connsiteX222" fmla="*/ 1451226 w 4588489"/>
              <a:gd name="connsiteY222" fmla="*/ 5731980 h 6318353"/>
              <a:gd name="connsiteX223" fmla="*/ 1448448 w 4588489"/>
              <a:gd name="connsiteY223" fmla="*/ 5739010 h 6318353"/>
              <a:gd name="connsiteX224" fmla="*/ 1418487 w 4588489"/>
              <a:gd name="connsiteY224" fmla="*/ 5773986 h 6318353"/>
              <a:gd name="connsiteX225" fmla="*/ 1411243 w 4588489"/>
              <a:gd name="connsiteY225" fmla="*/ 5781144 h 6318353"/>
              <a:gd name="connsiteX226" fmla="*/ 1388269 w 4588489"/>
              <a:gd name="connsiteY226" fmla="*/ 5803775 h 6318353"/>
              <a:gd name="connsiteX227" fmla="*/ 1358223 w 4588489"/>
              <a:gd name="connsiteY227" fmla="*/ 5833436 h 6318353"/>
              <a:gd name="connsiteX228" fmla="*/ 1350936 w 4588489"/>
              <a:gd name="connsiteY228" fmla="*/ 5840637 h 6318353"/>
              <a:gd name="connsiteX229" fmla="*/ 1307645 w 4588489"/>
              <a:gd name="connsiteY229" fmla="*/ 5887786 h 6318353"/>
              <a:gd name="connsiteX230" fmla="*/ 1275627 w 4588489"/>
              <a:gd name="connsiteY230" fmla="*/ 5920747 h 6318353"/>
              <a:gd name="connsiteX231" fmla="*/ 1227621 w 4588489"/>
              <a:gd name="connsiteY231" fmla="*/ 5972182 h 6318353"/>
              <a:gd name="connsiteX232" fmla="*/ 1198603 w 4588489"/>
              <a:gd name="connsiteY232" fmla="*/ 6002143 h 6318353"/>
              <a:gd name="connsiteX233" fmla="*/ 1162984 w 4588489"/>
              <a:gd name="connsiteY233" fmla="*/ 6039905 h 6318353"/>
              <a:gd name="connsiteX234" fmla="*/ 1110692 w 4588489"/>
              <a:gd name="connsiteY234" fmla="*/ 6094340 h 6318353"/>
              <a:gd name="connsiteX235" fmla="*/ 1083088 w 4588489"/>
              <a:gd name="connsiteY235" fmla="*/ 6126401 h 6318353"/>
              <a:gd name="connsiteX236" fmla="*/ 1074516 w 4588489"/>
              <a:gd name="connsiteY236" fmla="*/ 6126401 h 6318353"/>
              <a:gd name="connsiteX237" fmla="*/ 1071618 w 4588489"/>
              <a:gd name="connsiteY237" fmla="*/ 6133559 h 6318353"/>
              <a:gd name="connsiteX238" fmla="*/ 1043715 w 4588489"/>
              <a:gd name="connsiteY238" fmla="*/ 6166049 h 6318353"/>
              <a:gd name="connsiteX239" fmla="*/ 995709 w 4588489"/>
              <a:gd name="connsiteY239" fmla="*/ 6217055 h 6318353"/>
              <a:gd name="connsiteX240" fmla="*/ 966305 w 4588489"/>
              <a:gd name="connsiteY240" fmla="*/ 6247231 h 6318353"/>
              <a:gd name="connsiteX241" fmla="*/ 936816 w 4588489"/>
              <a:gd name="connsiteY241" fmla="*/ 6280234 h 6318353"/>
              <a:gd name="connsiteX242" fmla="*/ 928800 w 4588489"/>
              <a:gd name="connsiteY242" fmla="*/ 6289193 h 6318353"/>
              <a:gd name="connsiteX243" fmla="*/ 918513 w 4588489"/>
              <a:gd name="connsiteY243" fmla="*/ 6302437 h 6318353"/>
              <a:gd name="connsiteX244" fmla="*/ 867507 w 4588489"/>
              <a:gd name="connsiteY244" fmla="*/ 6318039 h 6318353"/>
              <a:gd name="connsiteX245" fmla="*/ 853791 w 4588489"/>
              <a:gd name="connsiteY245" fmla="*/ 6317719 h 6318353"/>
              <a:gd name="connsiteX246" fmla="*/ 839561 w 4588489"/>
              <a:gd name="connsiteY246" fmla="*/ 6317670 h 6318353"/>
              <a:gd name="connsiteX247" fmla="*/ 809857 w 4588489"/>
              <a:gd name="connsiteY247" fmla="*/ 6317316 h 6318353"/>
              <a:gd name="connsiteX248" fmla="*/ 764423 w 4588489"/>
              <a:gd name="connsiteY248" fmla="*/ 6316915 h 6318353"/>
              <a:gd name="connsiteX249" fmla="*/ 735576 w 4588489"/>
              <a:gd name="connsiteY249" fmla="*/ 6316647 h 6318353"/>
              <a:gd name="connsiteX250" fmla="*/ 721732 w 4588489"/>
              <a:gd name="connsiteY250" fmla="*/ 6316536 h 6318353"/>
              <a:gd name="connsiteX251" fmla="*/ 709001 w 4588489"/>
              <a:gd name="connsiteY251" fmla="*/ 6316287 h 6318353"/>
              <a:gd name="connsiteX252" fmla="*/ 697771 w 4588489"/>
              <a:gd name="connsiteY252" fmla="*/ 6316109 h 6318353"/>
              <a:gd name="connsiteX253" fmla="*/ 680198 w 4588489"/>
              <a:gd name="connsiteY253" fmla="*/ 6306337 h 6318353"/>
              <a:gd name="connsiteX254" fmla="*/ 719631 w 4588489"/>
              <a:gd name="connsiteY254" fmla="*/ 6267031 h 6318353"/>
              <a:gd name="connsiteX255" fmla="*/ 747406 w 4588489"/>
              <a:gd name="connsiteY255" fmla="*/ 6239385 h 6318353"/>
              <a:gd name="connsiteX256" fmla="*/ 761937 w 4588489"/>
              <a:gd name="connsiteY256" fmla="*/ 6224941 h 6318353"/>
              <a:gd name="connsiteX257" fmla="*/ 832660 w 4588489"/>
              <a:gd name="connsiteY257" fmla="*/ 6150788 h 6318353"/>
              <a:gd name="connsiteX258" fmla="*/ 862492 w 4588489"/>
              <a:gd name="connsiteY258" fmla="*/ 6120013 h 6318353"/>
              <a:gd name="connsiteX259" fmla="*/ 908783 w 4588489"/>
              <a:gd name="connsiteY259" fmla="*/ 6070293 h 6318353"/>
              <a:gd name="connsiteX260" fmla="*/ 940887 w 4588489"/>
              <a:gd name="connsiteY260" fmla="*/ 6037546 h 6318353"/>
              <a:gd name="connsiteX261" fmla="*/ 963519 w 4588489"/>
              <a:gd name="connsiteY261" fmla="*/ 6012514 h 6318353"/>
              <a:gd name="connsiteX262" fmla="*/ 1037242 w 4588489"/>
              <a:gd name="connsiteY262" fmla="*/ 5937076 h 6318353"/>
              <a:gd name="connsiteX263" fmla="*/ 1093821 w 4588489"/>
              <a:gd name="connsiteY263" fmla="*/ 5877068 h 6318353"/>
              <a:gd name="connsiteX264" fmla="*/ 1132526 w 4588489"/>
              <a:gd name="connsiteY264" fmla="*/ 5837592 h 6318353"/>
              <a:gd name="connsiteX265" fmla="*/ 1166301 w 4588489"/>
              <a:gd name="connsiteY265" fmla="*/ 5801502 h 6318353"/>
              <a:gd name="connsiteX266" fmla="*/ 1227595 w 4588489"/>
              <a:gd name="connsiteY266" fmla="*/ 5738066 h 6318353"/>
              <a:gd name="connsiteX267" fmla="*/ 1269386 w 4588489"/>
              <a:gd name="connsiteY267" fmla="*/ 5693917 h 6318353"/>
              <a:gd name="connsiteX268" fmla="*/ 1335823 w 4588489"/>
              <a:gd name="connsiteY268" fmla="*/ 5625337 h 6318353"/>
              <a:gd name="connsiteX269" fmla="*/ 1388972 w 4588489"/>
              <a:gd name="connsiteY269" fmla="*/ 5568759 h 6318353"/>
              <a:gd name="connsiteX270" fmla="*/ 1426091 w 4588489"/>
              <a:gd name="connsiteY270" fmla="*/ 5530697 h 6318353"/>
              <a:gd name="connsiteX271" fmla="*/ 1478383 w 4588489"/>
              <a:gd name="connsiteY271" fmla="*/ 5475404 h 6318353"/>
              <a:gd name="connsiteX272" fmla="*/ 1518288 w 4588489"/>
              <a:gd name="connsiteY272" fmla="*/ 5434728 h 6318353"/>
              <a:gd name="connsiteX273" fmla="*/ 1551893 w 4588489"/>
              <a:gd name="connsiteY273" fmla="*/ 5398852 h 6318353"/>
              <a:gd name="connsiteX274" fmla="*/ 1616186 w 4588489"/>
              <a:gd name="connsiteY274" fmla="*/ 5332415 h 6318353"/>
              <a:gd name="connsiteX275" fmla="*/ 1668478 w 4588489"/>
              <a:gd name="connsiteY275" fmla="*/ 5276694 h 6318353"/>
              <a:gd name="connsiteX276" fmla="*/ 1692010 w 4588489"/>
              <a:gd name="connsiteY276" fmla="*/ 5252219 h 6318353"/>
              <a:gd name="connsiteX277" fmla="*/ 1723085 w 4588489"/>
              <a:gd name="connsiteY277" fmla="*/ 5219000 h 6318353"/>
              <a:gd name="connsiteX278" fmla="*/ 1764876 w 4588489"/>
              <a:gd name="connsiteY278" fmla="*/ 5175281 h 6318353"/>
              <a:gd name="connsiteX279" fmla="*/ 1805338 w 4588489"/>
              <a:gd name="connsiteY279" fmla="*/ 5132676 h 6318353"/>
              <a:gd name="connsiteX280" fmla="*/ 1855488 w 4588489"/>
              <a:gd name="connsiteY280" fmla="*/ 5080812 h 6318353"/>
              <a:gd name="connsiteX281" fmla="*/ 1890335 w 4588489"/>
              <a:gd name="connsiteY281" fmla="*/ 5043650 h 6318353"/>
              <a:gd name="connsiteX282" fmla="*/ 1963201 w 4588489"/>
              <a:gd name="connsiteY282" fmla="*/ 4968641 h 6318353"/>
              <a:gd name="connsiteX283" fmla="*/ 2020208 w 4588489"/>
              <a:gd name="connsiteY283" fmla="*/ 4908205 h 6318353"/>
              <a:gd name="connsiteX284" fmla="*/ 2045797 w 4588489"/>
              <a:gd name="connsiteY284" fmla="*/ 4881673 h 6318353"/>
              <a:gd name="connsiteX285" fmla="*/ 2079273 w 4588489"/>
              <a:gd name="connsiteY285" fmla="*/ 4846054 h 6318353"/>
              <a:gd name="connsiteX286" fmla="*/ 2127707 w 4588489"/>
              <a:gd name="connsiteY286" fmla="*/ 4795476 h 6318353"/>
              <a:gd name="connsiteX287" fmla="*/ 2169370 w 4588489"/>
              <a:gd name="connsiteY287" fmla="*/ 4750471 h 6318353"/>
              <a:gd name="connsiteX288" fmla="*/ 2189772 w 4588489"/>
              <a:gd name="connsiteY288" fmla="*/ 4732297 h 6318353"/>
              <a:gd name="connsiteX289" fmla="*/ 2205717 w 4588489"/>
              <a:gd name="connsiteY289" fmla="*/ 4677861 h 6318353"/>
              <a:gd name="connsiteX290" fmla="*/ 2205508 w 4588489"/>
              <a:gd name="connsiteY290" fmla="*/ 4662131 h 6318353"/>
              <a:gd name="connsiteX291" fmla="*/ 2205593 w 4588489"/>
              <a:gd name="connsiteY291" fmla="*/ 4645329 h 6318353"/>
              <a:gd name="connsiteX292" fmla="*/ 2205468 w 4588489"/>
              <a:gd name="connsiteY292" fmla="*/ 4599038 h 6318353"/>
              <a:gd name="connsiteX293" fmla="*/ 2205466 w 4588489"/>
              <a:gd name="connsiteY293" fmla="*/ 4549317 h 6318353"/>
              <a:gd name="connsiteX294" fmla="*/ 2205292 w 4588489"/>
              <a:gd name="connsiteY294" fmla="*/ 4452019 h 6318353"/>
              <a:gd name="connsiteX295" fmla="*/ 2205124 w 4588489"/>
              <a:gd name="connsiteY295" fmla="*/ 4338862 h 6318353"/>
              <a:gd name="connsiteX296" fmla="*/ 2204768 w 4588489"/>
              <a:gd name="connsiteY296" fmla="*/ 4136551 h 6318353"/>
              <a:gd name="connsiteX297" fmla="*/ 2204417 w 4588489"/>
              <a:gd name="connsiteY297" fmla="*/ 3940241 h 6318353"/>
              <a:gd name="connsiteX298" fmla="*/ 2204411 w 4588489"/>
              <a:gd name="connsiteY298" fmla="*/ 3928025 h 6318353"/>
              <a:gd name="connsiteX299" fmla="*/ 2204400 w 4588489"/>
              <a:gd name="connsiteY299" fmla="*/ 3903679 h 6318353"/>
              <a:gd name="connsiteX300" fmla="*/ 2204394 w 4588489"/>
              <a:gd name="connsiteY300" fmla="*/ 3891549 h 6318353"/>
              <a:gd name="connsiteX301" fmla="*/ 2204389 w 4588489"/>
              <a:gd name="connsiteY301" fmla="*/ 3879419 h 6318353"/>
              <a:gd name="connsiteX302" fmla="*/ 2204153 w 4588489"/>
              <a:gd name="connsiteY302" fmla="*/ 3692538 h 6318353"/>
              <a:gd name="connsiteX303" fmla="*/ 2204062 w 4588489"/>
              <a:gd name="connsiteY303" fmla="*/ 3624816 h 6318353"/>
              <a:gd name="connsiteX304" fmla="*/ 2203833 w 4588489"/>
              <a:gd name="connsiteY304" fmla="*/ 3517231 h 6318353"/>
              <a:gd name="connsiteX305" fmla="*/ 2203726 w 4588489"/>
              <a:gd name="connsiteY305" fmla="*/ 3467939 h 6318353"/>
              <a:gd name="connsiteX306" fmla="*/ 2203562 w 4588489"/>
              <a:gd name="connsiteY306" fmla="*/ 3414789 h 6318353"/>
              <a:gd name="connsiteX307" fmla="*/ 2203584 w 4588489"/>
              <a:gd name="connsiteY307" fmla="*/ 3398973 h 6318353"/>
              <a:gd name="connsiteX308" fmla="*/ 2203484 w 4588489"/>
              <a:gd name="connsiteY308" fmla="*/ 3384657 h 6318353"/>
              <a:gd name="connsiteX309" fmla="*/ 2203452 w 4588489"/>
              <a:gd name="connsiteY309" fmla="*/ 3372227 h 6318353"/>
              <a:gd name="connsiteX310" fmla="*/ 2193765 w 4588489"/>
              <a:gd name="connsiteY310" fmla="*/ 3349124 h 6318353"/>
              <a:gd name="connsiteX311" fmla="*/ 2168262 w 4588489"/>
              <a:gd name="connsiteY311" fmla="*/ 3347276 h 6318353"/>
              <a:gd name="connsiteX312" fmla="*/ 2151674 w 4588489"/>
              <a:gd name="connsiteY312" fmla="*/ 3347022 h 6318353"/>
              <a:gd name="connsiteX313" fmla="*/ 2133286 w 4588489"/>
              <a:gd name="connsiteY313" fmla="*/ 3346941 h 6318353"/>
              <a:gd name="connsiteX314" fmla="*/ 2113912 w 4588489"/>
              <a:gd name="connsiteY314" fmla="*/ 3346710 h 6318353"/>
              <a:gd name="connsiteX315" fmla="*/ 2060334 w 4588489"/>
              <a:gd name="connsiteY315" fmla="*/ 3346273 h 6318353"/>
              <a:gd name="connsiteX316" fmla="*/ 2014471 w 4588489"/>
              <a:gd name="connsiteY316" fmla="*/ 3345878 h 6318353"/>
              <a:gd name="connsiteX317" fmla="*/ 1457259 w 4588489"/>
              <a:gd name="connsiteY317" fmla="*/ 3344532 h 6318353"/>
              <a:gd name="connsiteX318" fmla="*/ 1305954 w 4588489"/>
              <a:gd name="connsiteY318" fmla="*/ 3344615 h 6318353"/>
              <a:gd name="connsiteX319" fmla="*/ 1036349 w 4588489"/>
              <a:gd name="connsiteY319" fmla="*/ 3344751 h 6318353"/>
              <a:gd name="connsiteX320" fmla="*/ 1020233 w 4588489"/>
              <a:gd name="connsiteY320" fmla="*/ 3344762 h 6318353"/>
              <a:gd name="connsiteX321" fmla="*/ 922935 w 4588489"/>
              <a:gd name="connsiteY321" fmla="*/ 3344828 h 6318353"/>
              <a:gd name="connsiteX322" fmla="*/ 775059 w 4588489"/>
              <a:gd name="connsiteY322" fmla="*/ 3344927 h 6318353"/>
              <a:gd name="connsiteX323" fmla="*/ 758643 w 4588489"/>
              <a:gd name="connsiteY323" fmla="*/ 3344938 h 6318353"/>
              <a:gd name="connsiteX324" fmla="*/ 488609 w 4588489"/>
              <a:gd name="connsiteY324" fmla="*/ 3345068 h 6318353"/>
              <a:gd name="connsiteX325" fmla="*/ 322731 w 4588489"/>
              <a:gd name="connsiteY325" fmla="*/ 3345175 h 6318353"/>
              <a:gd name="connsiteX326" fmla="*/ 210003 w 4588489"/>
              <a:gd name="connsiteY326" fmla="*/ 3345242 h 6318353"/>
              <a:gd name="connsiteX327" fmla="*/ 144852 w 4588489"/>
              <a:gd name="connsiteY327" fmla="*/ 3345292 h 6318353"/>
              <a:gd name="connsiteX328" fmla="*/ 85273 w 4588489"/>
              <a:gd name="connsiteY328" fmla="*/ 3345324 h 6318353"/>
              <a:gd name="connsiteX329" fmla="*/ 63670 w 4588489"/>
              <a:gd name="connsiteY329" fmla="*/ 3345350 h 6318353"/>
              <a:gd name="connsiteX330" fmla="*/ 34524 w 4588489"/>
              <a:gd name="connsiteY330" fmla="*/ 3345354 h 6318353"/>
              <a:gd name="connsiteX331" fmla="*/ 18107 w 4588489"/>
              <a:gd name="connsiteY331" fmla="*/ 3345366 h 6318353"/>
              <a:gd name="connsiteX332" fmla="*/ 1863 w 4588489"/>
              <a:gd name="connsiteY332" fmla="*/ 3340566 h 6318353"/>
              <a:gd name="connsiteX333" fmla="*/ 1142 w 4588489"/>
              <a:gd name="connsiteY333" fmla="*/ 3309490 h 6318353"/>
              <a:gd name="connsiteX334" fmla="*/ 1099 w 4588489"/>
              <a:gd name="connsiteY334" fmla="*/ 3300060 h 6318353"/>
              <a:gd name="connsiteX335" fmla="*/ 1068 w 4588489"/>
              <a:gd name="connsiteY335" fmla="*/ 3280258 h 6318353"/>
              <a:gd name="connsiteX336" fmla="*/ 900 w 4588489"/>
              <a:gd name="connsiteY336" fmla="*/ 3249912 h 6318353"/>
              <a:gd name="connsiteX337" fmla="*/ 874 w 4588489"/>
              <a:gd name="connsiteY337" fmla="*/ 3230709 h 6318353"/>
              <a:gd name="connsiteX338" fmla="*/ 781 w 4588489"/>
              <a:gd name="connsiteY338" fmla="*/ 3221494 h 6318353"/>
              <a:gd name="connsiteX339" fmla="*/ 10425 w 4588489"/>
              <a:gd name="connsiteY339" fmla="*/ 3190504 h 6318353"/>
              <a:gd name="connsiteX340" fmla="*/ 32328 w 4588489"/>
              <a:gd name="connsiteY340" fmla="*/ 3189145 h 6318353"/>
              <a:gd name="connsiteX341" fmla="*/ 46515 w 4588489"/>
              <a:gd name="connsiteY341" fmla="*/ 3188891 h 6318353"/>
              <a:gd name="connsiteX342" fmla="*/ 62289 w 4588489"/>
              <a:gd name="connsiteY342" fmla="*/ 3188745 h 6318353"/>
              <a:gd name="connsiteX343" fmla="*/ 79048 w 4588489"/>
              <a:gd name="connsiteY343" fmla="*/ 3188496 h 6318353"/>
              <a:gd name="connsiteX344" fmla="*/ 125768 w 4588489"/>
              <a:gd name="connsiteY344" fmla="*/ 3187952 h 6318353"/>
              <a:gd name="connsiteX345" fmla="*/ 155815 w 4588489"/>
              <a:gd name="connsiteY345" fmla="*/ 3187610 h 6318353"/>
              <a:gd name="connsiteX346" fmla="*/ 713027 w 4588489"/>
              <a:gd name="connsiteY346" fmla="*/ 3185772 h 6318353"/>
              <a:gd name="connsiteX347" fmla="*/ 868189 w 4588489"/>
              <a:gd name="connsiteY347" fmla="*/ 3185814 h 6318353"/>
              <a:gd name="connsiteX348" fmla="*/ 1145081 w 4588489"/>
              <a:gd name="connsiteY348" fmla="*/ 3185892 h 6318353"/>
              <a:gd name="connsiteX349" fmla="*/ 1413400 w 4588489"/>
              <a:gd name="connsiteY349" fmla="*/ 3185980 h 6318353"/>
              <a:gd name="connsiteX350" fmla="*/ 1430417 w 4588489"/>
              <a:gd name="connsiteY350" fmla="*/ 3185983 h 6318353"/>
              <a:gd name="connsiteX351" fmla="*/ 1562005 w 4588489"/>
              <a:gd name="connsiteY351" fmla="*/ 3186009 h 6318353"/>
              <a:gd name="connsiteX352" fmla="*/ 2200656 w 4588489"/>
              <a:gd name="connsiteY352" fmla="*/ 3186215 h 6318353"/>
              <a:gd name="connsiteX353" fmla="*/ 2200656 w 4588489"/>
              <a:gd name="connsiteY353" fmla="*/ 2054645 h 6318353"/>
              <a:gd name="connsiteX354" fmla="*/ 2089213 w 4588489"/>
              <a:gd name="connsiteY354" fmla="*/ 2033214 h 6318353"/>
              <a:gd name="connsiteX355" fmla="*/ 1403413 w 4588489"/>
              <a:gd name="connsiteY355" fmla="*/ 1583158 h 6318353"/>
              <a:gd name="connsiteX356" fmla="*/ 1288113 w 4588489"/>
              <a:gd name="connsiteY356" fmla="*/ 1338842 h 6318353"/>
              <a:gd name="connsiteX357" fmla="*/ 1284676 w 4588489"/>
              <a:gd name="connsiteY357" fmla="*/ 1329498 h 6318353"/>
              <a:gd name="connsiteX358" fmla="*/ 1262130 w 4588489"/>
              <a:gd name="connsiteY358" fmla="*/ 1238200 h 6318353"/>
              <a:gd name="connsiteX359" fmla="*/ 1258808 w 4588489"/>
              <a:gd name="connsiteY359" fmla="*/ 1221998 h 6318353"/>
              <a:gd name="connsiteX360" fmla="*/ 1239349 w 4588489"/>
              <a:gd name="connsiteY360" fmla="*/ 1021831 h 6318353"/>
              <a:gd name="connsiteX361" fmla="*/ 1239356 w 4588489"/>
              <a:gd name="connsiteY361" fmla="*/ 1011458 h 6318353"/>
              <a:gd name="connsiteX362" fmla="*/ 1258087 w 4588489"/>
              <a:gd name="connsiteY362" fmla="*/ 828864 h 6318353"/>
              <a:gd name="connsiteX363" fmla="*/ 1260941 w 4588489"/>
              <a:gd name="connsiteY363" fmla="*/ 815490 h 6318353"/>
              <a:gd name="connsiteX364" fmla="*/ 1446536 w 4588489"/>
              <a:gd name="connsiteY364" fmla="*/ 413012 h 6318353"/>
              <a:gd name="connsiteX365" fmla="*/ 1451979 w 4588489"/>
              <a:gd name="connsiteY365" fmla="*/ 405682 h 6318353"/>
              <a:gd name="connsiteX366" fmla="*/ 2133493 w 4588489"/>
              <a:gd name="connsiteY366" fmla="*/ 5775 h 6318353"/>
              <a:gd name="connsiteX367" fmla="*/ 2220933 w 4588489"/>
              <a:gd name="connsiteY367" fmla="*/ 760 h 631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Lst>
            <a:rect l="l" t="t" r="r" b="b"/>
            <a:pathLst>
              <a:path w="4588489" h="6318353">
                <a:moveTo>
                  <a:pt x="2219278" y="315"/>
                </a:moveTo>
                <a:cubicBezTo>
                  <a:pt x="2225407" y="294"/>
                  <a:pt x="2225407" y="294"/>
                  <a:pt x="2231665" y="272"/>
                </a:cubicBezTo>
                <a:cubicBezTo>
                  <a:pt x="2240238" y="250"/>
                  <a:pt x="2248853" y="240"/>
                  <a:pt x="2257426" y="241"/>
                </a:cubicBezTo>
                <a:cubicBezTo>
                  <a:pt x="2270413" y="231"/>
                  <a:pt x="2283400" y="153"/>
                  <a:pt x="2296345" y="72"/>
                </a:cubicBezTo>
                <a:cubicBezTo>
                  <a:pt x="2339636" y="-57"/>
                  <a:pt x="2380784" y="912"/>
                  <a:pt x="2423646" y="9588"/>
                </a:cubicBezTo>
                <a:cubicBezTo>
                  <a:pt x="2429862" y="10728"/>
                  <a:pt x="2429862" y="10728"/>
                  <a:pt x="2436205" y="11885"/>
                </a:cubicBezTo>
                <a:cubicBezTo>
                  <a:pt x="2700667" y="60748"/>
                  <a:pt x="2946269" y="206909"/>
                  <a:pt x="3100574" y="429794"/>
                </a:cubicBezTo>
                <a:cubicBezTo>
                  <a:pt x="3265595" y="674111"/>
                  <a:pt x="3324745" y="952717"/>
                  <a:pt x="3269881" y="1239896"/>
                </a:cubicBezTo>
                <a:cubicBezTo>
                  <a:pt x="3223589" y="1467496"/>
                  <a:pt x="3089858" y="1685666"/>
                  <a:pt x="2904692" y="1827112"/>
                </a:cubicBezTo>
                <a:cubicBezTo>
                  <a:pt x="2901058" y="1830014"/>
                  <a:pt x="2897406" y="1832898"/>
                  <a:pt x="2893677" y="1835899"/>
                </a:cubicBezTo>
                <a:cubicBezTo>
                  <a:pt x="2831097" y="1884333"/>
                  <a:pt x="2762946" y="1928053"/>
                  <a:pt x="2690508" y="1959771"/>
                </a:cubicBezTo>
                <a:cubicBezTo>
                  <a:pt x="2687367" y="1961173"/>
                  <a:pt x="2684208" y="1962570"/>
                  <a:pt x="2680993" y="1964015"/>
                </a:cubicBezTo>
                <a:cubicBezTo>
                  <a:pt x="2593982" y="2002205"/>
                  <a:pt x="2502685" y="2024451"/>
                  <a:pt x="2409673" y="2041596"/>
                </a:cubicBezTo>
                <a:cubicBezTo>
                  <a:pt x="2404444" y="2042586"/>
                  <a:pt x="2399215" y="2043576"/>
                  <a:pt x="2393814" y="2044601"/>
                </a:cubicBezTo>
                <a:cubicBezTo>
                  <a:pt x="2389142" y="2045466"/>
                  <a:pt x="2384470" y="2046328"/>
                  <a:pt x="2379627" y="2047220"/>
                </a:cubicBezTo>
                <a:cubicBezTo>
                  <a:pt x="2369340" y="2048531"/>
                  <a:pt x="2369340" y="2048531"/>
                  <a:pt x="2364753" y="2053863"/>
                </a:cubicBezTo>
                <a:cubicBezTo>
                  <a:pt x="2364291" y="2059992"/>
                  <a:pt x="2364123" y="2066122"/>
                  <a:pt x="2364076" y="2072251"/>
                </a:cubicBezTo>
                <a:cubicBezTo>
                  <a:pt x="2364013" y="2078252"/>
                  <a:pt x="2364013" y="2078252"/>
                  <a:pt x="2363949" y="2084381"/>
                </a:cubicBezTo>
                <a:cubicBezTo>
                  <a:pt x="2363924" y="2088839"/>
                  <a:pt x="2363900" y="2093254"/>
                  <a:pt x="2363874" y="2097840"/>
                </a:cubicBezTo>
                <a:cubicBezTo>
                  <a:pt x="2363832" y="2102512"/>
                  <a:pt x="2363789" y="2107184"/>
                  <a:pt x="2363746" y="2112028"/>
                </a:cubicBezTo>
                <a:cubicBezTo>
                  <a:pt x="2363609" y="2127844"/>
                  <a:pt x="2363503" y="2143617"/>
                  <a:pt x="2363398" y="2159605"/>
                </a:cubicBezTo>
                <a:cubicBezTo>
                  <a:pt x="2363309" y="2170878"/>
                  <a:pt x="2363219" y="2182108"/>
                  <a:pt x="2363127" y="2193381"/>
                </a:cubicBezTo>
                <a:cubicBezTo>
                  <a:pt x="2362883" y="2224027"/>
                  <a:pt x="2362673" y="2254674"/>
                  <a:pt x="2362471" y="2285535"/>
                </a:cubicBezTo>
                <a:cubicBezTo>
                  <a:pt x="2362345" y="2304652"/>
                  <a:pt x="2362209" y="2323768"/>
                  <a:pt x="2362073" y="2342971"/>
                </a:cubicBezTo>
                <a:cubicBezTo>
                  <a:pt x="2360727" y="2531995"/>
                  <a:pt x="2360015" y="2721447"/>
                  <a:pt x="2359947" y="2908756"/>
                </a:cubicBezTo>
                <a:cubicBezTo>
                  <a:pt x="2359940" y="2927358"/>
                  <a:pt x="2359927" y="2946003"/>
                  <a:pt x="2359910" y="2964477"/>
                </a:cubicBezTo>
                <a:cubicBezTo>
                  <a:pt x="2359879" y="2996753"/>
                  <a:pt x="2359873" y="3029200"/>
                  <a:pt x="2359894" y="3061346"/>
                </a:cubicBezTo>
                <a:cubicBezTo>
                  <a:pt x="2359899" y="3072062"/>
                  <a:pt x="2359896" y="3082821"/>
                  <a:pt x="2359887" y="3093536"/>
                </a:cubicBezTo>
                <a:cubicBezTo>
                  <a:pt x="2359876" y="3108109"/>
                  <a:pt x="2359892" y="3122683"/>
                  <a:pt x="2359916" y="3137256"/>
                </a:cubicBezTo>
                <a:cubicBezTo>
                  <a:pt x="2359907" y="3141542"/>
                  <a:pt x="2359898" y="3145871"/>
                  <a:pt x="2359889" y="3150286"/>
                </a:cubicBezTo>
                <a:cubicBezTo>
                  <a:pt x="2359907" y="3156072"/>
                  <a:pt x="2359907" y="3156072"/>
                  <a:pt x="2359926" y="3162030"/>
                </a:cubicBezTo>
                <a:cubicBezTo>
                  <a:pt x="2359928" y="3165395"/>
                  <a:pt x="2359929" y="3168760"/>
                  <a:pt x="2359931" y="3172232"/>
                </a:cubicBezTo>
                <a:cubicBezTo>
                  <a:pt x="2359639" y="3179990"/>
                  <a:pt x="2359639" y="3179990"/>
                  <a:pt x="2364774" y="3184147"/>
                </a:cubicBezTo>
                <a:cubicBezTo>
                  <a:pt x="2375533" y="3184567"/>
                  <a:pt x="2386163" y="3184705"/>
                  <a:pt x="2396921" y="3184662"/>
                </a:cubicBezTo>
                <a:cubicBezTo>
                  <a:pt x="2400346" y="3184665"/>
                  <a:pt x="2403779" y="3184669"/>
                  <a:pt x="2407294" y="3184673"/>
                </a:cubicBezTo>
                <a:cubicBezTo>
                  <a:pt x="2418910" y="3184680"/>
                  <a:pt x="2430525" y="3184656"/>
                  <a:pt x="2442141" y="3184633"/>
                </a:cubicBezTo>
                <a:cubicBezTo>
                  <a:pt x="2450499" y="3184632"/>
                  <a:pt x="2458857" y="3184632"/>
                  <a:pt x="2467216" y="3184635"/>
                </a:cubicBezTo>
                <a:cubicBezTo>
                  <a:pt x="2490319" y="3184636"/>
                  <a:pt x="2513507" y="3184611"/>
                  <a:pt x="2536653" y="3184581"/>
                </a:cubicBezTo>
                <a:cubicBezTo>
                  <a:pt x="2561513" y="3184554"/>
                  <a:pt x="2586373" y="3184551"/>
                  <a:pt x="2611234" y="3184546"/>
                </a:cubicBezTo>
                <a:cubicBezTo>
                  <a:pt x="2654525" y="3184533"/>
                  <a:pt x="2697387" y="3184506"/>
                  <a:pt x="2740678" y="3184468"/>
                </a:cubicBezTo>
                <a:cubicBezTo>
                  <a:pt x="2803258" y="3184415"/>
                  <a:pt x="2865837" y="3184389"/>
                  <a:pt x="2928416" y="3184370"/>
                </a:cubicBezTo>
                <a:cubicBezTo>
                  <a:pt x="2957606" y="3184361"/>
                  <a:pt x="2986709" y="3184351"/>
                  <a:pt x="3015856" y="3184341"/>
                </a:cubicBezTo>
                <a:cubicBezTo>
                  <a:pt x="3018775" y="3184340"/>
                  <a:pt x="3021685" y="3184339"/>
                  <a:pt x="3024728" y="3184338"/>
                </a:cubicBezTo>
                <a:cubicBezTo>
                  <a:pt x="3094165" y="3184313"/>
                  <a:pt x="3164031" y="3184274"/>
                  <a:pt x="3233469" y="3184234"/>
                </a:cubicBezTo>
                <a:cubicBezTo>
                  <a:pt x="3236516" y="3184233"/>
                  <a:pt x="3239555" y="3184231"/>
                  <a:pt x="3242684" y="3184229"/>
                </a:cubicBezTo>
                <a:cubicBezTo>
                  <a:pt x="3294976" y="3184198"/>
                  <a:pt x="3347697" y="3184167"/>
                  <a:pt x="3399989" y="3184135"/>
                </a:cubicBezTo>
                <a:cubicBezTo>
                  <a:pt x="3442852" y="3184109"/>
                  <a:pt x="3485714" y="3184084"/>
                  <a:pt x="3528577" y="3184058"/>
                </a:cubicBezTo>
                <a:cubicBezTo>
                  <a:pt x="3533120" y="3184056"/>
                  <a:pt x="3533120" y="3184056"/>
                  <a:pt x="3537749" y="3184053"/>
                </a:cubicBezTo>
                <a:cubicBezTo>
                  <a:pt x="3606758" y="3184012"/>
                  <a:pt x="3676195" y="3183976"/>
                  <a:pt x="3745204" y="3183951"/>
                </a:cubicBezTo>
                <a:cubicBezTo>
                  <a:pt x="3749576" y="3183950"/>
                  <a:pt x="3749576" y="3183950"/>
                  <a:pt x="3754034" y="3183948"/>
                </a:cubicBezTo>
                <a:cubicBezTo>
                  <a:pt x="3783223" y="3183938"/>
                  <a:pt x="3812327" y="3183928"/>
                  <a:pt x="3841473" y="3183920"/>
                </a:cubicBezTo>
                <a:cubicBezTo>
                  <a:pt x="3906624" y="3183901"/>
                  <a:pt x="3971775" y="3183867"/>
                  <a:pt x="4036926" y="3183810"/>
                </a:cubicBezTo>
                <a:cubicBezTo>
                  <a:pt x="4079789" y="3183773"/>
                  <a:pt x="4122651" y="3183753"/>
                  <a:pt x="4165514" y="3183744"/>
                </a:cubicBezTo>
                <a:cubicBezTo>
                  <a:pt x="4190160" y="3183738"/>
                  <a:pt x="4214806" y="3183726"/>
                  <a:pt x="4239237" y="3183693"/>
                </a:cubicBezTo>
                <a:cubicBezTo>
                  <a:pt x="4352823" y="3183549"/>
                  <a:pt x="4466409" y="3184662"/>
                  <a:pt x="4580423" y="3188451"/>
                </a:cubicBezTo>
                <a:cubicBezTo>
                  <a:pt x="4589252" y="3204610"/>
                  <a:pt x="4589767" y="3215497"/>
                  <a:pt x="4589038" y="3233885"/>
                </a:cubicBezTo>
                <a:cubicBezTo>
                  <a:pt x="4588836" y="3239371"/>
                  <a:pt x="4588635" y="3244858"/>
                  <a:pt x="4588425" y="3250516"/>
                </a:cubicBezTo>
                <a:cubicBezTo>
                  <a:pt x="4588297" y="3253362"/>
                  <a:pt x="4588169" y="3256216"/>
                  <a:pt x="4588037" y="3259131"/>
                </a:cubicBezTo>
                <a:cubicBezTo>
                  <a:pt x="4587647" y="3267832"/>
                  <a:pt x="4587325" y="3276533"/>
                  <a:pt x="4587017" y="3285277"/>
                </a:cubicBezTo>
                <a:cubicBezTo>
                  <a:pt x="4585324" y="3327883"/>
                  <a:pt x="4585324" y="3327883"/>
                  <a:pt x="4580416" y="3342713"/>
                </a:cubicBezTo>
                <a:cubicBezTo>
                  <a:pt x="3483136" y="3344835"/>
                  <a:pt x="3483136" y="3344835"/>
                  <a:pt x="2360138" y="3346999"/>
                </a:cubicBezTo>
                <a:cubicBezTo>
                  <a:pt x="2356516" y="3365087"/>
                  <a:pt x="2355295" y="3379660"/>
                  <a:pt x="2355209" y="3398006"/>
                </a:cubicBezTo>
                <a:cubicBezTo>
                  <a:pt x="2355188" y="3402420"/>
                  <a:pt x="2355188" y="3402420"/>
                  <a:pt x="2355166" y="3406921"/>
                </a:cubicBezTo>
                <a:cubicBezTo>
                  <a:pt x="2355126" y="3416822"/>
                  <a:pt x="2355118" y="3426766"/>
                  <a:pt x="2355112" y="3436668"/>
                </a:cubicBezTo>
                <a:cubicBezTo>
                  <a:pt x="2355095" y="3443911"/>
                  <a:pt x="2355077" y="3451112"/>
                  <a:pt x="2355059" y="3458356"/>
                </a:cubicBezTo>
                <a:cubicBezTo>
                  <a:pt x="2355018" y="3478373"/>
                  <a:pt x="2355015" y="3498390"/>
                  <a:pt x="2355023" y="3518364"/>
                </a:cubicBezTo>
                <a:cubicBezTo>
                  <a:pt x="2355028" y="3531179"/>
                  <a:pt x="2355026" y="3543952"/>
                  <a:pt x="2355023" y="3556768"/>
                </a:cubicBezTo>
                <a:cubicBezTo>
                  <a:pt x="2355033" y="3780511"/>
                  <a:pt x="2358984" y="4002538"/>
                  <a:pt x="2362653" y="4229710"/>
                </a:cubicBezTo>
                <a:cubicBezTo>
                  <a:pt x="2363836" y="4301719"/>
                  <a:pt x="2364903" y="4373728"/>
                  <a:pt x="2365760" y="4445737"/>
                </a:cubicBezTo>
                <a:cubicBezTo>
                  <a:pt x="2365808" y="4449676"/>
                  <a:pt x="2365855" y="4453623"/>
                  <a:pt x="2365904" y="4457696"/>
                </a:cubicBezTo>
                <a:cubicBezTo>
                  <a:pt x="2366329" y="4492928"/>
                  <a:pt x="2366740" y="4527990"/>
                  <a:pt x="2367109" y="4563566"/>
                </a:cubicBezTo>
                <a:cubicBezTo>
                  <a:pt x="2367206" y="4572738"/>
                  <a:pt x="2367312" y="4581911"/>
                  <a:pt x="2367421" y="4591084"/>
                </a:cubicBezTo>
                <a:cubicBezTo>
                  <a:pt x="2367547" y="4601799"/>
                  <a:pt x="2367660" y="4612472"/>
                  <a:pt x="2367755" y="4623188"/>
                </a:cubicBezTo>
                <a:cubicBezTo>
                  <a:pt x="2368051" y="4647105"/>
                  <a:pt x="2368779" y="4670765"/>
                  <a:pt x="2370163" y="4694768"/>
                </a:cubicBezTo>
                <a:cubicBezTo>
                  <a:pt x="2370418" y="4699226"/>
                  <a:pt x="2370673" y="4703683"/>
                  <a:pt x="2370935" y="4708270"/>
                </a:cubicBezTo>
                <a:cubicBezTo>
                  <a:pt x="2374231" y="4727601"/>
                  <a:pt x="2384437" y="4738016"/>
                  <a:pt x="2398667" y="4750704"/>
                </a:cubicBezTo>
                <a:cubicBezTo>
                  <a:pt x="2424127" y="4775092"/>
                  <a:pt x="2424127" y="4775092"/>
                  <a:pt x="2428671" y="4788765"/>
                </a:cubicBezTo>
                <a:lnTo>
                  <a:pt x="2437243" y="4788765"/>
                </a:lnTo>
                <a:cubicBezTo>
                  <a:pt x="2442815" y="4794466"/>
                  <a:pt x="2442815" y="4794466"/>
                  <a:pt x="2449588" y="4802696"/>
                </a:cubicBezTo>
                <a:cubicBezTo>
                  <a:pt x="2463304" y="4818897"/>
                  <a:pt x="2477877" y="4833899"/>
                  <a:pt x="2492879" y="4848987"/>
                </a:cubicBezTo>
                <a:cubicBezTo>
                  <a:pt x="2509852" y="4865746"/>
                  <a:pt x="2526054" y="4882720"/>
                  <a:pt x="2541313" y="4900851"/>
                </a:cubicBezTo>
                <a:cubicBezTo>
                  <a:pt x="2552329" y="4913281"/>
                  <a:pt x="2564288" y="4924639"/>
                  <a:pt x="2576289" y="4936084"/>
                </a:cubicBezTo>
                <a:cubicBezTo>
                  <a:pt x="2582719" y="4943199"/>
                  <a:pt x="2582719" y="4943199"/>
                  <a:pt x="2582719" y="4951771"/>
                </a:cubicBezTo>
                <a:lnTo>
                  <a:pt x="2591291" y="4951771"/>
                </a:lnTo>
                <a:cubicBezTo>
                  <a:pt x="2597335" y="4957901"/>
                  <a:pt x="2597335" y="4957901"/>
                  <a:pt x="2604407" y="4966516"/>
                </a:cubicBezTo>
                <a:cubicBezTo>
                  <a:pt x="2621852" y="4987005"/>
                  <a:pt x="2640669" y="5005778"/>
                  <a:pt x="2659700" y="5024809"/>
                </a:cubicBezTo>
                <a:cubicBezTo>
                  <a:pt x="2696433" y="5060899"/>
                  <a:pt x="2696433" y="5060899"/>
                  <a:pt x="2712849" y="5080102"/>
                </a:cubicBezTo>
                <a:cubicBezTo>
                  <a:pt x="2735266" y="5106205"/>
                  <a:pt x="2760426" y="5129822"/>
                  <a:pt x="2784858" y="5153825"/>
                </a:cubicBezTo>
                <a:cubicBezTo>
                  <a:pt x="2788591" y="5157511"/>
                  <a:pt x="2792316" y="5161198"/>
                  <a:pt x="2796174" y="5165012"/>
                </a:cubicBezTo>
                <a:cubicBezTo>
                  <a:pt x="2799573" y="5168338"/>
                  <a:pt x="2802989" y="5171656"/>
                  <a:pt x="2806461" y="5175085"/>
                </a:cubicBezTo>
                <a:cubicBezTo>
                  <a:pt x="2813833" y="5183400"/>
                  <a:pt x="2813833" y="5183400"/>
                  <a:pt x="2813833" y="5191973"/>
                </a:cubicBezTo>
                <a:lnTo>
                  <a:pt x="2822406" y="5191973"/>
                </a:lnTo>
                <a:lnTo>
                  <a:pt x="2822406" y="5200545"/>
                </a:lnTo>
                <a:lnTo>
                  <a:pt x="2830978" y="5200545"/>
                </a:lnTo>
                <a:cubicBezTo>
                  <a:pt x="2836122" y="5205774"/>
                  <a:pt x="2836122" y="5205774"/>
                  <a:pt x="2842508" y="5213661"/>
                </a:cubicBezTo>
                <a:cubicBezTo>
                  <a:pt x="2858410" y="5232478"/>
                  <a:pt x="2875641" y="5249666"/>
                  <a:pt x="2893086" y="5266811"/>
                </a:cubicBezTo>
                <a:cubicBezTo>
                  <a:pt x="2912031" y="5285584"/>
                  <a:pt x="2930548" y="5304315"/>
                  <a:pt x="2947521" y="5324675"/>
                </a:cubicBezTo>
                <a:cubicBezTo>
                  <a:pt x="2959951" y="5338648"/>
                  <a:pt x="2973496" y="5351593"/>
                  <a:pt x="2986998" y="5364537"/>
                </a:cubicBezTo>
                <a:cubicBezTo>
                  <a:pt x="2992227" y="5369638"/>
                  <a:pt x="2997242" y="5374953"/>
                  <a:pt x="3002214" y="5380311"/>
                </a:cubicBezTo>
                <a:lnTo>
                  <a:pt x="3002214" y="5388883"/>
                </a:lnTo>
                <a:lnTo>
                  <a:pt x="3010786" y="5388883"/>
                </a:lnTo>
                <a:cubicBezTo>
                  <a:pt x="3016959" y="5395055"/>
                  <a:pt x="3016959" y="5395055"/>
                  <a:pt x="3024159" y="5403714"/>
                </a:cubicBezTo>
                <a:cubicBezTo>
                  <a:pt x="3040747" y="5423216"/>
                  <a:pt x="3058064" y="5441818"/>
                  <a:pt x="3075594" y="5460292"/>
                </a:cubicBezTo>
                <a:cubicBezTo>
                  <a:pt x="3078552" y="5463434"/>
                  <a:pt x="3081509" y="5466593"/>
                  <a:pt x="3084553" y="5469808"/>
                </a:cubicBezTo>
                <a:cubicBezTo>
                  <a:pt x="3096897" y="5482881"/>
                  <a:pt x="3109199" y="5495868"/>
                  <a:pt x="3122186" y="5508341"/>
                </a:cubicBezTo>
                <a:cubicBezTo>
                  <a:pt x="3130801" y="5517385"/>
                  <a:pt x="3130801" y="5517385"/>
                  <a:pt x="3130801" y="5525958"/>
                </a:cubicBezTo>
                <a:lnTo>
                  <a:pt x="3139374" y="5525958"/>
                </a:lnTo>
                <a:cubicBezTo>
                  <a:pt x="3145117" y="5531787"/>
                  <a:pt x="3145117" y="5531787"/>
                  <a:pt x="3151975" y="5540145"/>
                </a:cubicBezTo>
                <a:cubicBezTo>
                  <a:pt x="3168392" y="5559519"/>
                  <a:pt x="3186180" y="5577178"/>
                  <a:pt x="3204268" y="5595009"/>
                </a:cubicBezTo>
                <a:cubicBezTo>
                  <a:pt x="3213397" y="5604139"/>
                  <a:pt x="3221884" y="5613654"/>
                  <a:pt x="3230285" y="5623427"/>
                </a:cubicBezTo>
                <a:cubicBezTo>
                  <a:pt x="3252188" y="5648759"/>
                  <a:pt x="3276577" y="5671861"/>
                  <a:pt x="3300580" y="5695007"/>
                </a:cubicBezTo>
                <a:cubicBezTo>
                  <a:pt x="3304120" y="5698501"/>
                  <a:pt x="3307652" y="5701994"/>
                  <a:pt x="3311295" y="5705594"/>
                </a:cubicBezTo>
                <a:cubicBezTo>
                  <a:pt x="3314514" y="5708745"/>
                  <a:pt x="3317725" y="5711895"/>
                  <a:pt x="3321068" y="5715153"/>
                </a:cubicBezTo>
                <a:cubicBezTo>
                  <a:pt x="3328054" y="5723039"/>
                  <a:pt x="3328054" y="5723039"/>
                  <a:pt x="3328054" y="5731612"/>
                </a:cubicBezTo>
                <a:lnTo>
                  <a:pt x="3336627" y="5731612"/>
                </a:lnTo>
                <a:cubicBezTo>
                  <a:pt x="3342499" y="5737613"/>
                  <a:pt x="3342499" y="5737613"/>
                  <a:pt x="3349486" y="5746099"/>
                </a:cubicBezTo>
                <a:cubicBezTo>
                  <a:pt x="3368302" y="5768216"/>
                  <a:pt x="3388834" y="5788405"/>
                  <a:pt x="3409493" y="5808678"/>
                </a:cubicBezTo>
                <a:cubicBezTo>
                  <a:pt x="3432296" y="5831138"/>
                  <a:pt x="3454499" y="5853684"/>
                  <a:pt x="3475502" y="5878116"/>
                </a:cubicBezTo>
                <a:cubicBezTo>
                  <a:pt x="3488532" y="5892903"/>
                  <a:pt x="3502848" y="5906405"/>
                  <a:pt x="3517035" y="5920035"/>
                </a:cubicBezTo>
                <a:cubicBezTo>
                  <a:pt x="3522779" y="5925650"/>
                  <a:pt x="3528351" y="5931522"/>
                  <a:pt x="3533837" y="5937395"/>
                </a:cubicBezTo>
                <a:lnTo>
                  <a:pt x="3533837" y="5945967"/>
                </a:lnTo>
                <a:cubicBezTo>
                  <a:pt x="3536405" y="5947090"/>
                  <a:pt x="3538981" y="5948209"/>
                  <a:pt x="3541638" y="5949366"/>
                </a:cubicBezTo>
                <a:cubicBezTo>
                  <a:pt x="3551625" y="5954895"/>
                  <a:pt x="3556469" y="5959910"/>
                  <a:pt x="3563584" y="5968740"/>
                </a:cubicBezTo>
                <a:cubicBezTo>
                  <a:pt x="3577857" y="5985670"/>
                  <a:pt x="3593116" y="6001187"/>
                  <a:pt x="3609018" y="6016746"/>
                </a:cubicBezTo>
                <a:cubicBezTo>
                  <a:pt x="3626763" y="6034277"/>
                  <a:pt x="3643823" y="6052022"/>
                  <a:pt x="3660025" y="6071181"/>
                </a:cubicBezTo>
                <a:cubicBezTo>
                  <a:pt x="3670354" y="6082926"/>
                  <a:pt x="3681627" y="6093770"/>
                  <a:pt x="3692771" y="6104743"/>
                </a:cubicBezTo>
                <a:cubicBezTo>
                  <a:pt x="3700873" y="6112972"/>
                  <a:pt x="3708416" y="6121416"/>
                  <a:pt x="3715917" y="6130160"/>
                </a:cubicBezTo>
                <a:cubicBezTo>
                  <a:pt x="3726933" y="6142976"/>
                  <a:pt x="3738463" y="6154977"/>
                  <a:pt x="3750465" y="6166850"/>
                </a:cubicBezTo>
                <a:cubicBezTo>
                  <a:pt x="3767824" y="6183995"/>
                  <a:pt x="3783897" y="6201912"/>
                  <a:pt x="3799756" y="6220428"/>
                </a:cubicBezTo>
                <a:cubicBezTo>
                  <a:pt x="3816516" y="6239974"/>
                  <a:pt x="3832975" y="6258576"/>
                  <a:pt x="3852906" y="6275293"/>
                </a:cubicBezTo>
                <a:cubicBezTo>
                  <a:pt x="3865550" y="6285922"/>
                  <a:pt x="3873008" y="6294066"/>
                  <a:pt x="3876995" y="6310654"/>
                </a:cubicBezTo>
                <a:cubicBezTo>
                  <a:pt x="3845834" y="6318369"/>
                  <a:pt x="3812701" y="6316569"/>
                  <a:pt x="3780983" y="6316912"/>
                </a:cubicBezTo>
                <a:cubicBezTo>
                  <a:pt x="3772882" y="6317026"/>
                  <a:pt x="3764738" y="6317201"/>
                  <a:pt x="3756637" y="6317439"/>
                </a:cubicBezTo>
                <a:cubicBezTo>
                  <a:pt x="3680341" y="6319642"/>
                  <a:pt x="3680341" y="6319642"/>
                  <a:pt x="3655910" y="6300594"/>
                </a:cubicBezTo>
                <a:cubicBezTo>
                  <a:pt x="3647937" y="6292665"/>
                  <a:pt x="3647937" y="6292665"/>
                  <a:pt x="3641379" y="6284906"/>
                </a:cubicBezTo>
                <a:lnTo>
                  <a:pt x="3634050" y="6278048"/>
                </a:lnTo>
                <a:cubicBezTo>
                  <a:pt x="3628521" y="6272048"/>
                  <a:pt x="3628521" y="6272048"/>
                  <a:pt x="3628521" y="6263475"/>
                </a:cubicBezTo>
                <a:lnTo>
                  <a:pt x="3619948" y="6263475"/>
                </a:lnTo>
                <a:cubicBezTo>
                  <a:pt x="3613604" y="6257046"/>
                  <a:pt x="3613604" y="6257046"/>
                  <a:pt x="3606275" y="6248216"/>
                </a:cubicBezTo>
                <a:cubicBezTo>
                  <a:pt x="3593416" y="6233000"/>
                  <a:pt x="3579915" y="6219070"/>
                  <a:pt x="3565427" y="6205397"/>
                </a:cubicBezTo>
                <a:cubicBezTo>
                  <a:pt x="3559898" y="6199181"/>
                  <a:pt x="3559898" y="6199181"/>
                  <a:pt x="3559898" y="6190609"/>
                </a:cubicBezTo>
                <a:lnTo>
                  <a:pt x="3551325" y="6190609"/>
                </a:lnTo>
                <a:cubicBezTo>
                  <a:pt x="3545582" y="6184780"/>
                  <a:pt x="3545582" y="6184780"/>
                  <a:pt x="3538724" y="6176422"/>
                </a:cubicBezTo>
                <a:cubicBezTo>
                  <a:pt x="3523293" y="6158162"/>
                  <a:pt x="3506663" y="6141489"/>
                  <a:pt x="3489432" y="6124987"/>
                </a:cubicBezTo>
                <a:cubicBezTo>
                  <a:pt x="3484203" y="6119886"/>
                  <a:pt x="3479188" y="6114571"/>
                  <a:pt x="3474173" y="6109213"/>
                </a:cubicBezTo>
                <a:lnTo>
                  <a:pt x="3474173" y="6100640"/>
                </a:lnTo>
                <a:lnTo>
                  <a:pt x="3465600" y="6100640"/>
                </a:lnTo>
                <a:cubicBezTo>
                  <a:pt x="3460157" y="6095112"/>
                  <a:pt x="3460157" y="6095112"/>
                  <a:pt x="3453556" y="6086968"/>
                </a:cubicBezTo>
                <a:cubicBezTo>
                  <a:pt x="3437011" y="6067422"/>
                  <a:pt x="3419095" y="6049592"/>
                  <a:pt x="3400835" y="6031675"/>
                </a:cubicBezTo>
                <a:cubicBezTo>
                  <a:pt x="3388619" y="6019631"/>
                  <a:pt x="3377004" y="6007372"/>
                  <a:pt x="3365816" y="5994342"/>
                </a:cubicBezTo>
                <a:cubicBezTo>
                  <a:pt x="3343999" y="5969096"/>
                  <a:pt x="3319954" y="5946335"/>
                  <a:pt x="3295951" y="5922761"/>
                </a:cubicBezTo>
                <a:cubicBezTo>
                  <a:pt x="3292410" y="5919268"/>
                  <a:pt x="3288878" y="5915774"/>
                  <a:pt x="3285235" y="5912174"/>
                </a:cubicBezTo>
                <a:cubicBezTo>
                  <a:pt x="3282016" y="5909024"/>
                  <a:pt x="3278806" y="5905874"/>
                  <a:pt x="3275462" y="5902616"/>
                </a:cubicBezTo>
                <a:cubicBezTo>
                  <a:pt x="3268476" y="5894729"/>
                  <a:pt x="3268476" y="5894729"/>
                  <a:pt x="3268476" y="5886157"/>
                </a:cubicBezTo>
                <a:lnTo>
                  <a:pt x="3259903" y="5886157"/>
                </a:lnTo>
                <a:cubicBezTo>
                  <a:pt x="3254245" y="5880371"/>
                  <a:pt x="3254245" y="5880371"/>
                  <a:pt x="3247430" y="5872098"/>
                </a:cubicBezTo>
                <a:cubicBezTo>
                  <a:pt x="3234400" y="5856796"/>
                  <a:pt x="3220727" y="5842309"/>
                  <a:pt x="3206454" y="5828378"/>
                </a:cubicBezTo>
                <a:cubicBezTo>
                  <a:pt x="3204362" y="5826304"/>
                  <a:pt x="3202275" y="5824225"/>
                  <a:pt x="3200110" y="5822077"/>
                </a:cubicBezTo>
                <a:cubicBezTo>
                  <a:pt x="3193595" y="5815648"/>
                  <a:pt x="3187123" y="5809218"/>
                  <a:pt x="3180608" y="5802789"/>
                </a:cubicBezTo>
                <a:cubicBezTo>
                  <a:pt x="3155662" y="5778186"/>
                  <a:pt x="3130887" y="5753497"/>
                  <a:pt x="3108170" y="5726923"/>
                </a:cubicBezTo>
                <a:cubicBezTo>
                  <a:pt x="3094325" y="5711192"/>
                  <a:pt x="3079023" y="5696876"/>
                  <a:pt x="3064022" y="5682345"/>
                </a:cubicBezTo>
                <a:cubicBezTo>
                  <a:pt x="3057764" y="5676216"/>
                  <a:pt x="3051677" y="5669829"/>
                  <a:pt x="3045676" y="5663443"/>
                </a:cubicBezTo>
                <a:lnTo>
                  <a:pt x="3045676" y="5654870"/>
                </a:lnTo>
                <a:lnTo>
                  <a:pt x="3037104" y="5654870"/>
                </a:lnTo>
                <a:cubicBezTo>
                  <a:pt x="3031360" y="5649041"/>
                  <a:pt x="3031360" y="5649041"/>
                  <a:pt x="3024502" y="5640683"/>
                </a:cubicBezTo>
                <a:cubicBezTo>
                  <a:pt x="3009629" y="5623153"/>
                  <a:pt x="2993684" y="5607036"/>
                  <a:pt x="2977354" y="5590963"/>
                </a:cubicBezTo>
                <a:cubicBezTo>
                  <a:pt x="2963509" y="5577247"/>
                  <a:pt x="2950650" y="5563016"/>
                  <a:pt x="2938049" y="5548186"/>
                </a:cubicBezTo>
                <a:cubicBezTo>
                  <a:pt x="2927933" y="5536913"/>
                  <a:pt x="2917217" y="5526283"/>
                  <a:pt x="2906416" y="5515653"/>
                </a:cubicBezTo>
                <a:cubicBezTo>
                  <a:pt x="2890514" y="5499966"/>
                  <a:pt x="2875427" y="5483892"/>
                  <a:pt x="2860982" y="5466790"/>
                </a:cubicBezTo>
                <a:cubicBezTo>
                  <a:pt x="2848295" y="5452645"/>
                  <a:pt x="2834621" y="5439486"/>
                  <a:pt x="2820905" y="5426328"/>
                </a:cubicBezTo>
                <a:cubicBezTo>
                  <a:pt x="2815676" y="5421227"/>
                  <a:pt x="2810661" y="5415912"/>
                  <a:pt x="2805689" y="5410554"/>
                </a:cubicBezTo>
                <a:lnTo>
                  <a:pt x="2805689" y="5401982"/>
                </a:lnTo>
                <a:lnTo>
                  <a:pt x="2797117" y="5401982"/>
                </a:lnTo>
                <a:cubicBezTo>
                  <a:pt x="2791202" y="5395981"/>
                  <a:pt x="2791202" y="5395981"/>
                  <a:pt x="2784258" y="5387494"/>
                </a:cubicBezTo>
                <a:cubicBezTo>
                  <a:pt x="2768913" y="5369406"/>
                  <a:pt x="2752497" y="5352861"/>
                  <a:pt x="2735395" y="5336488"/>
                </a:cubicBezTo>
                <a:cubicBezTo>
                  <a:pt x="2726565" y="5327444"/>
                  <a:pt x="2718293" y="5318315"/>
                  <a:pt x="2710063" y="5308713"/>
                </a:cubicBezTo>
                <a:cubicBezTo>
                  <a:pt x="2690732" y="5286425"/>
                  <a:pt x="2669601" y="5266065"/>
                  <a:pt x="2648341" y="5245705"/>
                </a:cubicBezTo>
                <a:cubicBezTo>
                  <a:pt x="2645384" y="5242795"/>
                  <a:pt x="2642426" y="5239876"/>
                  <a:pt x="2639383" y="5236876"/>
                </a:cubicBezTo>
                <a:cubicBezTo>
                  <a:pt x="2636700" y="5234265"/>
                  <a:pt x="2634025" y="5231646"/>
                  <a:pt x="2631239" y="5228946"/>
                </a:cubicBezTo>
                <a:cubicBezTo>
                  <a:pt x="2625410" y="5222217"/>
                  <a:pt x="2625410" y="5222217"/>
                  <a:pt x="2625410" y="5213644"/>
                </a:cubicBezTo>
                <a:lnTo>
                  <a:pt x="2616837" y="5213644"/>
                </a:lnTo>
                <a:lnTo>
                  <a:pt x="2616837" y="5205072"/>
                </a:lnTo>
                <a:lnTo>
                  <a:pt x="2608265" y="5205072"/>
                </a:lnTo>
                <a:cubicBezTo>
                  <a:pt x="2602221" y="5198899"/>
                  <a:pt x="2602221" y="5198899"/>
                  <a:pt x="2595106" y="5190284"/>
                </a:cubicBezTo>
                <a:cubicBezTo>
                  <a:pt x="2574789" y="5166367"/>
                  <a:pt x="2552329" y="5144850"/>
                  <a:pt x="2529955" y="5122990"/>
                </a:cubicBezTo>
                <a:cubicBezTo>
                  <a:pt x="2526804" y="5119887"/>
                  <a:pt x="2523654" y="5116775"/>
                  <a:pt x="2520396" y="5113560"/>
                </a:cubicBezTo>
                <a:cubicBezTo>
                  <a:pt x="2516110" y="5109377"/>
                  <a:pt x="2516110" y="5109377"/>
                  <a:pt x="2511738" y="5105116"/>
                </a:cubicBezTo>
                <a:cubicBezTo>
                  <a:pt x="2505523" y="5098001"/>
                  <a:pt x="2505523" y="5098001"/>
                  <a:pt x="2505523" y="5089429"/>
                </a:cubicBezTo>
                <a:lnTo>
                  <a:pt x="2496951" y="5089429"/>
                </a:lnTo>
                <a:lnTo>
                  <a:pt x="2496951" y="5080856"/>
                </a:lnTo>
                <a:lnTo>
                  <a:pt x="2488378" y="5080856"/>
                </a:lnTo>
                <a:cubicBezTo>
                  <a:pt x="2482806" y="5075155"/>
                  <a:pt x="2482806" y="5075155"/>
                  <a:pt x="2476034" y="5066926"/>
                </a:cubicBezTo>
                <a:cubicBezTo>
                  <a:pt x="2462318" y="5050724"/>
                  <a:pt x="2447745" y="5035722"/>
                  <a:pt x="2432743" y="5020634"/>
                </a:cubicBezTo>
                <a:cubicBezTo>
                  <a:pt x="2416112" y="5004218"/>
                  <a:pt x="2400339" y="4987544"/>
                  <a:pt x="2385165" y="4969628"/>
                </a:cubicBezTo>
                <a:cubicBezTo>
                  <a:pt x="2374321" y="4957541"/>
                  <a:pt x="2362834" y="4946225"/>
                  <a:pt x="2351261" y="4934823"/>
                </a:cubicBezTo>
                <a:cubicBezTo>
                  <a:pt x="2307970" y="4892133"/>
                  <a:pt x="2307970" y="4892133"/>
                  <a:pt x="2295540" y="4874816"/>
                </a:cubicBezTo>
                <a:lnTo>
                  <a:pt x="2295540" y="4866243"/>
                </a:lnTo>
                <a:cubicBezTo>
                  <a:pt x="2277066" y="4877688"/>
                  <a:pt x="2263650" y="4889132"/>
                  <a:pt x="2249248" y="4905634"/>
                </a:cubicBezTo>
                <a:cubicBezTo>
                  <a:pt x="2217444" y="4941210"/>
                  <a:pt x="2183240" y="4974643"/>
                  <a:pt x="2149379" y="5008076"/>
                </a:cubicBezTo>
                <a:cubicBezTo>
                  <a:pt x="2128590" y="5028692"/>
                  <a:pt x="2108274" y="5049395"/>
                  <a:pt x="2089371" y="5071512"/>
                </a:cubicBezTo>
                <a:cubicBezTo>
                  <a:pt x="2070812" y="5092300"/>
                  <a:pt x="2050538" y="5111545"/>
                  <a:pt x="2030649" y="5131091"/>
                </a:cubicBezTo>
                <a:cubicBezTo>
                  <a:pt x="2021777" y="5139878"/>
                  <a:pt x="2012904" y="5148622"/>
                  <a:pt x="2004032" y="5157409"/>
                </a:cubicBezTo>
                <a:cubicBezTo>
                  <a:pt x="2000136" y="5161253"/>
                  <a:pt x="1996231" y="5165081"/>
                  <a:pt x="1992245" y="5169067"/>
                </a:cubicBezTo>
                <a:cubicBezTo>
                  <a:pt x="1982172" y="5178969"/>
                  <a:pt x="1982172" y="5178969"/>
                  <a:pt x="1974114" y="5191870"/>
                </a:cubicBezTo>
                <a:lnTo>
                  <a:pt x="1965541" y="5191870"/>
                </a:lnTo>
                <a:lnTo>
                  <a:pt x="1962061" y="5199585"/>
                </a:lnTo>
                <a:cubicBezTo>
                  <a:pt x="1956917" y="5209100"/>
                  <a:pt x="1951774" y="5215101"/>
                  <a:pt x="1944059" y="5222602"/>
                </a:cubicBezTo>
                <a:cubicBezTo>
                  <a:pt x="1941534" y="5225080"/>
                  <a:pt x="1939001" y="5227574"/>
                  <a:pt x="1936386" y="5230103"/>
                </a:cubicBezTo>
                <a:cubicBezTo>
                  <a:pt x="1933712" y="5232688"/>
                  <a:pt x="1931028" y="5235290"/>
                  <a:pt x="1928285" y="5237947"/>
                </a:cubicBezTo>
                <a:cubicBezTo>
                  <a:pt x="1909640" y="5256249"/>
                  <a:pt x="1891681" y="5274552"/>
                  <a:pt x="1874707" y="5294526"/>
                </a:cubicBezTo>
                <a:cubicBezTo>
                  <a:pt x="1861848" y="5308927"/>
                  <a:pt x="1848004" y="5322258"/>
                  <a:pt x="1834288" y="5335802"/>
                </a:cubicBezTo>
                <a:cubicBezTo>
                  <a:pt x="1822501" y="5347461"/>
                  <a:pt x="1811185" y="5359248"/>
                  <a:pt x="1800426" y="5371893"/>
                </a:cubicBezTo>
                <a:cubicBezTo>
                  <a:pt x="1785553" y="5389423"/>
                  <a:pt x="1769223" y="5405325"/>
                  <a:pt x="1752849" y="5421613"/>
                </a:cubicBezTo>
                <a:cubicBezTo>
                  <a:pt x="1738104" y="5436272"/>
                  <a:pt x="1724174" y="5451359"/>
                  <a:pt x="1710672" y="5467047"/>
                </a:cubicBezTo>
                <a:cubicBezTo>
                  <a:pt x="1701414" y="5477591"/>
                  <a:pt x="1691384" y="5487321"/>
                  <a:pt x="1681397" y="5497137"/>
                </a:cubicBezTo>
                <a:cubicBezTo>
                  <a:pt x="1673725" y="5504938"/>
                  <a:pt x="1666567" y="5513039"/>
                  <a:pt x="1659452" y="5521354"/>
                </a:cubicBezTo>
                <a:cubicBezTo>
                  <a:pt x="1645607" y="5537428"/>
                  <a:pt x="1630862" y="5552258"/>
                  <a:pt x="1615732" y="5567217"/>
                </a:cubicBezTo>
                <a:cubicBezTo>
                  <a:pt x="1607631" y="5575532"/>
                  <a:pt x="1600173" y="5583890"/>
                  <a:pt x="1592629" y="5592720"/>
                </a:cubicBezTo>
                <a:cubicBezTo>
                  <a:pt x="1569998" y="5618823"/>
                  <a:pt x="1545052" y="5642869"/>
                  <a:pt x="1520620" y="5666872"/>
                </a:cubicBezTo>
                <a:cubicBezTo>
                  <a:pt x="1510933" y="5676430"/>
                  <a:pt x="1501246" y="5686032"/>
                  <a:pt x="1491602" y="5695633"/>
                </a:cubicBezTo>
                <a:cubicBezTo>
                  <a:pt x="1488293" y="5698886"/>
                  <a:pt x="1488293" y="5698886"/>
                  <a:pt x="1484916" y="5702191"/>
                </a:cubicBezTo>
                <a:cubicBezTo>
                  <a:pt x="1475314" y="5711749"/>
                  <a:pt x="1467342" y="5720622"/>
                  <a:pt x="1459798" y="5731980"/>
                </a:cubicBezTo>
                <a:lnTo>
                  <a:pt x="1451226" y="5731980"/>
                </a:lnTo>
                <a:cubicBezTo>
                  <a:pt x="1450308" y="5734295"/>
                  <a:pt x="1449395" y="5736610"/>
                  <a:pt x="1448448" y="5739010"/>
                </a:cubicBezTo>
                <a:cubicBezTo>
                  <a:pt x="1440561" y="5752769"/>
                  <a:pt x="1429760" y="5763013"/>
                  <a:pt x="1418487" y="5773986"/>
                </a:cubicBezTo>
                <a:cubicBezTo>
                  <a:pt x="1416096" y="5776352"/>
                  <a:pt x="1413687" y="5778700"/>
                  <a:pt x="1411243" y="5781144"/>
                </a:cubicBezTo>
                <a:cubicBezTo>
                  <a:pt x="1403614" y="5788688"/>
                  <a:pt x="1395942" y="5796231"/>
                  <a:pt x="1388269" y="5803775"/>
                </a:cubicBezTo>
                <a:cubicBezTo>
                  <a:pt x="1378239" y="5813633"/>
                  <a:pt x="1368210" y="5823535"/>
                  <a:pt x="1358223" y="5833436"/>
                </a:cubicBezTo>
                <a:cubicBezTo>
                  <a:pt x="1355814" y="5835819"/>
                  <a:pt x="1353422" y="5838193"/>
                  <a:pt x="1350936" y="5840637"/>
                </a:cubicBezTo>
                <a:cubicBezTo>
                  <a:pt x="1335763" y="5855725"/>
                  <a:pt x="1321361" y="5871283"/>
                  <a:pt x="1307645" y="5887786"/>
                </a:cubicBezTo>
                <a:cubicBezTo>
                  <a:pt x="1297572" y="5899401"/>
                  <a:pt x="1286642" y="5910031"/>
                  <a:pt x="1275627" y="5920747"/>
                </a:cubicBezTo>
                <a:cubicBezTo>
                  <a:pt x="1258824" y="5937334"/>
                  <a:pt x="1242837" y="5954223"/>
                  <a:pt x="1227621" y="5972182"/>
                </a:cubicBezTo>
                <a:cubicBezTo>
                  <a:pt x="1218362" y="5982598"/>
                  <a:pt x="1208504" y="5992327"/>
                  <a:pt x="1198603" y="6002143"/>
                </a:cubicBezTo>
                <a:cubicBezTo>
                  <a:pt x="1186215" y="6014401"/>
                  <a:pt x="1174257" y="6026660"/>
                  <a:pt x="1162984" y="6039905"/>
                </a:cubicBezTo>
                <a:cubicBezTo>
                  <a:pt x="1146568" y="6059150"/>
                  <a:pt x="1128565" y="6076723"/>
                  <a:pt x="1110692" y="6094340"/>
                </a:cubicBezTo>
                <a:cubicBezTo>
                  <a:pt x="1100233" y="6104627"/>
                  <a:pt x="1091232" y="6114185"/>
                  <a:pt x="1083088" y="6126401"/>
                </a:cubicBezTo>
                <a:lnTo>
                  <a:pt x="1074516" y="6126401"/>
                </a:lnTo>
                <a:cubicBezTo>
                  <a:pt x="1073080" y="6129950"/>
                  <a:pt x="1073080" y="6129950"/>
                  <a:pt x="1071618" y="6133559"/>
                </a:cubicBezTo>
                <a:cubicBezTo>
                  <a:pt x="1064160" y="6146675"/>
                  <a:pt x="1054559" y="6155590"/>
                  <a:pt x="1043715" y="6166049"/>
                </a:cubicBezTo>
                <a:cubicBezTo>
                  <a:pt x="1026913" y="6182465"/>
                  <a:pt x="1010968" y="6199267"/>
                  <a:pt x="995709" y="6217055"/>
                </a:cubicBezTo>
                <a:cubicBezTo>
                  <a:pt x="986408" y="6227642"/>
                  <a:pt x="976378" y="6237372"/>
                  <a:pt x="966305" y="6247231"/>
                </a:cubicBezTo>
                <a:cubicBezTo>
                  <a:pt x="955932" y="6257775"/>
                  <a:pt x="946374" y="6268919"/>
                  <a:pt x="936816" y="6280234"/>
                </a:cubicBezTo>
                <a:cubicBezTo>
                  <a:pt x="932847" y="6284649"/>
                  <a:pt x="932847" y="6284649"/>
                  <a:pt x="928800" y="6289193"/>
                </a:cubicBezTo>
                <a:cubicBezTo>
                  <a:pt x="925406" y="6293565"/>
                  <a:pt x="922028" y="6297937"/>
                  <a:pt x="918513" y="6302437"/>
                </a:cubicBezTo>
                <a:cubicBezTo>
                  <a:pt x="902954" y="6317782"/>
                  <a:pt x="888895" y="6317911"/>
                  <a:pt x="867507" y="6318039"/>
                </a:cubicBezTo>
                <a:cubicBezTo>
                  <a:pt x="862963" y="6317933"/>
                  <a:pt x="858463" y="6317828"/>
                  <a:pt x="853791" y="6317719"/>
                </a:cubicBezTo>
                <a:cubicBezTo>
                  <a:pt x="849076" y="6317703"/>
                  <a:pt x="844404" y="6317687"/>
                  <a:pt x="839561" y="6317670"/>
                </a:cubicBezTo>
                <a:cubicBezTo>
                  <a:pt x="829659" y="6317613"/>
                  <a:pt x="819758" y="6317493"/>
                  <a:pt x="809857" y="6317316"/>
                </a:cubicBezTo>
                <a:cubicBezTo>
                  <a:pt x="794641" y="6317048"/>
                  <a:pt x="779467" y="6316965"/>
                  <a:pt x="764423" y="6316915"/>
                </a:cubicBezTo>
                <a:cubicBezTo>
                  <a:pt x="754821" y="6316836"/>
                  <a:pt x="745177" y="6316747"/>
                  <a:pt x="735576" y="6316647"/>
                </a:cubicBezTo>
                <a:cubicBezTo>
                  <a:pt x="731033" y="6316610"/>
                  <a:pt x="726446" y="6316574"/>
                  <a:pt x="721732" y="6316536"/>
                </a:cubicBezTo>
                <a:cubicBezTo>
                  <a:pt x="715431" y="6316413"/>
                  <a:pt x="715431" y="6316413"/>
                  <a:pt x="709001" y="6316287"/>
                </a:cubicBezTo>
                <a:cubicBezTo>
                  <a:pt x="705290" y="6316228"/>
                  <a:pt x="701586" y="6316169"/>
                  <a:pt x="697771" y="6316109"/>
                </a:cubicBezTo>
                <a:cubicBezTo>
                  <a:pt x="688770" y="6314905"/>
                  <a:pt x="688770" y="6314905"/>
                  <a:pt x="680198" y="6306337"/>
                </a:cubicBezTo>
                <a:cubicBezTo>
                  <a:pt x="693314" y="6293220"/>
                  <a:pt x="706473" y="6280105"/>
                  <a:pt x="719631" y="6267031"/>
                </a:cubicBezTo>
                <a:cubicBezTo>
                  <a:pt x="728890" y="6257816"/>
                  <a:pt x="738148" y="6248601"/>
                  <a:pt x="747406" y="6239385"/>
                </a:cubicBezTo>
                <a:cubicBezTo>
                  <a:pt x="752250" y="6234585"/>
                  <a:pt x="757093" y="6229741"/>
                  <a:pt x="761937" y="6224941"/>
                </a:cubicBezTo>
                <a:cubicBezTo>
                  <a:pt x="786240" y="6200809"/>
                  <a:pt x="810371" y="6176935"/>
                  <a:pt x="832660" y="6150788"/>
                </a:cubicBezTo>
                <a:cubicBezTo>
                  <a:pt x="842089" y="6139945"/>
                  <a:pt x="852205" y="6130043"/>
                  <a:pt x="862492" y="6120013"/>
                </a:cubicBezTo>
                <a:cubicBezTo>
                  <a:pt x="878737" y="6104026"/>
                  <a:pt x="894082" y="6087609"/>
                  <a:pt x="908783" y="6070293"/>
                </a:cubicBezTo>
                <a:cubicBezTo>
                  <a:pt x="918942" y="6058806"/>
                  <a:pt x="929872" y="6048176"/>
                  <a:pt x="940887" y="6037546"/>
                </a:cubicBezTo>
                <a:cubicBezTo>
                  <a:pt x="948817" y="6029402"/>
                  <a:pt x="956147" y="6021129"/>
                  <a:pt x="963519" y="6012514"/>
                </a:cubicBezTo>
                <a:cubicBezTo>
                  <a:pt x="986622" y="5985939"/>
                  <a:pt x="1011954" y="5961508"/>
                  <a:pt x="1037242" y="5937076"/>
                </a:cubicBezTo>
                <a:cubicBezTo>
                  <a:pt x="1056831" y="5917659"/>
                  <a:pt x="1075776" y="5898071"/>
                  <a:pt x="1093821" y="5877068"/>
                </a:cubicBezTo>
                <a:cubicBezTo>
                  <a:pt x="1105994" y="5863181"/>
                  <a:pt x="1119281" y="5850451"/>
                  <a:pt x="1132526" y="5837592"/>
                </a:cubicBezTo>
                <a:cubicBezTo>
                  <a:pt x="1144356" y="5825977"/>
                  <a:pt x="1155500" y="5814061"/>
                  <a:pt x="1166301" y="5801502"/>
                </a:cubicBezTo>
                <a:cubicBezTo>
                  <a:pt x="1185632" y="5779171"/>
                  <a:pt x="1206721" y="5758725"/>
                  <a:pt x="1227595" y="5738066"/>
                </a:cubicBezTo>
                <a:cubicBezTo>
                  <a:pt x="1242039" y="5723749"/>
                  <a:pt x="1256141" y="5709390"/>
                  <a:pt x="1269386" y="5693917"/>
                </a:cubicBezTo>
                <a:cubicBezTo>
                  <a:pt x="1290217" y="5669700"/>
                  <a:pt x="1313105" y="5647625"/>
                  <a:pt x="1335823" y="5625337"/>
                </a:cubicBezTo>
                <a:cubicBezTo>
                  <a:pt x="1354254" y="5607078"/>
                  <a:pt x="1371913" y="5588518"/>
                  <a:pt x="1388972" y="5568759"/>
                </a:cubicBezTo>
                <a:cubicBezTo>
                  <a:pt x="1400716" y="5555429"/>
                  <a:pt x="1413404" y="5543084"/>
                  <a:pt x="1426091" y="5530697"/>
                </a:cubicBezTo>
                <a:cubicBezTo>
                  <a:pt x="1444222" y="5512737"/>
                  <a:pt x="1461753" y="5494692"/>
                  <a:pt x="1478383" y="5475404"/>
                </a:cubicBezTo>
                <a:cubicBezTo>
                  <a:pt x="1491071" y="5461216"/>
                  <a:pt x="1504658" y="5447972"/>
                  <a:pt x="1518288" y="5434728"/>
                </a:cubicBezTo>
                <a:cubicBezTo>
                  <a:pt x="1530033" y="5423197"/>
                  <a:pt x="1541134" y="5411324"/>
                  <a:pt x="1551893" y="5398852"/>
                </a:cubicBezTo>
                <a:cubicBezTo>
                  <a:pt x="1572081" y="5375491"/>
                  <a:pt x="1594241" y="5354275"/>
                  <a:pt x="1616186" y="5332415"/>
                </a:cubicBezTo>
                <a:cubicBezTo>
                  <a:pt x="1634360" y="5314412"/>
                  <a:pt x="1651719" y="5296111"/>
                  <a:pt x="1668478" y="5276694"/>
                </a:cubicBezTo>
                <a:cubicBezTo>
                  <a:pt x="1675937" y="5268121"/>
                  <a:pt x="1683823" y="5260106"/>
                  <a:pt x="1692010" y="5252219"/>
                </a:cubicBezTo>
                <a:cubicBezTo>
                  <a:pt x="1702897" y="5241503"/>
                  <a:pt x="1713184" y="5230616"/>
                  <a:pt x="1723085" y="5219000"/>
                </a:cubicBezTo>
                <a:cubicBezTo>
                  <a:pt x="1736330" y="5203570"/>
                  <a:pt x="1750432" y="5189340"/>
                  <a:pt x="1764876" y="5175281"/>
                </a:cubicBezTo>
                <a:cubicBezTo>
                  <a:pt x="1778849" y="5161479"/>
                  <a:pt x="1792608" y="5147678"/>
                  <a:pt x="1805338" y="5132676"/>
                </a:cubicBezTo>
                <a:cubicBezTo>
                  <a:pt x="1820983" y="5114288"/>
                  <a:pt x="1838128" y="5097485"/>
                  <a:pt x="1855488" y="5080812"/>
                </a:cubicBezTo>
                <a:cubicBezTo>
                  <a:pt x="1867661" y="5068853"/>
                  <a:pt x="1879233" y="5056637"/>
                  <a:pt x="1890335" y="5043650"/>
                </a:cubicBezTo>
                <a:cubicBezTo>
                  <a:pt x="1913138" y="5017247"/>
                  <a:pt x="1938341" y="4993072"/>
                  <a:pt x="1963201" y="4968641"/>
                </a:cubicBezTo>
                <a:cubicBezTo>
                  <a:pt x="1982918" y="4949095"/>
                  <a:pt x="2001992" y="4929379"/>
                  <a:pt x="2020208" y="4908205"/>
                </a:cubicBezTo>
                <a:cubicBezTo>
                  <a:pt x="2028309" y="4898904"/>
                  <a:pt x="2036925" y="4890245"/>
                  <a:pt x="2045797" y="4881673"/>
                </a:cubicBezTo>
                <a:cubicBezTo>
                  <a:pt x="2057456" y="4870143"/>
                  <a:pt x="2068643" y="4858527"/>
                  <a:pt x="2079273" y="4846054"/>
                </a:cubicBezTo>
                <a:cubicBezTo>
                  <a:pt x="2094446" y="4828309"/>
                  <a:pt x="2110991" y="4812064"/>
                  <a:pt x="2127707" y="4795476"/>
                </a:cubicBezTo>
                <a:cubicBezTo>
                  <a:pt x="2142281" y="4780989"/>
                  <a:pt x="2156168" y="4766159"/>
                  <a:pt x="2169370" y="4750471"/>
                </a:cubicBezTo>
                <a:cubicBezTo>
                  <a:pt x="2176656" y="4742284"/>
                  <a:pt x="2176656" y="4742284"/>
                  <a:pt x="2189772" y="4732297"/>
                </a:cubicBezTo>
                <a:cubicBezTo>
                  <a:pt x="2205974" y="4715966"/>
                  <a:pt x="2205460" y="4700021"/>
                  <a:pt x="2205717" y="4677861"/>
                </a:cubicBezTo>
                <a:cubicBezTo>
                  <a:pt x="2205613" y="4670061"/>
                  <a:pt x="2205613" y="4670061"/>
                  <a:pt x="2205508" y="4662131"/>
                </a:cubicBezTo>
                <a:cubicBezTo>
                  <a:pt x="2205550" y="4653816"/>
                  <a:pt x="2205550" y="4653816"/>
                  <a:pt x="2205593" y="4645329"/>
                </a:cubicBezTo>
                <a:cubicBezTo>
                  <a:pt x="2205667" y="4629984"/>
                  <a:pt x="2205581" y="4614597"/>
                  <a:pt x="2205468" y="4599038"/>
                </a:cubicBezTo>
                <a:cubicBezTo>
                  <a:pt x="2205375" y="4582450"/>
                  <a:pt x="2205430" y="4565905"/>
                  <a:pt x="2205466" y="4549317"/>
                </a:cubicBezTo>
                <a:cubicBezTo>
                  <a:pt x="2205515" y="4516870"/>
                  <a:pt x="2205426" y="4484594"/>
                  <a:pt x="2205292" y="4452019"/>
                </a:cubicBezTo>
                <a:cubicBezTo>
                  <a:pt x="2205142" y="4414257"/>
                  <a:pt x="2205130" y="4376581"/>
                  <a:pt x="2205124" y="4338862"/>
                </a:cubicBezTo>
                <a:cubicBezTo>
                  <a:pt x="2205110" y="4271568"/>
                  <a:pt x="2204974" y="4204274"/>
                  <a:pt x="2204768" y="4136551"/>
                </a:cubicBezTo>
                <a:cubicBezTo>
                  <a:pt x="2204569" y="4070971"/>
                  <a:pt x="2204447" y="4005820"/>
                  <a:pt x="2204417" y="3940241"/>
                </a:cubicBezTo>
                <a:cubicBezTo>
                  <a:pt x="2204414" y="3934197"/>
                  <a:pt x="2204414" y="3934197"/>
                  <a:pt x="2204411" y="3928025"/>
                </a:cubicBezTo>
                <a:cubicBezTo>
                  <a:pt x="2204407" y="3919924"/>
                  <a:pt x="2204404" y="3911780"/>
                  <a:pt x="2204400" y="3903679"/>
                </a:cubicBezTo>
                <a:cubicBezTo>
                  <a:pt x="2204398" y="3899671"/>
                  <a:pt x="2204396" y="3895664"/>
                  <a:pt x="2204394" y="3891549"/>
                </a:cubicBezTo>
                <a:cubicBezTo>
                  <a:pt x="2204392" y="3887554"/>
                  <a:pt x="2204390" y="3883576"/>
                  <a:pt x="2204389" y="3879419"/>
                </a:cubicBezTo>
                <a:cubicBezTo>
                  <a:pt x="2204357" y="3817268"/>
                  <a:pt x="2204259" y="3754689"/>
                  <a:pt x="2204153" y="3692538"/>
                </a:cubicBezTo>
                <a:cubicBezTo>
                  <a:pt x="2204115" y="3669950"/>
                  <a:pt x="2204085" y="3647533"/>
                  <a:pt x="2204062" y="3624816"/>
                </a:cubicBezTo>
                <a:cubicBezTo>
                  <a:pt x="2204024" y="3588983"/>
                  <a:pt x="2203957" y="3553235"/>
                  <a:pt x="2203833" y="3517231"/>
                </a:cubicBezTo>
                <a:cubicBezTo>
                  <a:pt x="2203776" y="3500857"/>
                  <a:pt x="2203733" y="3484484"/>
                  <a:pt x="2203726" y="3467939"/>
                </a:cubicBezTo>
                <a:cubicBezTo>
                  <a:pt x="2203718" y="3450194"/>
                  <a:pt x="2203644" y="3432492"/>
                  <a:pt x="2203562" y="3414789"/>
                </a:cubicBezTo>
                <a:cubicBezTo>
                  <a:pt x="2203569" y="3409560"/>
                  <a:pt x="2203577" y="3404374"/>
                  <a:pt x="2203584" y="3398973"/>
                </a:cubicBezTo>
                <a:cubicBezTo>
                  <a:pt x="2203551" y="3394258"/>
                  <a:pt x="2203518" y="3389500"/>
                  <a:pt x="2203484" y="3384657"/>
                </a:cubicBezTo>
                <a:cubicBezTo>
                  <a:pt x="2203474" y="3380559"/>
                  <a:pt x="2203463" y="3376470"/>
                  <a:pt x="2203452" y="3372227"/>
                </a:cubicBezTo>
                <a:cubicBezTo>
                  <a:pt x="2203037" y="3360825"/>
                  <a:pt x="2203037" y="3360825"/>
                  <a:pt x="2193765" y="3349124"/>
                </a:cubicBezTo>
                <a:cubicBezTo>
                  <a:pt x="2182149" y="3347071"/>
                  <a:pt x="2182149" y="3347071"/>
                  <a:pt x="2168262" y="3347276"/>
                </a:cubicBezTo>
                <a:cubicBezTo>
                  <a:pt x="2162775" y="3347192"/>
                  <a:pt x="2157332" y="3347109"/>
                  <a:pt x="2151674" y="3347022"/>
                </a:cubicBezTo>
                <a:cubicBezTo>
                  <a:pt x="2145545" y="3346994"/>
                  <a:pt x="2139415" y="3346967"/>
                  <a:pt x="2133286" y="3346941"/>
                </a:cubicBezTo>
                <a:cubicBezTo>
                  <a:pt x="2126814" y="3346869"/>
                  <a:pt x="2120342" y="3346792"/>
                  <a:pt x="2113912" y="3346710"/>
                </a:cubicBezTo>
                <a:cubicBezTo>
                  <a:pt x="2096081" y="3346502"/>
                  <a:pt x="2078251" y="3346378"/>
                  <a:pt x="2060334" y="3346273"/>
                </a:cubicBezTo>
                <a:cubicBezTo>
                  <a:pt x="2045032" y="3346171"/>
                  <a:pt x="2029730" y="3346024"/>
                  <a:pt x="2014471" y="3345878"/>
                </a:cubicBezTo>
                <a:cubicBezTo>
                  <a:pt x="1829305" y="3344129"/>
                  <a:pt x="1644139" y="3344352"/>
                  <a:pt x="1457259" y="3344532"/>
                </a:cubicBezTo>
                <a:cubicBezTo>
                  <a:pt x="1406681" y="3344581"/>
                  <a:pt x="1356532" y="3344599"/>
                  <a:pt x="1305954" y="3344615"/>
                </a:cubicBezTo>
                <a:cubicBezTo>
                  <a:pt x="1215943" y="3344645"/>
                  <a:pt x="1126360" y="3344691"/>
                  <a:pt x="1036349" y="3344751"/>
                </a:cubicBezTo>
                <a:cubicBezTo>
                  <a:pt x="1028376" y="3344756"/>
                  <a:pt x="1028376" y="3344756"/>
                  <a:pt x="1020233" y="3344762"/>
                </a:cubicBezTo>
                <a:cubicBezTo>
                  <a:pt x="987828" y="3344784"/>
                  <a:pt x="955510" y="3344806"/>
                  <a:pt x="922935" y="3344828"/>
                </a:cubicBezTo>
                <a:cubicBezTo>
                  <a:pt x="873643" y="3344862"/>
                  <a:pt x="824351" y="3344895"/>
                  <a:pt x="775059" y="3344927"/>
                </a:cubicBezTo>
                <a:cubicBezTo>
                  <a:pt x="769658" y="3344930"/>
                  <a:pt x="764215" y="3344934"/>
                  <a:pt x="758643" y="3344938"/>
                </a:cubicBezTo>
                <a:cubicBezTo>
                  <a:pt x="668631" y="3344996"/>
                  <a:pt x="578620" y="3345038"/>
                  <a:pt x="488609" y="3345068"/>
                </a:cubicBezTo>
                <a:cubicBezTo>
                  <a:pt x="433316" y="3345087"/>
                  <a:pt x="378024" y="3345122"/>
                  <a:pt x="322731" y="3345175"/>
                </a:cubicBezTo>
                <a:cubicBezTo>
                  <a:pt x="285098" y="3345212"/>
                  <a:pt x="247293" y="3345232"/>
                  <a:pt x="210003" y="3345242"/>
                </a:cubicBezTo>
                <a:cubicBezTo>
                  <a:pt x="188314" y="3345247"/>
                  <a:pt x="166712" y="3345260"/>
                  <a:pt x="144852" y="3345292"/>
                </a:cubicBezTo>
                <a:cubicBezTo>
                  <a:pt x="125049" y="3345321"/>
                  <a:pt x="105247" y="3345330"/>
                  <a:pt x="85273" y="3345324"/>
                </a:cubicBezTo>
                <a:cubicBezTo>
                  <a:pt x="78072" y="3345325"/>
                  <a:pt x="70871" y="3345333"/>
                  <a:pt x="63670" y="3345350"/>
                </a:cubicBezTo>
                <a:cubicBezTo>
                  <a:pt x="53940" y="3345371"/>
                  <a:pt x="44253" y="3345366"/>
                  <a:pt x="34524" y="3345354"/>
                </a:cubicBezTo>
                <a:cubicBezTo>
                  <a:pt x="26423" y="3345360"/>
                  <a:pt x="26423" y="3345360"/>
                  <a:pt x="18107" y="3345366"/>
                </a:cubicBezTo>
                <a:cubicBezTo>
                  <a:pt x="6149" y="3344839"/>
                  <a:pt x="6149" y="3344839"/>
                  <a:pt x="1863" y="3340566"/>
                </a:cubicBezTo>
                <a:cubicBezTo>
                  <a:pt x="1378" y="3330193"/>
                  <a:pt x="1160" y="3319906"/>
                  <a:pt x="1142" y="3309490"/>
                </a:cubicBezTo>
                <a:cubicBezTo>
                  <a:pt x="1128" y="3306378"/>
                  <a:pt x="1114" y="3303275"/>
                  <a:pt x="1099" y="3300060"/>
                </a:cubicBezTo>
                <a:cubicBezTo>
                  <a:pt x="1077" y="3293460"/>
                  <a:pt x="1067" y="3286859"/>
                  <a:pt x="1068" y="3280258"/>
                </a:cubicBezTo>
                <a:cubicBezTo>
                  <a:pt x="1059" y="3270143"/>
                  <a:pt x="981" y="3260027"/>
                  <a:pt x="900" y="3249912"/>
                </a:cubicBezTo>
                <a:cubicBezTo>
                  <a:pt x="887" y="3243525"/>
                  <a:pt x="878" y="3237095"/>
                  <a:pt x="874" y="3230709"/>
                </a:cubicBezTo>
                <a:cubicBezTo>
                  <a:pt x="844" y="3227674"/>
                  <a:pt x="813" y="3224623"/>
                  <a:pt x="781" y="3221494"/>
                </a:cubicBezTo>
                <a:cubicBezTo>
                  <a:pt x="881" y="3200062"/>
                  <a:pt x="881" y="3200062"/>
                  <a:pt x="10425" y="3190504"/>
                </a:cubicBezTo>
                <a:cubicBezTo>
                  <a:pt x="20026" y="3189313"/>
                  <a:pt x="20026" y="3189313"/>
                  <a:pt x="32328" y="3189145"/>
                </a:cubicBezTo>
                <a:cubicBezTo>
                  <a:pt x="37000" y="3189061"/>
                  <a:pt x="41715" y="3188978"/>
                  <a:pt x="46515" y="3188891"/>
                </a:cubicBezTo>
                <a:cubicBezTo>
                  <a:pt x="54316" y="3188819"/>
                  <a:pt x="54316" y="3188819"/>
                  <a:pt x="62289" y="3188745"/>
                </a:cubicBezTo>
                <a:cubicBezTo>
                  <a:pt x="67818" y="3188663"/>
                  <a:pt x="73347" y="3188581"/>
                  <a:pt x="79048" y="3188496"/>
                </a:cubicBezTo>
                <a:cubicBezTo>
                  <a:pt x="94564" y="3188271"/>
                  <a:pt x="110080" y="3188106"/>
                  <a:pt x="125768" y="3187952"/>
                </a:cubicBezTo>
                <a:cubicBezTo>
                  <a:pt x="135798" y="3187850"/>
                  <a:pt x="145828" y="3187732"/>
                  <a:pt x="155815" y="3187610"/>
                </a:cubicBezTo>
                <a:cubicBezTo>
                  <a:pt x="340981" y="3185369"/>
                  <a:pt x="526147" y="3185660"/>
                  <a:pt x="713027" y="3185772"/>
                </a:cubicBezTo>
                <a:cubicBezTo>
                  <a:pt x="764891" y="3185803"/>
                  <a:pt x="816754" y="3185809"/>
                  <a:pt x="868189" y="3185814"/>
                </a:cubicBezTo>
                <a:cubicBezTo>
                  <a:pt x="960344" y="3185823"/>
                  <a:pt x="1052927" y="3185851"/>
                  <a:pt x="1145081" y="3185892"/>
                </a:cubicBezTo>
                <a:cubicBezTo>
                  <a:pt x="1234664" y="3185932"/>
                  <a:pt x="1323818" y="3185962"/>
                  <a:pt x="1413400" y="3185980"/>
                </a:cubicBezTo>
                <a:cubicBezTo>
                  <a:pt x="1419015" y="3185981"/>
                  <a:pt x="1424630" y="3185982"/>
                  <a:pt x="1430417" y="3185983"/>
                </a:cubicBezTo>
                <a:cubicBezTo>
                  <a:pt x="1474137" y="3185992"/>
                  <a:pt x="1518285" y="3186001"/>
                  <a:pt x="1562005" y="3186009"/>
                </a:cubicBezTo>
                <a:cubicBezTo>
                  <a:pt x="1775460" y="3186049"/>
                  <a:pt x="1988915" y="3186135"/>
                  <a:pt x="2200656" y="3186215"/>
                </a:cubicBezTo>
                <a:lnTo>
                  <a:pt x="2200656" y="2054645"/>
                </a:lnTo>
                <a:cubicBezTo>
                  <a:pt x="2163880" y="2047573"/>
                  <a:pt x="2126932" y="2040501"/>
                  <a:pt x="2089213" y="2033214"/>
                </a:cubicBezTo>
                <a:cubicBezTo>
                  <a:pt x="1805035" y="1974921"/>
                  <a:pt x="1566291" y="1824902"/>
                  <a:pt x="1403413" y="1583158"/>
                </a:cubicBezTo>
                <a:cubicBezTo>
                  <a:pt x="1354550" y="1506434"/>
                  <a:pt x="1317688" y="1424995"/>
                  <a:pt x="1288113" y="1338842"/>
                </a:cubicBezTo>
                <a:cubicBezTo>
                  <a:pt x="1286977" y="1335756"/>
                  <a:pt x="1285846" y="1332669"/>
                  <a:pt x="1284676" y="1329498"/>
                </a:cubicBezTo>
                <a:cubicBezTo>
                  <a:pt x="1274046" y="1299751"/>
                  <a:pt x="1268217" y="1269062"/>
                  <a:pt x="1262130" y="1238200"/>
                </a:cubicBezTo>
                <a:cubicBezTo>
                  <a:pt x="1261033" y="1232843"/>
                  <a:pt x="1259935" y="1227485"/>
                  <a:pt x="1258808" y="1221998"/>
                </a:cubicBezTo>
                <a:cubicBezTo>
                  <a:pt x="1245521" y="1155562"/>
                  <a:pt x="1239177" y="1089982"/>
                  <a:pt x="1239349" y="1021831"/>
                </a:cubicBezTo>
                <a:cubicBezTo>
                  <a:pt x="1239352" y="1016687"/>
                  <a:pt x="1239352" y="1016687"/>
                  <a:pt x="1239356" y="1011458"/>
                </a:cubicBezTo>
                <a:cubicBezTo>
                  <a:pt x="1239549" y="949307"/>
                  <a:pt x="1245014" y="889728"/>
                  <a:pt x="1258087" y="828864"/>
                </a:cubicBezTo>
                <a:cubicBezTo>
                  <a:pt x="1259030" y="824449"/>
                  <a:pt x="1259968" y="820034"/>
                  <a:pt x="1260941" y="815490"/>
                </a:cubicBezTo>
                <a:cubicBezTo>
                  <a:pt x="1293217" y="668472"/>
                  <a:pt x="1356953" y="533455"/>
                  <a:pt x="1446536" y="413012"/>
                </a:cubicBezTo>
                <a:cubicBezTo>
                  <a:pt x="1448332" y="410590"/>
                  <a:pt x="1450132" y="408168"/>
                  <a:pt x="1451979" y="405682"/>
                </a:cubicBezTo>
                <a:cubicBezTo>
                  <a:pt x="1615286" y="186655"/>
                  <a:pt x="1863888" y="46494"/>
                  <a:pt x="2133493" y="5775"/>
                </a:cubicBezTo>
                <a:cubicBezTo>
                  <a:pt x="2162640" y="2140"/>
                  <a:pt x="2191358" y="803"/>
                  <a:pt x="2220933" y="760"/>
                </a:cubicBezTo>
                <a:close/>
              </a:path>
            </a:pathLst>
          </a:custGeom>
          <a:solidFill>
            <a:schemeClr val="bg1"/>
          </a:solidFill>
          <a:ln w="4286" cap="flat">
            <a:noFill/>
            <a:prstDash val="solid"/>
            <a:miter/>
          </a:ln>
        </p:spPr>
        <p:txBody>
          <a:bodyPr rtlCol="0" anchor="ctr"/>
          <a:lstStyle/>
          <a:p>
            <a:endParaRPr lang="fr-FR"/>
          </a:p>
        </p:txBody>
      </p:sp>
      <p:sp>
        <p:nvSpPr>
          <p:cNvPr id="24" name="TextBox 23">
            <a:extLst>
              <a:ext uri="{FF2B5EF4-FFF2-40B4-BE49-F238E27FC236}">
                <a16:creationId xmlns:a16="http://schemas.microsoft.com/office/drawing/2014/main" id="{4619D9DA-ECDA-C4A3-A829-2EC9A6EA9782}"/>
              </a:ext>
            </a:extLst>
          </p:cNvPr>
          <p:cNvSpPr txBox="1"/>
          <p:nvPr/>
        </p:nvSpPr>
        <p:spPr>
          <a:xfrm>
            <a:off x="18403" y="3092784"/>
            <a:ext cx="1440000" cy="307777"/>
          </a:xfrm>
          <a:prstGeom prst="rect">
            <a:avLst/>
          </a:prstGeom>
          <a:noFill/>
        </p:spPr>
        <p:txBody>
          <a:bodyPr wrap="square" rtlCol="0">
            <a:spAutoFit/>
          </a:bodyPr>
          <a:lstStyle/>
          <a:p>
            <a:pPr algn="ctr"/>
            <a:r>
              <a:rPr lang="fr-FR" sz="1400" spc="300" dirty="0">
                <a:solidFill>
                  <a:schemeClr val="bg1"/>
                </a:solidFill>
                <a:latin typeface="Oswald" pitchFamily="2" charset="0"/>
              </a:rPr>
              <a:t>Visiteur</a:t>
            </a:r>
          </a:p>
        </p:txBody>
      </p:sp>
      <p:sp>
        <p:nvSpPr>
          <p:cNvPr id="25" name="TextBox 24">
            <a:extLst>
              <a:ext uri="{FF2B5EF4-FFF2-40B4-BE49-F238E27FC236}">
                <a16:creationId xmlns:a16="http://schemas.microsoft.com/office/drawing/2014/main" id="{E2CB3368-55CB-D14A-F2B3-0237A69E64B5}"/>
              </a:ext>
            </a:extLst>
          </p:cNvPr>
          <p:cNvSpPr txBox="1"/>
          <p:nvPr/>
        </p:nvSpPr>
        <p:spPr>
          <a:xfrm>
            <a:off x="18403" y="5643452"/>
            <a:ext cx="1440000" cy="307777"/>
          </a:xfrm>
          <a:prstGeom prst="rect">
            <a:avLst/>
          </a:prstGeom>
          <a:noFill/>
        </p:spPr>
        <p:txBody>
          <a:bodyPr wrap="square" rtlCol="0">
            <a:spAutoFit/>
          </a:bodyPr>
          <a:lstStyle/>
          <a:p>
            <a:pPr algn="ctr"/>
            <a:r>
              <a:rPr lang="fr-FR" sz="1400" spc="300" dirty="0">
                <a:solidFill>
                  <a:schemeClr val="bg1"/>
                </a:solidFill>
                <a:latin typeface="Oswald" pitchFamily="2" charset="0"/>
              </a:rPr>
              <a:t>Client</a:t>
            </a:r>
          </a:p>
        </p:txBody>
      </p:sp>
      <p:grpSp>
        <p:nvGrpSpPr>
          <p:cNvPr id="192" name="Group 191">
            <a:extLst>
              <a:ext uri="{FF2B5EF4-FFF2-40B4-BE49-F238E27FC236}">
                <a16:creationId xmlns:a16="http://schemas.microsoft.com/office/drawing/2014/main" id="{34F32294-AE38-00D3-1D69-87C05B0701E3}"/>
              </a:ext>
            </a:extLst>
          </p:cNvPr>
          <p:cNvGrpSpPr/>
          <p:nvPr/>
        </p:nvGrpSpPr>
        <p:grpSpPr>
          <a:xfrm>
            <a:off x="684403" y="3472003"/>
            <a:ext cx="108000" cy="1368000"/>
            <a:chOff x="10789482" y="2239473"/>
            <a:chExt cx="108000" cy="1732682"/>
          </a:xfrm>
        </p:grpSpPr>
        <p:sp>
          <p:nvSpPr>
            <p:cNvPr id="41" name="Freeform: Shape 40">
              <a:extLst>
                <a:ext uri="{FF2B5EF4-FFF2-40B4-BE49-F238E27FC236}">
                  <a16:creationId xmlns:a16="http://schemas.microsoft.com/office/drawing/2014/main" id="{AB8281B6-4B8B-9D8D-06C2-82BB63E0DB74}"/>
                </a:ext>
              </a:extLst>
            </p:cNvPr>
            <p:cNvSpPr/>
            <p:nvPr/>
          </p:nvSpPr>
          <p:spPr>
            <a:xfrm>
              <a:off x="10789482" y="2239473"/>
              <a:ext cx="108000" cy="262528"/>
            </a:xfrm>
            <a:custGeom>
              <a:avLst/>
              <a:gdLst>
                <a:gd name="connsiteX0" fmla="*/ 146675 w 300037"/>
                <a:gd name="connsiteY0" fmla="*/ 649 h 784753"/>
                <a:gd name="connsiteX1" fmla="*/ 159533 w 300037"/>
                <a:gd name="connsiteY1" fmla="*/ 8039 h 784753"/>
                <a:gd name="connsiteX2" fmla="*/ 169777 w 300037"/>
                <a:gd name="connsiteY2" fmla="*/ 55040 h 784753"/>
                <a:gd name="connsiteX3" fmla="*/ 172653 w 300037"/>
                <a:gd name="connsiteY3" fmla="*/ 70116 h 784753"/>
                <a:gd name="connsiteX4" fmla="*/ 182040 w 300037"/>
                <a:gd name="connsiteY4" fmla="*/ 120294 h 784753"/>
                <a:gd name="connsiteX5" fmla="*/ 188727 w 300037"/>
                <a:gd name="connsiteY5" fmla="*/ 155693 h 784753"/>
                <a:gd name="connsiteX6" fmla="*/ 203172 w 300037"/>
                <a:gd name="connsiteY6" fmla="*/ 232550 h 784753"/>
                <a:gd name="connsiteX7" fmla="*/ 227732 w 300037"/>
                <a:gd name="connsiteY7" fmla="*/ 362615 h 784753"/>
                <a:gd name="connsiteX8" fmla="*/ 271452 w 300037"/>
                <a:gd name="connsiteY8" fmla="*/ 594664 h 784753"/>
                <a:gd name="connsiteX9" fmla="*/ 278952 w 300037"/>
                <a:gd name="connsiteY9" fmla="*/ 634423 h 784753"/>
                <a:gd name="connsiteX10" fmla="*/ 289882 w 300037"/>
                <a:gd name="connsiteY10" fmla="*/ 692731 h 784753"/>
                <a:gd name="connsiteX11" fmla="*/ 293243 w 300037"/>
                <a:gd name="connsiteY11" fmla="*/ 710393 h 784753"/>
                <a:gd name="connsiteX12" fmla="*/ 300830 w 300037"/>
                <a:gd name="connsiteY12" fmla="*/ 784220 h 784753"/>
                <a:gd name="connsiteX13" fmla="*/ 185529 w 300037"/>
                <a:gd name="connsiteY13" fmla="*/ 784603 h 784753"/>
                <a:gd name="connsiteX14" fmla="*/ 131951 w 300037"/>
                <a:gd name="connsiteY14" fmla="*/ 784777 h 784753"/>
                <a:gd name="connsiteX15" fmla="*/ 80088 w 300037"/>
                <a:gd name="connsiteY15" fmla="*/ 784920 h 784753"/>
                <a:gd name="connsiteX16" fmla="*/ 60328 w 300037"/>
                <a:gd name="connsiteY16" fmla="*/ 785001 h 784753"/>
                <a:gd name="connsiteX17" fmla="*/ 32725 w 300037"/>
                <a:gd name="connsiteY17" fmla="*/ 785059 h 784753"/>
                <a:gd name="connsiteX18" fmla="*/ 16823 w 300037"/>
                <a:gd name="connsiteY18" fmla="*/ 785108 h 784753"/>
                <a:gd name="connsiteX19" fmla="*/ 792 w 300037"/>
                <a:gd name="connsiteY19" fmla="*/ 776831 h 784753"/>
                <a:gd name="connsiteX20" fmla="*/ 15408 w 300037"/>
                <a:gd name="connsiteY20" fmla="*/ 666719 h 784753"/>
                <a:gd name="connsiteX21" fmla="*/ 18529 w 300037"/>
                <a:gd name="connsiteY21" fmla="*/ 650165 h 784753"/>
                <a:gd name="connsiteX22" fmla="*/ 28687 w 300037"/>
                <a:gd name="connsiteY22" fmla="*/ 596883 h 784753"/>
                <a:gd name="connsiteX23" fmla="*/ 35759 w 300037"/>
                <a:gd name="connsiteY23" fmla="*/ 559637 h 784753"/>
                <a:gd name="connsiteX24" fmla="*/ 80765 w 300037"/>
                <a:gd name="connsiteY24" fmla="*/ 331283 h 784753"/>
                <a:gd name="connsiteX25" fmla="*/ 127056 w 300037"/>
                <a:gd name="connsiteY25" fmla="*/ 93322 h 784753"/>
                <a:gd name="connsiteX26" fmla="*/ 130022 w 300037"/>
                <a:gd name="connsiteY26" fmla="*/ 77877 h 784753"/>
                <a:gd name="connsiteX27" fmla="*/ 138038 w 300037"/>
                <a:gd name="connsiteY27" fmla="*/ 36123 h 784753"/>
                <a:gd name="connsiteX28" fmla="*/ 146525 w 300037"/>
                <a:gd name="connsiteY28" fmla="*/ 355 h 7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0037" h="784753">
                  <a:moveTo>
                    <a:pt x="146675" y="649"/>
                  </a:moveTo>
                  <a:cubicBezTo>
                    <a:pt x="150918" y="3088"/>
                    <a:pt x="155161" y="5526"/>
                    <a:pt x="159533" y="8039"/>
                  </a:cubicBezTo>
                  <a:cubicBezTo>
                    <a:pt x="164677" y="27918"/>
                    <a:pt x="164677" y="27918"/>
                    <a:pt x="169777" y="55040"/>
                  </a:cubicBezTo>
                  <a:cubicBezTo>
                    <a:pt x="170725" y="60013"/>
                    <a:pt x="171676" y="65017"/>
                    <a:pt x="172653" y="70116"/>
                  </a:cubicBezTo>
                  <a:cubicBezTo>
                    <a:pt x="175830" y="86817"/>
                    <a:pt x="178911" y="103593"/>
                    <a:pt x="182040" y="120294"/>
                  </a:cubicBezTo>
                  <a:cubicBezTo>
                    <a:pt x="184269" y="132119"/>
                    <a:pt x="186498" y="143943"/>
                    <a:pt x="188727" y="155693"/>
                  </a:cubicBezTo>
                  <a:cubicBezTo>
                    <a:pt x="193570" y="181337"/>
                    <a:pt x="198371" y="206980"/>
                    <a:pt x="203172" y="232550"/>
                  </a:cubicBezTo>
                  <a:cubicBezTo>
                    <a:pt x="211273" y="275856"/>
                    <a:pt x="219502" y="319014"/>
                    <a:pt x="227732" y="362615"/>
                  </a:cubicBezTo>
                  <a:cubicBezTo>
                    <a:pt x="242434" y="440211"/>
                    <a:pt x="257093" y="517068"/>
                    <a:pt x="271452" y="594664"/>
                  </a:cubicBezTo>
                  <a:cubicBezTo>
                    <a:pt x="273942" y="607892"/>
                    <a:pt x="276424" y="621194"/>
                    <a:pt x="278952" y="634423"/>
                  </a:cubicBezTo>
                  <a:cubicBezTo>
                    <a:pt x="282626" y="653859"/>
                    <a:pt x="286282" y="673295"/>
                    <a:pt x="289882" y="692731"/>
                  </a:cubicBezTo>
                  <a:cubicBezTo>
                    <a:pt x="290993" y="698554"/>
                    <a:pt x="292103" y="704407"/>
                    <a:pt x="293243" y="710393"/>
                  </a:cubicBezTo>
                  <a:cubicBezTo>
                    <a:pt x="298086" y="736480"/>
                    <a:pt x="300830" y="756581"/>
                    <a:pt x="300830" y="784220"/>
                  </a:cubicBezTo>
                  <a:cubicBezTo>
                    <a:pt x="262339" y="784390"/>
                    <a:pt x="223677" y="784522"/>
                    <a:pt x="185529" y="784603"/>
                  </a:cubicBezTo>
                  <a:cubicBezTo>
                    <a:pt x="167656" y="784641"/>
                    <a:pt x="149782" y="784693"/>
                    <a:pt x="131951" y="784777"/>
                  </a:cubicBezTo>
                  <a:cubicBezTo>
                    <a:pt x="114721" y="784857"/>
                    <a:pt x="97490" y="784901"/>
                    <a:pt x="80088" y="784920"/>
                  </a:cubicBezTo>
                  <a:cubicBezTo>
                    <a:pt x="73487" y="784934"/>
                    <a:pt x="66929" y="784961"/>
                    <a:pt x="60328" y="785001"/>
                  </a:cubicBezTo>
                  <a:cubicBezTo>
                    <a:pt x="51113" y="785054"/>
                    <a:pt x="41940" y="785062"/>
                    <a:pt x="32725" y="785059"/>
                  </a:cubicBezTo>
                  <a:cubicBezTo>
                    <a:pt x="27495" y="785075"/>
                    <a:pt x="22223" y="785091"/>
                    <a:pt x="16823" y="785108"/>
                  </a:cubicBezTo>
                  <a:cubicBezTo>
                    <a:pt x="5078" y="784221"/>
                    <a:pt x="5078" y="784221"/>
                    <a:pt x="792" y="776831"/>
                  </a:cubicBezTo>
                  <a:cubicBezTo>
                    <a:pt x="2867" y="738551"/>
                    <a:pt x="8422" y="703300"/>
                    <a:pt x="15408" y="666719"/>
                  </a:cubicBezTo>
                  <a:cubicBezTo>
                    <a:pt x="16955" y="658516"/>
                    <a:pt x="16955" y="658516"/>
                    <a:pt x="18529" y="650165"/>
                  </a:cubicBezTo>
                  <a:cubicBezTo>
                    <a:pt x="21880" y="632429"/>
                    <a:pt x="25258" y="614693"/>
                    <a:pt x="28687" y="596883"/>
                  </a:cubicBezTo>
                  <a:cubicBezTo>
                    <a:pt x="31044" y="584467"/>
                    <a:pt x="33402" y="572052"/>
                    <a:pt x="35759" y="559637"/>
                  </a:cubicBezTo>
                  <a:cubicBezTo>
                    <a:pt x="50290" y="483519"/>
                    <a:pt x="65206" y="407401"/>
                    <a:pt x="80765" y="331283"/>
                  </a:cubicBezTo>
                  <a:cubicBezTo>
                    <a:pt x="96795" y="252209"/>
                    <a:pt x="112012" y="173135"/>
                    <a:pt x="127056" y="93322"/>
                  </a:cubicBezTo>
                  <a:cubicBezTo>
                    <a:pt x="128034" y="88223"/>
                    <a:pt x="129015" y="83124"/>
                    <a:pt x="130022" y="77877"/>
                  </a:cubicBezTo>
                  <a:cubicBezTo>
                    <a:pt x="132697" y="63984"/>
                    <a:pt x="135380" y="50016"/>
                    <a:pt x="138038" y="36123"/>
                  </a:cubicBezTo>
                  <a:cubicBezTo>
                    <a:pt x="142238" y="15135"/>
                    <a:pt x="142238" y="15135"/>
                    <a:pt x="146525" y="355"/>
                  </a:cubicBezTo>
                  <a:close/>
                </a:path>
              </a:pathLst>
            </a:custGeom>
            <a:noFill/>
            <a:ln w="12700" cap="flat">
              <a:solidFill>
                <a:schemeClr val="bg1"/>
              </a:solidFill>
              <a:prstDash val="solid"/>
              <a:miter/>
            </a:ln>
          </p:spPr>
          <p:txBody>
            <a:bodyPr rtlCol="0" anchor="ctr"/>
            <a:lstStyle/>
            <a:p>
              <a:endParaRPr lang="fr-FR"/>
            </a:p>
          </p:txBody>
        </p:sp>
        <p:cxnSp>
          <p:nvCxnSpPr>
            <p:cNvPr id="191" name="Straight Connector 190">
              <a:extLst>
                <a:ext uri="{FF2B5EF4-FFF2-40B4-BE49-F238E27FC236}">
                  <a16:creationId xmlns:a16="http://schemas.microsoft.com/office/drawing/2014/main" id="{080E22B6-7FFF-3D3C-6C7C-BB5254ED5F1A}"/>
                </a:ext>
              </a:extLst>
            </p:cNvPr>
            <p:cNvCxnSpPr>
              <a:cxnSpLocks/>
            </p:cNvCxnSpPr>
            <p:nvPr/>
          </p:nvCxnSpPr>
          <p:spPr>
            <a:xfrm>
              <a:off x="10843482" y="2505462"/>
              <a:ext cx="0" cy="146669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34" name="Group 233">
            <a:extLst>
              <a:ext uri="{FF2B5EF4-FFF2-40B4-BE49-F238E27FC236}">
                <a16:creationId xmlns:a16="http://schemas.microsoft.com/office/drawing/2014/main" id="{C4325CD4-6A7C-94CB-593F-FD27CC29290F}"/>
              </a:ext>
            </a:extLst>
          </p:cNvPr>
          <p:cNvGrpSpPr/>
          <p:nvPr/>
        </p:nvGrpSpPr>
        <p:grpSpPr>
          <a:xfrm>
            <a:off x="2284651" y="2463048"/>
            <a:ext cx="1080000" cy="504000"/>
            <a:chOff x="2284651" y="2463048"/>
            <a:chExt cx="1080000" cy="504000"/>
          </a:xfrm>
        </p:grpSpPr>
        <p:sp>
          <p:nvSpPr>
            <p:cNvPr id="193" name="Rectangle: Rounded Corners 192">
              <a:extLst>
                <a:ext uri="{FF2B5EF4-FFF2-40B4-BE49-F238E27FC236}">
                  <a16:creationId xmlns:a16="http://schemas.microsoft.com/office/drawing/2014/main" id="{2EB4D4C4-7777-7D82-1303-62E07C6A781B}"/>
                </a:ext>
              </a:extLst>
            </p:cNvPr>
            <p:cNvSpPr/>
            <p:nvPr/>
          </p:nvSpPr>
          <p:spPr>
            <a:xfrm>
              <a:off x="2284651" y="2463048"/>
              <a:ext cx="1080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TextBox 193">
              <a:extLst>
                <a:ext uri="{FF2B5EF4-FFF2-40B4-BE49-F238E27FC236}">
                  <a16:creationId xmlns:a16="http://schemas.microsoft.com/office/drawing/2014/main" id="{ACF4C216-1CD3-58F8-2AB9-E6A61E228E13}"/>
                </a:ext>
              </a:extLst>
            </p:cNvPr>
            <p:cNvSpPr txBox="1"/>
            <p:nvPr/>
          </p:nvSpPr>
          <p:spPr>
            <a:xfrm>
              <a:off x="2356651" y="2560898"/>
              <a:ext cx="936000" cy="307777"/>
            </a:xfrm>
            <a:prstGeom prst="rect">
              <a:avLst/>
            </a:prstGeom>
            <a:noFill/>
          </p:spPr>
          <p:txBody>
            <a:bodyPr wrap="square" rtlCol="0">
              <a:spAutoFit/>
            </a:bodyPr>
            <a:lstStyle/>
            <a:p>
              <a:pPr algn="ctr"/>
              <a:r>
                <a:rPr lang="fr-FR" sz="1400" b="1" dirty="0">
                  <a:latin typeface="Oswald" pitchFamily="2" charset="0"/>
                </a:rPr>
                <a:t>Consulter</a:t>
              </a:r>
            </a:p>
          </p:txBody>
        </p:sp>
      </p:grpSp>
      <p:grpSp>
        <p:nvGrpSpPr>
          <p:cNvPr id="235" name="Group 234">
            <a:extLst>
              <a:ext uri="{FF2B5EF4-FFF2-40B4-BE49-F238E27FC236}">
                <a16:creationId xmlns:a16="http://schemas.microsoft.com/office/drawing/2014/main" id="{1227BF56-5F27-98F2-66C5-5DA14CBAD2A9}"/>
              </a:ext>
            </a:extLst>
          </p:cNvPr>
          <p:cNvGrpSpPr/>
          <p:nvPr/>
        </p:nvGrpSpPr>
        <p:grpSpPr>
          <a:xfrm>
            <a:off x="2284651" y="5033780"/>
            <a:ext cx="1368000" cy="504000"/>
            <a:chOff x="2284651" y="5033780"/>
            <a:chExt cx="1368000" cy="504000"/>
          </a:xfrm>
        </p:grpSpPr>
        <p:sp>
          <p:nvSpPr>
            <p:cNvPr id="195" name="Rectangle: Rounded Corners 194">
              <a:extLst>
                <a:ext uri="{FF2B5EF4-FFF2-40B4-BE49-F238E27FC236}">
                  <a16:creationId xmlns:a16="http://schemas.microsoft.com/office/drawing/2014/main" id="{2A5115A7-0BB4-20A6-9BAF-F3694A8E0DBA}"/>
                </a:ext>
              </a:extLst>
            </p:cNvPr>
            <p:cNvSpPr/>
            <p:nvPr/>
          </p:nvSpPr>
          <p:spPr>
            <a:xfrm>
              <a:off x="2284651" y="5033780"/>
              <a:ext cx="1368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6" name="TextBox 195">
              <a:extLst>
                <a:ext uri="{FF2B5EF4-FFF2-40B4-BE49-F238E27FC236}">
                  <a16:creationId xmlns:a16="http://schemas.microsoft.com/office/drawing/2014/main" id="{E932CF77-95A3-4817-142B-4341EB03B247}"/>
                </a:ext>
              </a:extLst>
            </p:cNvPr>
            <p:cNvSpPr txBox="1"/>
            <p:nvPr/>
          </p:nvSpPr>
          <p:spPr>
            <a:xfrm>
              <a:off x="2361407" y="5130980"/>
              <a:ext cx="1224000" cy="309600"/>
            </a:xfrm>
            <a:prstGeom prst="rect">
              <a:avLst/>
            </a:prstGeom>
            <a:noFill/>
          </p:spPr>
          <p:txBody>
            <a:bodyPr wrap="square" rtlCol="0">
              <a:spAutoFit/>
            </a:bodyPr>
            <a:lstStyle/>
            <a:p>
              <a:pPr algn="ctr"/>
              <a:r>
                <a:rPr lang="fr-FR" sz="1400" b="1" dirty="0">
                  <a:latin typeface="Oswald" pitchFamily="2" charset="0"/>
                </a:rPr>
                <a:t>S’authentifier</a:t>
              </a:r>
            </a:p>
          </p:txBody>
        </p:sp>
      </p:grpSp>
      <p:grpSp>
        <p:nvGrpSpPr>
          <p:cNvPr id="205" name="Group 204">
            <a:extLst>
              <a:ext uri="{FF2B5EF4-FFF2-40B4-BE49-F238E27FC236}">
                <a16:creationId xmlns:a16="http://schemas.microsoft.com/office/drawing/2014/main" id="{0E243962-B3D1-0479-F2B2-F9E4D5846684}"/>
              </a:ext>
            </a:extLst>
          </p:cNvPr>
          <p:cNvGrpSpPr/>
          <p:nvPr/>
        </p:nvGrpSpPr>
        <p:grpSpPr>
          <a:xfrm>
            <a:off x="5034596" y="5033780"/>
            <a:ext cx="1656000" cy="504000"/>
            <a:chOff x="5119384" y="4736334"/>
            <a:chExt cx="1656000" cy="504000"/>
          </a:xfrm>
        </p:grpSpPr>
        <p:sp>
          <p:nvSpPr>
            <p:cNvPr id="201" name="Rectangle: Rounded Corners 200">
              <a:extLst>
                <a:ext uri="{FF2B5EF4-FFF2-40B4-BE49-F238E27FC236}">
                  <a16:creationId xmlns:a16="http://schemas.microsoft.com/office/drawing/2014/main" id="{1CF5242A-C744-F7F0-C7BE-E1B0E80BEE06}"/>
                </a:ext>
              </a:extLst>
            </p:cNvPr>
            <p:cNvSpPr/>
            <p:nvPr/>
          </p:nvSpPr>
          <p:spPr>
            <a:xfrm>
              <a:off x="5119384" y="4736334"/>
              <a:ext cx="165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2" name="TextBox 201">
              <a:extLst>
                <a:ext uri="{FF2B5EF4-FFF2-40B4-BE49-F238E27FC236}">
                  <a16:creationId xmlns:a16="http://schemas.microsoft.com/office/drawing/2014/main" id="{2A178A83-B8AF-01B5-2E7E-F0EAA12204A2}"/>
                </a:ext>
              </a:extLst>
            </p:cNvPr>
            <p:cNvSpPr txBox="1"/>
            <p:nvPr/>
          </p:nvSpPr>
          <p:spPr>
            <a:xfrm>
              <a:off x="5191384" y="4833534"/>
              <a:ext cx="1512000" cy="309600"/>
            </a:xfrm>
            <a:prstGeom prst="rect">
              <a:avLst/>
            </a:prstGeom>
            <a:noFill/>
          </p:spPr>
          <p:txBody>
            <a:bodyPr wrap="square" rtlCol="0">
              <a:spAutoFit/>
            </a:bodyPr>
            <a:lstStyle/>
            <a:p>
              <a:pPr algn="ctr"/>
              <a:r>
                <a:rPr lang="fr-FR" sz="1400" b="1" dirty="0">
                  <a:latin typeface="Oswald" pitchFamily="2" charset="0"/>
                </a:rPr>
                <a:t>Consulter Profile</a:t>
              </a:r>
            </a:p>
          </p:txBody>
        </p:sp>
      </p:grpSp>
      <p:grpSp>
        <p:nvGrpSpPr>
          <p:cNvPr id="212" name="Group 211">
            <a:extLst>
              <a:ext uri="{FF2B5EF4-FFF2-40B4-BE49-F238E27FC236}">
                <a16:creationId xmlns:a16="http://schemas.microsoft.com/office/drawing/2014/main" id="{2B7051A9-E2D5-88DC-0266-C89D6BD36C40}"/>
              </a:ext>
            </a:extLst>
          </p:cNvPr>
          <p:cNvGrpSpPr/>
          <p:nvPr/>
        </p:nvGrpSpPr>
        <p:grpSpPr>
          <a:xfrm>
            <a:off x="7946191" y="5033780"/>
            <a:ext cx="1872000" cy="504000"/>
            <a:chOff x="7923299" y="4944880"/>
            <a:chExt cx="1872000" cy="504000"/>
          </a:xfrm>
        </p:grpSpPr>
        <p:sp>
          <p:nvSpPr>
            <p:cNvPr id="207" name="Rectangle: Rounded Corners 206">
              <a:extLst>
                <a:ext uri="{FF2B5EF4-FFF2-40B4-BE49-F238E27FC236}">
                  <a16:creationId xmlns:a16="http://schemas.microsoft.com/office/drawing/2014/main" id="{1CF3519C-CF90-FDC9-0AE0-CE9F3939A93D}"/>
                </a:ext>
              </a:extLst>
            </p:cNvPr>
            <p:cNvSpPr/>
            <p:nvPr/>
          </p:nvSpPr>
          <p:spPr>
            <a:xfrm>
              <a:off x="7923299" y="4944880"/>
              <a:ext cx="1872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8" name="TextBox 207">
              <a:extLst>
                <a:ext uri="{FF2B5EF4-FFF2-40B4-BE49-F238E27FC236}">
                  <a16:creationId xmlns:a16="http://schemas.microsoft.com/office/drawing/2014/main" id="{BA67D759-2AE4-9DA2-F586-2D8D34A69380}"/>
                </a:ext>
              </a:extLst>
            </p:cNvPr>
            <p:cNvSpPr txBox="1"/>
            <p:nvPr/>
          </p:nvSpPr>
          <p:spPr>
            <a:xfrm>
              <a:off x="8013059" y="5042080"/>
              <a:ext cx="1728000" cy="309600"/>
            </a:xfrm>
            <a:prstGeom prst="rect">
              <a:avLst/>
            </a:prstGeom>
            <a:noFill/>
          </p:spPr>
          <p:txBody>
            <a:bodyPr wrap="square" rtlCol="0">
              <a:spAutoFit/>
            </a:bodyPr>
            <a:lstStyle/>
            <a:p>
              <a:pPr algn="ctr"/>
              <a:r>
                <a:rPr lang="fr-FR" sz="1400" b="1" dirty="0">
                  <a:latin typeface="Oswald" pitchFamily="2" charset="0"/>
                </a:rPr>
                <a:t>Consulter historique</a:t>
              </a:r>
            </a:p>
          </p:txBody>
        </p:sp>
      </p:grpSp>
      <p:grpSp>
        <p:nvGrpSpPr>
          <p:cNvPr id="213" name="Group 212">
            <a:extLst>
              <a:ext uri="{FF2B5EF4-FFF2-40B4-BE49-F238E27FC236}">
                <a16:creationId xmlns:a16="http://schemas.microsoft.com/office/drawing/2014/main" id="{2E19ECF9-CA0D-6180-48E3-FC49A499CFC7}"/>
              </a:ext>
            </a:extLst>
          </p:cNvPr>
          <p:cNvGrpSpPr/>
          <p:nvPr/>
        </p:nvGrpSpPr>
        <p:grpSpPr>
          <a:xfrm>
            <a:off x="7725299" y="5782662"/>
            <a:ext cx="2268000" cy="504000"/>
            <a:chOff x="7923299" y="5695510"/>
            <a:chExt cx="2268000" cy="504000"/>
          </a:xfrm>
        </p:grpSpPr>
        <p:sp>
          <p:nvSpPr>
            <p:cNvPr id="210" name="Rectangle: Rounded Corners 209">
              <a:extLst>
                <a:ext uri="{FF2B5EF4-FFF2-40B4-BE49-F238E27FC236}">
                  <a16:creationId xmlns:a16="http://schemas.microsoft.com/office/drawing/2014/main" id="{7207C619-7983-AEFA-FA8F-485D9405C149}"/>
                </a:ext>
              </a:extLst>
            </p:cNvPr>
            <p:cNvSpPr/>
            <p:nvPr/>
          </p:nvSpPr>
          <p:spPr>
            <a:xfrm>
              <a:off x="7923299" y="5695510"/>
              <a:ext cx="2268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1" name="TextBox 210">
              <a:extLst>
                <a:ext uri="{FF2B5EF4-FFF2-40B4-BE49-F238E27FC236}">
                  <a16:creationId xmlns:a16="http://schemas.microsoft.com/office/drawing/2014/main" id="{B1E4D982-E917-E0FE-B9CF-8F31ADCBB943}"/>
                </a:ext>
              </a:extLst>
            </p:cNvPr>
            <p:cNvSpPr txBox="1"/>
            <p:nvPr/>
          </p:nvSpPr>
          <p:spPr>
            <a:xfrm>
              <a:off x="7995299" y="5790962"/>
              <a:ext cx="2124000" cy="309600"/>
            </a:xfrm>
            <a:prstGeom prst="rect">
              <a:avLst/>
            </a:prstGeom>
            <a:noFill/>
          </p:spPr>
          <p:txBody>
            <a:bodyPr wrap="square" rtlCol="0">
              <a:spAutoFit/>
            </a:bodyPr>
            <a:lstStyle/>
            <a:p>
              <a:pPr algn="ctr"/>
              <a:r>
                <a:rPr lang="fr-FR" sz="1400" b="1" dirty="0">
                  <a:latin typeface="Oswald" pitchFamily="2" charset="0"/>
                </a:rPr>
                <a:t>Modifier les informations</a:t>
              </a:r>
            </a:p>
          </p:txBody>
        </p:sp>
      </p:grpSp>
      <p:grpSp>
        <p:nvGrpSpPr>
          <p:cNvPr id="236" name="Group 235">
            <a:extLst>
              <a:ext uri="{FF2B5EF4-FFF2-40B4-BE49-F238E27FC236}">
                <a16:creationId xmlns:a16="http://schemas.microsoft.com/office/drawing/2014/main" id="{3441DB05-FED0-77BE-F0B5-3C809B01B8E2}"/>
              </a:ext>
            </a:extLst>
          </p:cNvPr>
          <p:cNvGrpSpPr/>
          <p:nvPr/>
        </p:nvGrpSpPr>
        <p:grpSpPr>
          <a:xfrm>
            <a:off x="7923299" y="4289907"/>
            <a:ext cx="1728000" cy="504000"/>
            <a:chOff x="7923299" y="4289907"/>
            <a:chExt cx="1728000" cy="504000"/>
          </a:xfrm>
        </p:grpSpPr>
        <p:sp>
          <p:nvSpPr>
            <p:cNvPr id="215" name="Rectangle: Rounded Corners 214">
              <a:extLst>
                <a:ext uri="{FF2B5EF4-FFF2-40B4-BE49-F238E27FC236}">
                  <a16:creationId xmlns:a16="http://schemas.microsoft.com/office/drawing/2014/main" id="{34FA8110-D31A-25F1-C7D3-E6E9FA4AC303}"/>
                </a:ext>
              </a:extLst>
            </p:cNvPr>
            <p:cNvSpPr/>
            <p:nvPr/>
          </p:nvSpPr>
          <p:spPr>
            <a:xfrm>
              <a:off x="7923299" y="4289907"/>
              <a:ext cx="1728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6" name="TextBox 215">
              <a:extLst>
                <a:ext uri="{FF2B5EF4-FFF2-40B4-BE49-F238E27FC236}">
                  <a16:creationId xmlns:a16="http://schemas.microsoft.com/office/drawing/2014/main" id="{3472034E-F41B-45D5-E0EE-015CA43433FB}"/>
                </a:ext>
              </a:extLst>
            </p:cNvPr>
            <p:cNvSpPr txBox="1"/>
            <p:nvPr/>
          </p:nvSpPr>
          <p:spPr>
            <a:xfrm>
              <a:off x="7995299" y="4387107"/>
              <a:ext cx="1584000" cy="309600"/>
            </a:xfrm>
            <a:prstGeom prst="rect">
              <a:avLst/>
            </a:prstGeom>
            <a:noFill/>
          </p:spPr>
          <p:txBody>
            <a:bodyPr wrap="square" rtlCol="0">
              <a:spAutoFit/>
            </a:bodyPr>
            <a:lstStyle/>
            <a:p>
              <a:pPr algn="ctr"/>
              <a:r>
                <a:rPr lang="fr-FR" sz="1400" b="1" dirty="0">
                  <a:latin typeface="Oswald" pitchFamily="2" charset="0"/>
                </a:rPr>
                <a:t>Supprimer compte</a:t>
              </a:r>
            </a:p>
          </p:txBody>
        </p:sp>
      </p:grpSp>
      <p:grpSp>
        <p:nvGrpSpPr>
          <p:cNvPr id="233" name="Group 232">
            <a:extLst>
              <a:ext uri="{FF2B5EF4-FFF2-40B4-BE49-F238E27FC236}">
                <a16:creationId xmlns:a16="http://schemas.microsoft.com/office/drawing/2014/main" id="{52B2C47E-5EBB-4296-093E-EDDEB19A8D74}"/>
              </a:ext>
            </a:extLst>
          </p:cNvPr>
          <p:cNvGrpSpPr/>
          <p:nvPr/>
        </p:nvGrpSpPr>
        <p:grpSpPr>
          <a:xfrm>
            <a:off x="4387991" y="2108470"/>
            <a:ext cx="2016000" cy="504000"/>
            <a:chOff x="4324193" y="2108470"/>
            <a:chExt cx="2016000" cy="504000"/>
          </a:xfrm>
        </p:grpSpPr>
        <p:sp>
          <p:nvSpPr>
            <p:cNvPr id="218" name="Rectangle: Rounded Corners 217">
              <a:extLst>
                <a:ext uri="{FF2B5EF4-FFF2-40B4-BE49-F238E27FC236}">
                  <a16:creationId xmlns:a16="http://schemas.microsoft.com/office/drawing/2014/main" id="{325EEC36-22BC-671E-8D93-37EFCC5467D3}"/>
                </a:ext>
              </a:extLst>
            </p:cNvPr>
            <p:cNvSpPr/>
            <p:nvPr/>
          </p:nvSpPr>
          <p:spPr>
            <a:xfrm>
              <a:off x="4324193" y="2108470"/>
              <a:ext cx="201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9" name="TextBox 218">
              <a:extLst>
                <a:ext uri="{FF2B5EF4-FFF2-40B4-BE49-F238E27FC236}">
                  <a16:creationId xmlns:a16="http://schemas.microsoft.com/office/drawing/2014/main" id="{902FE712-A4FA-14AD-6D24-93103CB57688}"/>
                </a:ext>
              </a:extLst>
            </p:cNvPr>
            <p:cNvSpPr txBox="1"/>
            <p:nvPr/>
          </p:nvSpPr>
          <p:spPr>
            <a:xfrm>
              <a:off x="4396193" y="2206580"/>
              <a:ext cx="1872000" cy="307777"/>
            </a:xfrm>
            <a:prstGeom prst="rect">
              <a:avLst/>
            </a:prstGeom>
            <a:noFill/>
          </p:spPr>
          <p:txBody>
            <a:bodyPr wrap="square" rtlCol="0">
              <a:spAutoFit/>
            </a:bodyPr>
            <a:lstStyle/>
            <a:p>
              <a:pPr algn="ctr"/>
              <a:r>
                <a:rPr lang="fr-FR" sz="1400" b="1" dirty="0">
                  <a:latin typeface="Oswald" pitchFamily="2" charset="0"/>
                </a:rPr>
                <a:t>Recherche les horaires</a:t>
              </a:r>
            </a:p>
          </p:txBody>
        </p:sp>
      </p:grpSp>
      <p:grpSp>
        <p:nvGrpSpPr>
          <p:cNvPr id="220" name="Group 219">
            <a:extLst>
              <a:ext uri="{FF2B5EF4-FFF2-40B4-BE49-F238E27FC236}">
                <a16:creationId xmlns:a16="http://schemas.microsoft.com/office/drawing/2014/main" id="{0578A5C8-33B8-5E9C-04E7-5A51218CE91D}"/>
              </a:ext>
            </a:extLst>
          </p:cNvPr>
          <p:cNvGrpSpPr/>
          <p:nvPr/>
        </p:nvGrpSpPr>
        <p:grpSpPr>
          <a:xfrm>
            <a:off x="4789870" y="2998103"/>
            <a:ext cx="1224000" cy="504000"/>
            <a:chOff x="2880827" y="2325908"/>
            <a:chExt cx="1224000" cy="504000"/>
          </a:xfrm>
        </p:grpSpPr>
        <p:sp>
          <p:nvSpPr>
            <p:cNvPr id="221" name="Rectangle: Rounded Corners 220">
              <a:extLst>
                <a:ext uri="{FF2B5EF4-FFF2-40B4-BE49-F238E27FC236}">
                  <a16:creationId xmlns:a16="http://schemas.microsoft.com/office/drawing/2014/main" id="{8305C765-8152-EAE7-E74C-2C767514E18D}"/>
                </a:ext>
              </a:extLst>
            </p:cNvPr>
            <p:cNvSpPr/>
            <p:nvPr/>
          </p:nvSpPr>
          <p:spPr>
            <a:xfrm>
              <a:off x="2880827" y="2325908"/>
              <a:ext cx="1224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2" name="TextBox 221">
              <a:extLst>
                <a:ext uri="{FF2B5EF4-FFF2-40B4-BE49-F238E27FC236}">
                  <a16:creationId xmlns:a16="http://schemas.microsoft.com/office/drawing/2014/main" id="{048919A4-25E6-EA56-A06E-168BD0CD33C2}"/>
                </a:ext>
              </a:extLst>
            </p:cNvPr>
            <p:cNvSpPr txBox="1"/>
            <p:nvPr/>
          </p:nvSpPr>
          <p:spPr>
            <a:xfrm>
              <a:off x="2952827" y="2424019"/>
              <a:ext cx="1080000" cy="307777"/>
            </a:xfrm>
            <a:prstGeom prst="rect">
              <a:avLst/>
            </a:prstGeom>
            <a:noFill/>
          </p:spPr>
          <p:txBody>
            <a:bodyPr wrap="square" rtlCol="0">
              <a:spAutoFit/>
            </a:bodyPr>
            <a:lstStyle/>
            <a:p>
              <a:pPr algn="ctr"/>
              <a:r>
                <a:rPr lang="fr-FR" sz="1400" b="1" dirty="0">
                  <a:latin typeface="Oswald" pitchFamily="2" charset="0"/>
                </a:rPr>
                <a:t>S’inscrire</a:t>
              </a:r>
            </a:p>
          </p:txBody>
        </p:sp>
      </p:grpSp>
      <p:grpSp>
        <p:nvGrpSpPr>
          <p:cNvPr id="232" name="Group 231">
            <a:extLst>
              <a:ext uri="{FF2B5EF4-FFF2-40B4-BE49-F238E27FC236}">
                <a16:creationId xmlns:a16="http://schemas.microsoft.com/office/drawing/2014/main" id="{56BC048D-71F4-51E7-ADDE-F975A80746D1}"/>
              </a:ext>
            </a:extLst>
          </p:cNvPr>
          <p:cNvGrpSpPr/>
          <p:nvPr/>
        </p:nvGrpSpPr>
        <p:grpSpPr>
          <a:xfrm>
            <a:off x="7203299" y="2110868"/>
            <a:ext cx="1656000" cy="504000"/>
            <a:chOff x="6601722" y="2612470"/>
            <a:chExt cx="1656000" cy="504000"/>
          </a:xfrm>
        </p:grpSpPr>
        <p:sp>
          <p:nvSpPr>
            <p:cNvPr id="224" name="Rectangle: Rounded Corners 223">
              <a:extLst>
                <a:ext uri="{FF2B5EF4-FFF2-40B4-BE49-F238E27FC236}">
                  <a16:creationId xmlns:a16="http://schemas.microsoft.com/office/drawing/2014/main" id="{72FA3B3D-CBE3-E3D8-4DF7-2726DE649583}"/>
                </a:ext>
              </a:extLst>
            </p:cNvPr>
            <p:cNvSpPr/>
            <p:nvPr/>
          </p:nvSpPr>
          <p:spPr>
            <a:xfrm>
              <a:off x="6601722" y="2612470"/>
              <a:ext cx="165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5" name="TextBox 224">
              <a:extLst>
                <a:ext uri="{FF2B5EF4-FFF2-40B4-BE49-F238E27FC236}">
                  <a16:creationId xmlns:a16="http://schemas.microsoft.com/office/drawing/2014/main" id="{2910AF1D-80A3-C06C-A30E-A62EC7233D10}"/>
                </a:ext>
              </a:extLst>
            </p:cNvPr>
            <p:cNvSpPr txBox="1"/>
            <p:nvPr/>
          </p:nvSpPr>
          <p:spPr>
            <a:xfrm>
              <a:off x="6673722" y="2714787"/>
              <a:ext cx="1512000" cy="307777"/>
            </a:xfrm>
            <a:prstGeom prst="rect">
              <a:avLst/>
            </a:prstGeom>
            <a:noFill/>
          </p:spPr>
          <p:txBody>
            <a:bodyPr wrap="square" rtlCol="0">
              <a:spAutoFit/>
            </a:bodyPr>
            <a:lstStyle/>
            <a:p>
              <a:pPr algn="ctr"/>
              <a:r>
                <a:rPr lang="fr-FR" sz="1400" b="1" dirty="0">
                  <a:latin typeface="Oswald" pitchFamily="2" charset="0"/>
                </a:rPr>
                <a:t>Réserver le sièges</a:t>
              </a:r>
            </a:p>
          </p:txBody>
        </p:sp>
      </p:grpSp>
      <p:grpSp>
        <p:nvGrpSpPr>
          <p:cNvPr id="237" name="Group 236">
            <a:extLst>
              <a:ext uri="{FF2B5EF4-FFF2-40B4-BE49-F238E27FC236}">
                <a16:creationId xmlns:a16="http://schemas.microsoft.com/office/drawing/2014/main" id="{AF1282DA-3BB5-1BC9-CCFF-98B03C7CDC27}"/>
              </a:ext>
            </a:extLst>
          </p:cNvPr>
          <p:cNvGrpSpPr/>
          <p:nvPr/>
        </p:nvGrpSpPr>
        <p:grpSpPr>
          <a:xfrm>
            <a:off x="8035951" y="3412359"/>
            <a:ext cx="1728000" cy="504000"/>
            <a:chOff x="9223349" y="3456005"/>
            <a:chExt cx="1728000" cy="504000"/>
          </a:xfrm>
        </p:grpSpPr>
        <p:sp>
          <p:nvSpPr>
            <p:cNvPr id="230" name="Rectangle: Rounded Corners 229">
              <a:extLst>
                <a:ext uri="{FF2B5EF4-FFF2-40B4-BE49-F238E27FC236}">
                  <a16:creationId xmlns:a16="http://schemas.microsoft.com/office/drawing/2014/main" id="{952023D2-B793-88BA-0646-426A07C54837}"/>
                </a:ext>
              </a:extLst>
            </p:cNvPr>
            <p:cNvSpPr/>
            <p:nvPr/>
          </p:nvSpPr>
          <p:spPr>
            <a:xfrm>
              <a:off x="9223349" y="3456005"/>
              <a:ext cx="1728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1" name="TextBox 230">
              <a:extLst>
                <a:ext uri="{FF2B5EF4-FFF2-40B4-BE49-F238E27FC236}">
                  <a16:creationId xmlns:a16="http://schemas.microsoft.com/office/drawing/2014/main" id="{AA627579-55EF-E0B2-BD06-2D6458E337E6}"/>
                </a:ext>
              </a:extLst>
            </p:cNvPr>
            <p:cNvSpPr txBox="1"/>
            <p:nvPr/>
          </p:nvSpPr>
          <p:spPr>
            <a:xfrm>
              <a:off x="9307498" y="3553205"/>
              <a:ext cx="1584000" cy="309600"/>
            </a:xfrm>
            <a:prstGeom prst="rect">
              <a:avLst/>
            </a:prstGeom>
            <a:noFill/>
          </p:spPr>
          <p:txBody>
            <a:bodyPr wrap="square" rtlCol="0">
              <a:spAutoFit/>
            </a:bodyPr>
            <a:lstStyle/>
            <a:p>
              <a:pPr algn="ctr"/>
              <a:r>
                <a:rPr lang="fr-FR" sz="1400" b="1" dirty="0">
                  <a:latin typeface="Oswald" pitchFamily="2" charset="0"/>
                </a:rPr>
                <a:t>Télécharger Ticket</a:t>
              </a:r>
            </a:p>
          </p:txBody>
        </p:sp>
      </p:grpSp>
      <p:cxnSp>
        <p:nvCxnSpPr>
          <p:cNvPr id="239" name="Straight Connector 238">
            <a:extLst>
              <a:ext uri="{FF2B5EF4-FFF2-40B4-BE49-F238E27FC236}">
                <a16:creationId xmlns:a16="http://schemas.microsoft.com/office/drawing/2014/main" id="{02E2B736-6316-2CA7-5567-2EAA495DFD70}"/>
              </a:ext>
            </a:extLst>
          </p:cNvPr>
          <p:cNvCxnSpPr>
            <a:cxnSpLocks/>
          </p:cNvCxnSpPr>
          <p:nvPr/>
        </p:nvCxnSpPr>
        <p:spPr>
          <a:xfrm>
            <a:off x="1132569" y="2728903"/>
            <a:ext cx="1080000" cy="0"/>
          </a:xfrm>
          <a:prstGeom prst="line">
            <a:avLst/>
          </a:prstGeom>
          <a:ln w="127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71260797-B245-93E7-F1C6-1C1C4704BA3C}"/>
              </a:ext>
            </a:extLst>
          </p:cNvPr>
          <p:cNvCxnSpPr>
            <a:cxnSpLocks/>
          </p:cNvCxnSpPr>
          <p:nvPr/>
        </p:nvCxnSpPr>
        <p:spPr>
          <a:xfrm>
            <a:off x="1132569" y="5277233"/>
            <a:ext cx="1080000" cy="0"/>
          </a:xfrm>
          <a:prstGeom prst="line">
            <a:avLst/>
          </a:prstGeom>
          <a:ln w="127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6F5AC7FD-905F-511E-32DC-534FD0807D4D}"/>
              </a:ext>
            </a:extLst>
          </p:cNvPr>
          <p:cNvCxnSpPr>
            <a:cxnSpLocks/>
          </p:cNvCxnSpPr>
          <p:nvPr/>
        </p:nvCxnSpPr>
        <p:spPr>
          <a:xfrm flipH="1">
            <a:off x="3303284" y="2313255"/>
            <a:ext cx="1044000" cy="216000"/>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8D018E74-8FE4-9476-DA53-1CB2B559BA54}"/>
              </a:ext>
            </a:extLst>
          </p:cNvPr>
          <p:cNvCxnSpPr>
            <a:cxnSpLocks/>
          </p:cNvCxnSpPr>
          <p:nvPr/>
        </p:nvCxnSpPr>
        <p:spPr>
          <a:xfrm flipH="1" flipV="1">
            <a:off x="3318038" y="2891683"/>
            <a:ext cx="1410465" cy="354989"/>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8" name="TextBox 257">
            <a:extLst>
              <a:ext uri="{FF2B5EF4-FFF2-40B4-BE49-F238E27FC236}">
                <a16:creationId xmlns:a16="http://schemas.microsoft.com/office/drawing/2014/main" id="{FAD95342-5127-EADA-28B7-788E183D2339}"/>
              </a:ext>
            </a:extLst>
          </p:cNvPr>
          <p:cNvSpPr txBox="1"/>
          <p:nvPr/>
        </p:nvSpPr>
        <p:spPr>
          <a:xfrm rot="20883942">
            <a:off x="3473346" y="2169317"/>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sp>
        <p:nvSpPr>
          <p:cNvPr id="259" name="TextBox 258">
            <a:extLst>
              <a:ext uri="{FF2B5EF4-FFF2-40B4-BE49-F238E27FC236}">
                <a16:creationId xmlns:a16="http://schemas.microsoft.com/office/drawing/2014/main" id="{B96F1583-C341-1AC3-46DA-CFA45E325307}"/>
              </a:ext>
            </a:extLst>
          </p:cNvPr>
          <p:cNvSpPr txBox="1"/>
          <p:nvPr/>
        </p:nvSpPr>
        <p:spPr>
          <a:xfrm rot="677783">
            <a:off x="3678143" y="2829915"/>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cxnSp>
        <p:nvCxnSpPr>
          <p:cNvPr id="261" name="Straight Arrow Connector 260">
            <a:extLst>
              <a:ext uri="{FF2B5EF4-FFF2-40B4-BE49-F238E27FC236}">
                <a16:creationId xmlns:a16="http://schemas.microsoft.com/office/drawing/2014/main" id="{7AEE39BC-385C-BF1B-DBA1-F5BF598D7DCA}"/>
              </a:ext>
            </a:extLst>
          </p:cNvPr>
          <p:cNvCxnSpPr>
            <a:cxnSpLocks/>
          </p:cNvCxnSpPr>
          <p:nvPr/>
        </p:nvCxnSpPr>
        <p:spPr>
          <a:xfrm flipH="1">
            <a:off x="3663284" y="5285780"/>
            <a:ext cx="1332000" cy="0"/>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2" name="TextBox 261">
            <a:extLst>
              <a:ext uri="{FF2B5EF4-FFF2-40B4-BE49-F238E27FC236}">
                <a16:creationId xmlns:a16="http://schemas.microsoft.com/office/drawing/2014/main" id="{F65A4B30-40F6-7DC7-5064-A2307A21B7BF}"/>
              </a:ext>
            </a:extLst>
          </p:cNvPr>
          <p:cNvSpPr txBox="1"/>
          <p:nvPr/>
        </p:nvSpPr>
        <p:spPr>
          <a:xfrm>
            <a:off x="3992865" y="5034146"/>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cxnSp>
        <p:nvCxnSpPr>
          <p:cNvPr id="263" name="Straight Arrow Connector 262">
            <a:extLst>
              <a:ext uri="{FF2B5EF4-FFF2-40B4-BE49-F238E27FC236}">
                <a16:creationId xmlns:a16="http://schemas.microsoft.com/office/drawing/2014/main" id="{52D77575-B229-5B11-E99B-CCFCAF346D9F}"/>
              </a:ext>
            </a:extLst>
          </p:cNvPr>
          <p:cNvCxnSpPr>
            <a:cxnSpLocks/>
          </p:cNvCxnSpPr>
          <p:nvPr/>
        </p:nvCxnSpPr>
        <p:spPr>
          <a:xfrm flipH="1">
            <a:off x="6414371" y="2395194"/>
            <a:ext cx="739785" cy="1558"/>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44C5627B-9575-6C3A-6BB2-7C3E5686F9A5}"/>
              </a:ext>
            </a:extLst>
          </p:cNvPr>
          <p:cNvSpPr txBox="1"/>
          <p:nvPr/>
        </p:nvSpPr>
        <p:spPr>
          <a:xfrm>
            <a:off x="6424374" y="2147742"/>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cxnSp>
        <p:nvCxnSpPr>
          <p:cNvPr id="273" name="Straight Arrow Connector 272">
            <a:extLst>
              <a:ext uri="{FF2B5EF4-FFF2-40B4-BE49-F238E27FC236}">
                <a16:creationId xmlns:a16="http://schemas.microsoft.com/office/drawing/2014/main" id="{3E1FA84A-00E9-EA30-08AE-6743F404BCAA}"/>
              </a:ext>
            </a:extLst>
          </p:cNvPr>
          <p:cNvCxnSpPr>
            <a:cxnSpLocks/>
          </p:cNvCxnSpPr>
          <p:nvPr/>
        </p:nvCxnSpPr>
        <p:spPr>
          <a:xfrm flipH="1" flipV="1">
            <a:off x="8087442" y="2632247"/>
            <a:ext cx="834270" cy="736508"/>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7" name="TextBox 276">
            <a:extLst>
              <a:ext uri="{FF2B5EF4-FFF2-40B4-BE49-F238E27FC236}">
                <a16:creationId xmlns:a16="http://schemas.microsoft.com/office/drawing/2014/main" id="{C62B82A1-F6A3-0F81-49EB-B1AC85FABF77}"/>
              </a:ext>
            </a:extLst>
          </p:cNvPr>
          <p:cNvSpPr txBox="1"/>
          <p:nvPr/>
        </p:nvSpPr>
        <p:spPr>
          <a:xfrm rot="2683617">
            <a:off x="8298136" y="2861082"/>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cxnSp>
        <p:nvCxnSpPr>
          <p:cNvPr id="278" name="Straight Arrow Connector 277">
            <a:extLst>
              <a:ext uri="{FF2B5EF4-FFF2-40B4-BE49-F238E27FC236}">
                <a16:creationId xmlns:a16="http://schemas.microsoft.com/office/drawing/2014/main" id="{F8F3A8EB-6F90-0C83-00A5-D82872BF5B5D}"/>
              </a:ext>
            </a:extLst>
          </p:cNvPr>
          <p:cNvCxnSpPr>
            <a:cxnSpLocks/>
          </p:cNvCxnSpPr>
          <p:nvPr/>
        </p:nvCxnSpPr>
        <p:spPr>
          <a:xfrm flipH="1">
            <a:off x="6701229" y="5280367"/>
            <a:ext cx="1224000" cy="0"/>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9139E6D1-56BA-6C9C-55B0-DEC659C34CFD}"/>
              </a:ext>
            </a:extLst>
          </p:cNvPr>
          <p:cNvCxnSpPr>
            <a:cxnSpLocks/>
          </p:cNvCxnSpPr>
          <p:nvPr/>
        </p:nvCxnSpPr>
        <p:spPr>
          <a:xfrm flipH="1">
            <a:off x="6618596" y="4541907"/>
            <a:ext cx="1257890" cy="491873"/>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FAB7BBB7-CBB7-5924-A1AF-E97A8CDBC76F}"/>
              </a:ext>
            </a:extLst>
          </p:cNvPr>
          <p:cNvCxnSpPr>
            <a:cxnSpLocks/>
          </p:cNvCxnSpPr>
          <p:nvPr/>
        </p:nvCxnSpPr>
        <p:spPr>
          <a:xfrm flipH="1" flipV="1">
            <a:off x="6618596" y="5537064"/>
            <a:ext cx="1080000" cy="432000"/>
          </a:xfrm>
          <a:prstGeom prst="straightConnector1">
            <a:avLst/>
          </a:prstGeom>
          <a:ln w="12700">
            <a:solidFill>
              <a:schemeClr val="bg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3" name="TextBox 282">
            <a:extLst>
              <a:ext uri="{FF2B5EF4-FFF2-40B4-BE49-F238E27FC236}">
                <a16:creationId xmlns:a16="http://schemas.microsoft.com/office/drawing/2014/main" id="{BCF9D592-3D71-F79A-7DB3-A601447B383B}"/>
              </a:ext>
            </a:extLst>
          </p:cNvPr>
          <p:cNvSpPr txBox="1"/>
          <p:nvPr/>
        </p:nvSpPr>
        <p:spPr>
          <a:xfrm>
            <a:off x="6952583" y="5039069"/>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sp>
        <p:nvSpPr>
          <p:cNvPr id="284" name="TextBox 283">
            <a:extLst>
              <a:ext uri="{FF2B5EF4-FFF2-40B4-BE49-F238E27FC236}">
                <a16:creationId xmlns:a16="http://schemas.microsoft.com/office/drawing/2014/main" id="{D87147AA-7D47-205D-461E-67812F32F264}"/>
              </a:ext>
            </a:extLst>
          </p:cNvPr>
          <p:cNvSpPr txBox="1"/>
          <p:nvPr/>
        </p:nvSpPr>
        <p:spPr>
          <a:xfrm rot="20309447">
            <a:off x="6901486" y="4508505"/>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sp>
        <p:nvSpPr>
          <p:cNvPr id="285" name="TextBox 284">
            <a:extLst>
              <a:ext uri="{FF2B5EF4-FFF2-40B4-BE49-F238E27FC236}">
                <a16:creationId xmlns:a16="http://schemas.microsoft.com/office/drawing/2014/main" id="{57F3F842-606F-68DF-C7CD-5B829ECA2F1D}"/>
              </a:ext>
            </a:extLst>
          </p:cNvPr>
          <p:cNvSpPr txBox="1"/>
          <p:nvPr/>
        </p:nvSpPr>
        <p:spPr>
          <a:xfrm rot="1369453">
            <a:off x="6896281" y="5547639"/>
            <a:ext cx="790251" cy="246221"/>
          </a:xfrm>
          <a:prstGeom prst="rect">
            <a:avLst/>
          </a:prstGeom>
          <a:noFill/>
        </p:spPr>
        <p:txBody>
          <a:bodyPr wrap="square" rtlCol="0">
            <a:spAutoFit/>
          </a:bodyPr>
          <a:lstStyle/>
          <a:p>
            <a:pPr algn="ctr"/>
            <a:r>
              <a:rPr lang="fr-FR" sz="1000" dirty="0">
                <a:solidFill>
                  <a:schemeClr val="bg1"/>
                </a:solidFill>
                <a:latin typeface="Oswald" pitchFamily="2" charset="0"/>
              </a:rPr>
              <a:t>« extend »</a:t>
            </a:r>
          </a:p>
        </p:txBody>
      </p:sp>
      <p:sp>
        <p:nvSpPr>
          <p:cNvPr id="4" name="Slide Number Placeholder 3">
            <a:extLst>
              <a:ext uri="{FF2B5EF4-FFF2-40B4-BE49-F238E27FC236}">
                <a16:creationId xmlns:a16="http://schemas.microsoft.com/office/drawing/2014/main" id="{C1FE8ACF-A80C-9596-B6AF-B1080F6DA8D5}"/>
              </a:ext>
            </a:extLst>
          </p:cNvPr>
          <p:cNvSpPr>
            <a:spLocks noGrp="1"/>
          </p:cNvSpPr>
          <p:nvPr>
            <p:ph type="sldNum" sz="quarter" idx="12"/>
          </p:nvPr>
        </p:nvSpPr>
        <p:spPr/>
        <p:txBody>
          <a:bodyPr/>
          <a:lstStyle/>
          <a:p>
            <a:pPr algn="ctr"/>
            <a:fld id="{DD31AE6B-CDAB-407E-9BC6-E294FE5CDB12}" type="slidenum">
              <a:rPr lang="fr-FR" smtClean="0"/>
              <a:pPr algn="ctr"/>
              <a:t>16</a:t>
            </a:fld>
            <a:endParaRPr lang="fr-FR"/>
          </a:p>
        </p:txBody>
      </p:sp>
      <p:sp>
        <p:nvSpPr>
          <p:cNvPr id="8" name="Rectangle: Rounded Corners 7">
            <a:extLst>
              <a:ext uri="{FF2B5EF4-FFF2-40B4-BE49-F238E27FC236}">
                <a16:creationId xmlns:a16="http://schemas.microsoft.com/office/drawing/2014/main" id="{C750F086-3181-0325-4665-F1233875214A}"/>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56337210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down)">
                                      <p:cBhvr>
                                        <p:cTn id="14" dur="500"/>
                                        <p:tgtEl>
                                          <p:spTgt spid="25"/>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down)">
                                      <p:cBhvr>
                                        <p:cTn id="18" dur="500"/>
                                        <p:tgtEl>
                                          <p:spTgt spid="23"/>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192"/>
                                        </p:tgtEl>
                                        <p:attrNameLst>
                                          <p:attrName>style.visibility</p:attrName>
                                        </p:attrNameLst>
                                      </p:cBhvr>
                                      <p:to>
                                        <p:strVal val="visible"/>
                                      </p:to>
                                    </p:set>
                                    <p:animEffect transition="in" filter="wipe(down)">
                                      <p:cBhvr>
                                        <p:cTn id="22" dur="500"/>
                                        <p:tgtEl>
                                          <p:spTgt spid="192"/>
                                        </p:tgtEl>
                                      </p:cBhvr>
                                    </p:animEffect>
                                  </p:childTnLst>
                                </p:cTn>
                              </p:par>
                            </p:childTnLst>
                          </p:cTn>
                        </p:par>
                        <p:par>
                          <p:cTn id="23" fill="hold">
                            <p:stCondLst>
                              <p:cond delay="2000"/>
                            </p:stCondLst>
                            <p:childTnLst>
                              <p:par>
                                <p:cTn id="24" presetID="22" presetClass="entr" presetSubtype="4"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00"/>
                                        <p:tgtEl>
                                          <p:spTgt spid="24"/>
                                        </p:tgtEl>
                                      </p:cBhvr>
                                    </p:animEffect>
                                  </p:childTnLst>
                                </p:cTn>
                              </p:par>
                            </p:childTnLst>
                          </p:cTn>
                        </p:par>
                        <p:par>
                          <p:cTn id="27" fill="hold">
                            <p:stCondLst>
                              <p:cond delay="2500"/>
                            </p:stCondLst>
                            <p:childTnLst>
                              <p:par>
                                <p:cTn id="28" presetID="22" presetClass="entr" presetSubtype="4"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500"/>
                                        <p:tgtEl>
                                          <p:spTgt spid="21"/>
                                        </p:tgtEl>
                                      </p:cBhvr>
                                    </p:animEffect>
                                  </p:childTnLst>
                                </p:cTn>
                              </p:par>
                            </p:childTnLst>
                          </p:cTn>
                        </p:par>
                        <p:par>
                          <p:cTn id="31" fill="hold">
                            <p:stCondLst>
                              <p:cond delay="3000"/>
                            </p:stCondLst>
                            <p:childTnLst>
                              <p:par>
                                <p:cTn id="32" presetID="22" presetClass="entr" presetSubtype="8" fill="hold" nodeType="afterEffect">
                                  <p:stCondLst>
                                    <p:cond delay="0"/>
                                  </p:stCondLst>
                                  <p:childTnLst>
                                    <p:set>
                                      <p:cBhvr>
                                        <p:cTn id="33" dur="1" fill="hold">
                                          <p:stCondLst>
                                            <p:cond delay="0"/>
                                          </p:stCondLst>
                                        </p:cTn>
                                        <p:tgtEl>
                                          <p:spTgt spid="239"/>
                                        </p:tgtEl>
                                        <p:attrNameLst>
                                          <p:attrName>style.visibility</p:attrName>
                                        </p:attrNameLst>
                                      </p:cBhvr>
                                      <p:to>
                                        <p:strVal val="visible"/>
                                      </p:to>
                                    </p:set>
                                    <p:animEffect transition="in" filter="wipe(left)">
                                      <p:cBhvr>
                                        <p:cTn id="34" dur="500"/>
                                        <p:tgtEl>
                                          <p:spTgt spid="239"/>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241"/>
                                        </p:tgtEl>
                                        <p:attrNameLst>
                                          <p:attrName>style.visibility</p:attrName>
                                        </p:attrNameLst>
                                      </p:cBhvr>
                                      <p:to>
                                        <p:strVal val="visible"/>
                                      </p:to>
                                    </p:set>
                                    <p:animEffect transition="in" filter="wipe(left)">
                                      <p:cBhvr>
                                        <p:cTn id="38" dur="500"/>
                                        <p:tgtEl>
                                          <p:spTgt spid="241"/>
                                        </p:tgtEl>
                                      </p:cBhvr>
                                    </p:animEffect>
                                  </p:childTnLst>
                                </p:cTn>
                              </p:par>
                            </p:childTnLst>
                          </p:cTn>
                        </p:par>
                        <p:par>
                          <p:cTn id="39" fill="hold">
                            <p:stCondLst>
                              <p:cond delay="4000"/>
                            </p:stCondLst>
                            <p:childTnLst>
                              <p:par>
                                <p:cTn id="40" presetID="22" presetClass="entr" presetSubtype="8" fill="hold" nodeType="afterEffect">
                                  <p:stCondLst>
                                    <p:cond delay="0"/>
                                  </p:stCondLst>
                                  <p:childTnLst>
                                    <p:set>
                                      <p:cBhvr>
                                        <p:cTn id="41" dur="1" fill="hold">
                                          <p:stCondLst>
                                            <p:cond delay="0"/>
                                          </p:stCondLst>
                                        </p:cTn>
                                        <p:tgtEl>
                                          <p:spTgt spid="234"/>
                                        </p:tgtEl>
                                        <p:attrNameLst>
                                          <p:attrName>style.visibility</p:attrName>
                                        </p:attrNameLst>
                                      </p:cBhvr>
                                      <p:to>
                                        <p:strVal val="visible"/>
                                      </p:to>
                                    </p:set>
                                    <p:animEffect transition="in" filter="wipe(left)">
                                      <p:cBhvr>
                                        <p:cTn id="42" dur="500"/>
                                        <p:tgtEl>
                                          <p:spTgt spid="234"/>
                                        </p:tgtEl>
                                      </p:cBhvr>
                                    </p:animEffect>
                                  </p:childTnLst>
                                </p:cTn>
                              </p:par>
                              <p:par>
                                <p:cTn id="43" presetID="22" presetClass="entr" presetSubtype="8" fill="hold" nodeType="withEffect">
                                  <p:stCondLst>
                                    <p:cond delay="0"/>
                                  </p:stCondLst>
                                  <p:childTnLst>
                                    <p:set>
                                      <p:cBhvr>
                                        <p:cTn id="44" dur="1" fill="hold">
                                          <p:stCondLst>
                                            <p:cond delay="0"/>
                                          </p:stCondLst>
                                        </p:cTn>
                                        <p:tgtEl>
                                          <p:spTgt spid="235"/>
                                        </p:tgtEl>
                                        <p:attrNameLst>
                                          <p:attrName>style.visibility</p:attrName>
                                        </p:attrNameLst>
                                      </p:cBhvr>
                                      <p:to>
                                        <p:strVal val="visible"/>
                                      </p:to>
                                    </p:set>
                                    <p:animEffect transition="in" filter="wipe(left)">
                                      <p:cBhvr>
                                        <p:cTn id="45" dur="500"/>
                                        <p:tgtEl>
                                          <p:spTgt spid="235"/>
                                        </p:tgtEl>
                                      </p:cBhvr>
                                    </p:animEffect>
                                  </p:childTnLst>
                                </p:cTn>
                              </p:par>
                            </p:childTnLst>
                          </p:cTn>
                        </p:par>
                        <p:par>
                          <p:cTn id="46" fill="hold">
                            <p:stCondLst>
                              <p:cond delay="4500"/>
                            </p:stCondLst>
                            <p:childTnLst>
                              <p:par>
                                <p:cTn id="47" presetID="22" presetClass="entr" presetSubtype="1" fill="hold" nodeType="afterEffect">
                                  <p:stCondLst>
                                    <p:cond delay="0"/>
                                  </p:stCondLst>
                                  <p:childTnLst>
                                    <p:set>
                                      <p:cBhvr>
                                        <p:cTn id="48" dur="1" fill="hold">
                                          <p:stCondLst>
                                            <p:cond delay="0"/>
                                          </p:stCondLst>
                                        </p:cTn>
                                        <p:tgtEl>
                                          <p:spTgt spid="245"/>
                                        </p:tgtEl>
                                        <p:attrNameLst>
                                          <p:attrName>style.visibility</p:attrName>
                                        </p:attrNameLst>
                                      </p:cBhvr>
                                      <p:to>
                                        <p:strVal val="visible"/>
                                      </p:to>
                                    </p:set>
                                    <p:animEffect transition="in" filter="wipe(up)">
                                      <p:cBhvr>
                                        <p:cTn id="49" dur="500"/>
                                        <p:tgtEl>
                                          <p:spTgt spid="245"/>
                                        </p:tgtEl>
                                      </p:cBhvr>
                                    </p:animEffect>
                                  </p:childTnLst>
                                </p:cTn>
                              </p:par>
                              <p:par>
                                <p:cTn id="50" presetID="22" presetClass="entr" presetSubtype="4" fill="hold" nodeType="withEffect">
                                  <p:stCondLst>
                                    <p:cond delay="0"/>
                                  </p:stCondLst>
                                  <p:childTnLst>
                                    <p:set>
                                      <p:cBhvr>
                                        <p:cTn id="51" dur="1" fill="hold">
                                          <p:stCondLst>
                                            <p:cond delay="0"/>
                                          </p:stCondLst>
                                        </p:cTn>
                                        <p:tgtEl>
                                          <p:spTgt spid="254"/>
                                        </p:tgtEl>
                                        <p:attrNameLst>
                                          <p:attrName>style.visibility</p:attrName>
                                        </p:attrNameLst>
                                      </p:cBhvr>
                                      <p:to>
                                        <p:strVal val="visible"/>
                                      </p:to>
                                    </p:set>
                                    <p:animEffect transition="in" filter="wipe(down)">
                                      <p:cBhvr>
                                        <p:cTn id="52" dur="500"/>
                                        <p:tgtEl>
                                          <p:spTgt spid="254"/>
                                        </p:tgtEl>
                                      </p:cBhvr>
                                    </p:animEffect>
                                  </p:childTnLst>
                                </p:cTn>
                              </p:par>
                              <p:par>
                                <p:cTn id="53" presetID="22" presetClass="entr" presetSubtype="2" fill="hold"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wipe(right)">
                                      <p:cBhvr>
                                        <p:cTn id="55" dur="500"/>
                                        <p:tgtEl>
                                          <p:spTgt spid="26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8"/>
                                        </p:tgtEl>
                                        <p:attrNameLst>
                                          <p:attrName>style.visibility</p:attrName>
                                        </p:attrNameLst>
                                      </p:cBhvr>
                                      <p:to>
                                        <p:strVal val="visible"/>
                                      </p:to>
                                    </p:set>
                                    <p:animEffect transition="in" filter="fade">
                                      <p:cBhvr>
                                        <p:cTn id="58" dur="500"/>
                                        <p:tgtEl>
                                          <p:spTgt spid="25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9"/>
                                        </p:tgtEl>
                                        <p:attrNameLst>
                                          <p:attrName>style.visibility</p:attrName>
                                        </p:attrNameLst>
                                      </p:cBhvr>
                                      <p:to>
                                        <p:strVal val="visible"/>
                                      </p:to>
                                    </p:set>
                                    <p:animEffect transition="in" filter="fade">
                                      <p:cBhvr>
                                        <p:cTn id="61" dur="500"/>
                                        <p:tgtEl>
                                          <p:spTgt spid="25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2"/>
                                        </p:tgtEl>
                                        <p:attrNameLst>
                                          <p:attrName>style.visibility</p:attrName>
                                        </p:attrNameLst>
                                      </p:cBhvr>
                                      <p:to>
                                        <p:strVal val="visible"/>
                                      </p:to>
                                    </p:set>
                                    <p:animEffect transition="in" filter="fade">
                                      <p:cBhvr>
                                        <p:cTn id="64" dur="500"/>
                                        <p:tgtEl>
                                          <p:spTgt spid="262"/>
                                        </p:tgtEl>
                                      </p:cBhvr>
                                    </p:animEffect>
                                  </p:childTnLst>
                                </p:cTn>
                              </p:par>
                            </p:childTnLst>
                          </p:cTn>
                        </p:par>
                        <p:par>
                          <p:cTn id="65" fill="hold">
                            <p:stCondLst>
                              <p:cond delay="5000"/>
                            </p:stCondLst>
                            <p:childTnLst>
                              <p:par>
                                <p:cTn id="66" presetID="22" presetClass="entr" presetSubtype="2" fill="hold" nodeType="afterEffect">
                                  <p:stCondLst>
                                    <p:cond delay="0"/>
                                  </p:stCondLst>
                                  <p:childTnLst>
                                    <p:set>
                                      <p:cBhvr>
                                        <p:cTn id="67" dur="1" fill="hold">
                                          <p:stCondLst>
                                            <p:cond delay="0"/>
                                          </p:stCondLst>
                                        </p:cTn>
                                        <p:tgtEl>
                                          <p:spTgt spid="220"/>
                                        </p:tgtEl>
                                        <p:attrNameLst>
                                          <p:attrName>style.visibility</p:attrName>
                                        </p:attrNameLst>
                                      </p:cBhvr>
                                      <p:to>
                                        <p:strVal val="visible"/>
                                      </p:to>
                                    </p:set>
                                    <p:animEffect transition="in" filter="wipe(right)">
                                      <p:cBhvr>
                                        <p:cTn id="68" dur="500"/>
                                        <p:tgtEl>
                                          <p:spTgt spid="220"/>
                                        </p:tgtEl>
                                      </p:cBhvr>
                                    </p:animEffect>
                                  </p:childTnLst>
                                </p:cTn>
                              </p:par>
                              <p:par>
                                <p:cTn id="69" presetID="22" presetClass="entr" presetSubtype="2" fill="hold" nodeType="withEffect">
                                  <p:stCondLst>
                                    <p:cond delay="0"/>
                                  </p:stCondLst>
                                  <p:childTnLst>
                                    <p:set>
                                      <p:cBhvr>
                                        <p:cTn id="70" dur="1" fill="hold">
                                          <p:stCondLst>
                                            <p:cond delay="0"/>
                                          </p:stCondLst>
                                        </p:cTn>
                                        <p:tgtEl>
                                          <p:spTgt spid="233"/>
                                        </p:tgtEl>
                                        <p:attrNameLst>
                                          <p:attrName>style.visibility</p:attrName>
                                        </p:attrNameLst>
                                      </p:cBhvr>
                                      <p:to>
                                        <p:strVal val="visible"/>
                                      </p:to>
                                    </p:set>
                                    <p:animEffect transition="in" filter="wipe(right)">
                                      <p:cBhvr>
                                        <p:cTn id="71" dur="500"/>
                                        <p:tgtEl>
                                          <p:spTgt spid="233"/>
                                        </p:tgtEl>
                                      </p:cBhvr>
                                    </p:animEffect>
                                  </p:childTnLst>
                                </p:cTn>
                              </p:par>
                              <p:par>
                                <p:cTn id="72" presetID="22" presetClass="entr" presetSubtype="8" fill="hold" nodeType="withEffect">
                                  <p:stCondLst>
                                    <p:cond delay="0"/>
                                  </p:stCondLst>
                                  <p:childTnLst>
                                    <p:set>
                                      <p:cBhvr>
                                        <p:cTn id="73" dur="1" fill="hold">
                                          <p:stCondLst>
                                            <p:cond delay="0"/>
                                          </p:stCondLst>
                                        </p:cTn>
                                        <p:tgtEl>
                                          <p:spTgt spid="205"/>
                                        </p:tgtEl>
                                        <p:attrNameLst>
                                          <p:attrName>style.visibility</p:attrName>
                                        </p:attrNameLst>
                                      </p:cBhvr>
                                      <p:to>
                                        <p:strVal val="visible"/>
                                      </p:to>
                                    </p:set>
                                    <p:animEffect transition="in" filter="wipe(left)">
                                      <p:cBhvr>
                                        <p:cTn id="74" dur="500"/>
                                        <p:tgtEl>
                                          <p:spTgt spid="205"/>
                                        </p:tgtEl>
                                      </p:cBhvr>
                                    </p:animEffect>
                                  </p:childTnLst>
                                </p:cTn>
                              </p:par>
                            </p:childTnLst>
                          </p:cTn>
                        </p:par>
                        <p:par>
                          <p:cTn id="75" fill="hold">
                            <p:stCondLst>
                              <p:cond delay="5500"/>
                            </p:stCondLst>
                            <p:childTnLst>
                              <p:par>
                                <p:cTn id="76" presetID="22" presetClass="entr" presetSubtype="2" fill="hold" nodeType="afterEffect">
                                  <p:stCondLst>
                                    <p:cond delay="0"/>
                                  </p:stCondLst>
                                  <p:childTnLst>
                                    <p:set>
                                      <p:cBhvr>
                                        <p:cTn id="77" dur="1" fill="hold">
                                          <p:stCondLst>
                                            <p:cond delay="0"/>
                                          </p:stCondLst>
                                        </p:cTn>
                                        <p:tgtEl>
                                          <p:spTgt spid="263"/>
                                        </p:tgtEl>
                                        <p:attrNameLst>
                                          <p:attrName>style.visibility</p:attrName>
                                        </p:attrNameLst>
                                      </p:cBhvr>
                                      <p:to>
                                        <p:strVal val="visible"/>
                                      </p:to>
                                    </p:set>
                                    <p:animEffect transition="in" filter="wipe(right)">
                                      <p:cBhvr>
                                        <p:cTn id="78" dur="500"/>
                                        <p:tgtEl>
                                          <p:spTgt spid="26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5"/>
                                        </p:tgtEl>
                                        <p:attrNameLst>
                                          <p:attrName>style.visibility</p:attrName>
                                        </p:attrNameLst>
                                      </p:cBhvr>
                                      <p:to>
                                        <p:strVal val="visible"/>
                                      </p:to>
                                    </p:set>
                                    <p:animEffect transition="in" filter="fade">
                                      <p:cBhvr>
                                        <p:cTn id="81" dur="500"/>
                                        <p:tgtEl>
                                          <p:spTgt spid="265"/>
                                        </p:tgtEl>
                                      </p:cBhvr>
                                    </p:animEffect>
                                  </p:childTnLst>
                                </p:cTn>
                              </p:par>
                              <p:par>
                                <p:cTn id="82" presetID="22" presetClass="entr" presetSubtype="1" fill="hold" nodeType="withEffect">
                                  <p:stCondLst>
                                    <p:cond delay="0"/>
                                  </p:stCondLst>
                                  <p:childTnLst>
                                    <p:set>
                                      <p:cBhvr>
                                        <p:cTn id="83" dur="1" fill="hold">
                                          <p:stCondLst>
                                            <p:cond delay="0"/>
                                          </p:stCondLst>
                                        </p:cTn>
                                        <p:tgtEl>
                                          <p:spTgt spid="279"/>
                                        </p:tgtEl>
                                        <p:attrNameLst>
                                          <p:attrName>style.visibility</p:attrName>
                                        </p:attrNameLst>
                                      </p:cBhvr>
                                      <p:to>
                                        <p:strVal val="visible"/>
                                      </p:to>
                                    </p:set>
                                    <p:animEffect transition="in" filter="wipe(up)">
                                      <p:cBhvr>
                                        <p:cTn id="84" dur="500"/>
                                        <p:tgtEl>
                                          <p:spTgt spid="279"/>
                                        </p:tgtEl>
                                      </p:cBhvr>
                                    </p:animEffect>
                                  </p:childTnLst>
                                </p:cTn>
                              </p:par>
                              <p:par>
                                <p:cTn id="85" presetID="22" presetClass="entr" presetSubtype="2" fill="hold" nodeType="withEffect">
                                  <p:stCondLst>
                                    <p:cond delay="0"/>
                                  </p:stCondLst>
                                  <p:childTnLst>
                                    <p:set>
                                      <p:cBhvr>
                                        <p:cTn id="86" dur="1" fill="hold">
                                          <p:stCondLst>
                                            <p:cond delay="0"/>
                                          </p:stCondLst>
                                        </p:cTn>
                                        <p:tgtEl>
                                          <p:spTgt spid="278"/>
                                        </p:tgtEl>
                                        <p:attrNameLst>
                                          <p:attrName>style.visibility</p:attrName>
                                        </p:attrNameLst>
                                      </p:cBhvr>
                                      <p:to>
                                        <p:strVal val="visible"/>
                                      </p:to>
                                    </p:set>
                                    <p:animEffect transition="in" filter="wipe(right)">
                                      <p:cBhvr>
                                        <p:cTn id="87" dur="500"/>
                                        <p:tgtEl>
                                          <p:spTgt spid="278"/>
                                        </p:tgtEl>
                                      </p:cBhvr>
                                    </p:animEffect>
                                  </p:childTnLst>
                                </p:cTn>
                              </p:par>
                              <p:par>
                                <p:cTn id="88" presetID="22" presetClass="entr" presetSubtype="4" fill="hold" nodeType="withEffect">
                                  <p:stCondLst>
                                    <p:cond delay="0"/>
                                  </p:stCondLst>
                                  <p:childTnLst>
                                    <p:set>
                                      <p:cBhvr>
                                        <p:cTn id="89" dur="1" fill="hold">
                                          <p:stCondLst>
                                            <p:cond delay="0"/>
                                          </p:stCondLst>
                                        </p:cTn>
                                        <p:tgtEl>
                                          <p:spTgt spid="281"/>
                                        </p:tgtEl>
                                        <p:attrNameLst>
                                          <p:attrName>style.visibility</p:attrName>
                                        </p:attrNameLst>
                                      </p:cBhvr>
                                      <p:to>
                                        <p:strVal val="visible"/>
                                      </p:to>
                                    </p:set>
                                    <p:animEffect transition="in" filter="wipe(down)">
                                      <p:cBhvr>
                                        <p:cTn id="90" dur="500"/>
                                        <p:tgtEl>
                                          <p:spTgt spid="28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85"/>
                                        </p:tgtEl>
                                        <p:attrNameLst>
                                          <p:attrName>style.visibility</p:attrName>
                                        </p:attrNameLst>
                                      </p:cBhvr>
                                      <p:to>
                                        <p:strVal val="visible"/>
                                      </p:to>
                                    </p:set>
                                    <p:animEffect transition="in" filter="fade">
                                      <p:cBhvr>
                                        <p:cTn id="93" dur="500"/>
                                        <p:tgtEl>
                                          <p:spTgt spid="28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3"/>
                                        </p:tgtEl>
                                        <p:attrNameLst>
                                          <p:attrName>style.visibility</p:attrName>
                                        </p:attrNameLst>
                                      </p:cBhvr>
                                      <p:to>
                                        <p:strVal val="visible"/>
                                      </p:to>
                                    </p:set>
                                    <p:animEffect transition="in" filter="fade">
                                      <p:cBhvr>
                                        <p:cTn id="96" dur="500"/>
                                        <p:tgtEl>
                                          <p:spTgt spid="28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84"/>
                                        </p:tgtEl>
                                        <p:attrNameLst>
                                          <p:attrName>style.visibility</p:attrName>
                                        </p:attrNameLst>
                                      </p:cBhvr>
                                      <p:to>
                                        <p:strVal val="visible"/>
                                      </p:to>
                                    </p:set>
                                    <p:animEffect transition="in" filter="fade">
                                      <p:cBhvr>
                                        <p:cTn id="99" dur="500"/>
                                        <p:tgtEl>
                                          <p:spTgt spid="284"/>
                                        </p:tgtEl>
                                      </p:cBhvr>
                                    </p:animEffect>
                                  </p:childTnLst>
                                </p:cTn>
                              </p:par>
                            </p:childTnLst>
                          </p:cTn>
                        </p:par>
                        <p:par>
                          <p:cTn id="100" fill="hold">
                            <p:stCondLst>
                              <p:cond delay="6000"/>
                            </p:stCondLst>
                            <p:childTnLst>
                              <p:par>
                                <p:cTn id="101" presetID="22" presetClass="entr" presetSubtype="2" fill="hold" nodeType="afterEffect">
                                  <p:stCondLst>
                                    <p:cond delay="0"/>
                                  </p:stCondLst>
                                  <p:childTnLst>
                                    <p:set>
                                      <p:cBhvr>
                                        <p:cTn id="102" dur="1" fill="hold">
                                          <p:stCondLst>
                                            <p:cond delay="0"/>
                                          </p:stCondLst>
                                        </p:cTn>
                                        <p:tgtEl>
                                          <p:spTgt spid="232"/>
                                        </p:tgtEl>
                                        <p:attrNameLst>
                                          <p:attrName>style.visibility</p:attrName>
                                        </p:attrNameLst>
                                      </p:cBhvr>
                                      <p:to>
                                        <p:strVal val="visible"/>
                                      </p:to>
                                    </p:set>
                                    <p:animEffect transition="in" filter="wipe(right)">
                                      <p:cBhvr>
                                        <p:cTn id="103" dur="500"/>
                                        <p:tgtEl>
                                          <p:spTgt spid="232"/>
                                        </p:tgtEl>
                                      </p:cBhvr>
                                    </p:animEffect>
                                  </p:childTnLst>
                                </p:cTn>
                              </p:par>
                              <p:par>
                                <p:cTn id="104" presetID="22" presetClass="entr" presetSubtype="8" fill="hold" nodeType="withEffect">
                                  <p:stCondLst>
                                    <p:cond delay="0"/>
                                  </p:stCondLst>
                                  <p:childTnLst>
                                    <p:set>
                                      <p:cBhvr>
                                        <p:cTn id="105" dur="1" fill="hold">
                                          <p:stCondLst>
                                            <p:cond delay="0"/>
                                          </p:stCondLst>
                                        </p:cTn>
                                        <p:tgtEl>
                                          <p:spTgt spid="236"/>
                                        </p:tgtEl>
                                        <p:attrNameLst>
                                          <p:attrName>style.visibility</p:attrName>
                                        </p:attrNameLst>
                                      </p:cBhvr>
                                      <p:to>
                                        <p:strVal val="visible"/>
                                      </p:to>
                                    </p:set>
                                    <p:animEffect transition="in" filter="wipe(left)">
                                      <p:cBhvr>
                                        <p:cTn id="106" dur="500"/>
                                        <p:tgtEl>
                                          <p:spTgt spid="236"/>
                                        </p:tgtEl>
                                      </p:cBhvr>
                                    </p:animEffect>
                                  </p:childTnLst>
                                </p:cTn>
                              </p:par>
                              <p:par>
                                <p:cTn id="107" presetID="22" presetClass="entr" presetSubtype="8" fill="hold" nodeType="withEffect">
                                  <p:stCondLst>
                                    <p:cond delay="0"/>
                                  </p:stCondLst>
                                  <p:childTnLst>
                                    <p:set>
                                      <p:cBhvr>
                                        <p:cTn id="108" dur="1" fill="hold">
                                          <p:stCondLst>
                                            <p:cond delay="0"/>
                                          </p:stCondLst>
                                        </p:cTn>
                                        <p:tgtEl>
                                          <p:spTgt spid="212"/>
                                        </p:tgtEl>
                                        <p:attrNameLst>
                                          <p:attrName>style.visibility</p:attrName>
                                        </p:attrNameLst>
                                      </p:cBhvr>
                                      <p:to>
                                        <p:strVal val="visible"/>
                                      </p:to>
                                    </p:set>
                                    <p:animEffect transition="in" filter="wipe(left)">
                                      <p:cBhvr>
                                        <p:cTn id="109" dur="500"/>
                                        <p:tgtEl>
                                          <p:spTgt spid="212"/>
                                        </p:tgtEl>
                                      </p:cBhvr>
                                    </p:animEffect>
                                  </p:childTnLst>
                                </p:cTn>
                              </p:par>
                              <p:par>
                                <p:cTn id="110" presetID="22" presetClass="entr" presetSubtype="8" fill="hold" nodeType="withEffect">
                                  <p:stCondLst>
                                    <p:cond delay="0"/>
                                  </p:stCondLst>
                                  <p:childTnLst>
                                    <p:set>
                                      <p:cBhvr>
                                        <p:cTn id="111" dur="1" fill="hold">
                                          <p:stCondLst>
                                            <p:cond delay="0"/>
                                          </p:stCondLst>
                                        </p:cTn>
                                        <p:tgtEl>
                                          <p:spTgt spid="213"/>
                                        </p:tgtEl>
                                        <p:attrNameLst>
                                          <p:attrName>style.visibility</p:attrName>
                                        </p:attrNameLst>
                                      </p:cBhvr>
                                      <p:to>
                                        <p:strVal val="visible"/>
                                      </p:to>
                                    </p:set>
                                    <p:animEffect transition="in" filter="wipe(left)">
                                      <p:cBhvr>
                                        <p:cTn id="112" dur="500"/>
                                        <p:tgtEl>
                                          <p:spTgt spid="213"/>
                                        </p:tgtEl>
                                      </p:cBhvr>
                                    </p:animEffect>
                                  </p:childTnLst>
                                </p:cTn>
                              </p:par>
                            </p:childTnLst>
                          </p:cTn>
                        </p:par>
                        <p:par>
                          <p:cTn id="113" fill="hold">
                            <p:stCondLst>
                              <p:cond delay="6500"/>
                            </p:stCondLst>
                            <p:childTnLst>
                              <p:par>
                                <p:cTn id="114" presetID="22" presetClass="entr" presetSubtype="4" fill="hold" nodeType="afterEffect">
                                  <p:stCondLst>
                                    <p:cond delay="0"/>
                                  </p:stCondLst>
                                  <p:childTnLst>
                                    <p:set>
                                      <p:cBhvr>
                                        <p:cTn id="115" dur="1" fill="hold">
                                          <p:stCondLst>
                                            <p:cond delay="0"/>
                                          </p:stCondLst>
                                        </p:cTn>
                                        <p:tgtEl>
                                          <p:spTgt spid="273"/>
                                        </p:tgtEl>
                                        <p:attrNameLst>
                                          <p:attrName>style.visibility</p:attrName>
                                        </p:attrNameLst>
                                      </p:cBhvr>
                                      <p:to>
                                        <p:strVal val="visible"/>
                                      </p:to>
                                    </p:set>
                                    <p:animEffect transition="in" filter="wipe(down)">
                                      <p:cBhvr>
                                        <p:cTn id="116" dur="500"/>
                                        <p:tgtEl>
                                          <p:spTgt spid="27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277"/>
                                        </p:tgtEl>
                                        <p:attrNameLst>
                                          <p:attrName>style.visibility</p:attrName>
                                        </p:attrNameLst>
                                      </p:cBhvr>
                                      <p:to>
                                        <p:strVal val="visible"/>
                                      </p:to>
                                    </p:set>
                                    <p:animEffect transition="in" filter="fade">
                                      <p:cBhvr>
                                        <p:cTn id="119" dur="500"/>
                                        <p:tgtEl>
                                          <p:spTgt spid="277"/>
                                        </p:tgtEl>
                                      </p:cBhvr>
                                    </p:animEffect>
                                  </p:childTnLst>
                                </p:cTn>
                              </p:par>
                            </p:childTnLst>
                          </p:cTn>
                        </p:par>
                        <p:par>
                          <p:cTn id="120" fill="hold">
                            <p:stCondLst>
                              <p:cond delay="7000"/>
                            </p:stCondLst>
                            <p:childTnLst>
                              <p:par>
                                <p:cTn id="121" presetID="22" presetClass="entr" presetSubtype="8" fill="hold" nodeType="afterEffect">
                                  <p:stCondLst>
                                    <p:cond delay="0"/>
                                  </p:stCondLst>
                                  <p:childTnLst>
                                    <p:set>
                                      <p:cBhvr>
                                        <p:cTn id="122" dur="1" fill="hold">
                                          <p:stCondLst>
                                            <p:cond delay="0"/>
                                          </p:stCondLst>
                                        </p:cTn>
                                        <p:tgtEl>
                                          <p:spTgt spid="237"/>
                                        </p:tgtEl>
                                        <p:attrNameLst>
                                          <p:attrName>style.visibility</p:attrName>
                                        </p:attrNameLst>
                                      </p:cBhvr>
                                      <p:to>
                                        <p:strVal val="visible"/>
                                      </p:to>
                                    </p:set>
                                    <p:animEffect transition="in" filter="wipe(left)">
                                      <p:cBhvr>
                                        <p:cTn id="123"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animBg="1"/>
      <p:bldP spid="23" grpId="0" animBg="1"/>
      <p:bldP spid="24" grpId="0"/>
      <p:bldP spid="25" grpId="0"/>
      <p:bldP spid="258" grpId="0"/>
      <p:bldP spid="259" grpId="0"/>
      <p:bldP spid="262" grpId="0"/>
      <p:bldP spid="265" grpId="0"/>
      <p:bldP spid="277" grpId="0"/>
      <p:bldP spid="283" grpId="0"/>
      <p:bldP spid="284" grpId="0"/>
      <p:bldP spid="28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 1">
            <a:extLst>
              <a:ext uri="{FF2B5EF4-FFF2-40B4-BE49-F238E27FC236}">
                <a16:creationId xmlns:a16="http://schemas.microsoft.com/office/drawing/2014/main" id="{6075413B-231D-A5BA-79FB-44167AF16C9D}"/>
              </a:ext>
            </a:extLst>
          </p:cNvPr>
          <p:cNvGrpSpPr/>
          <p:nvPr/>
        </p:nvGrpSpPr>
        <p:grpSpPr>
          <a:xfrm>
            <a:off x="1506000" y="1274448"/>
            <a:ext cx="9180000" cy="5328000"/>
            <a:chOff x="1506000" y="1274448"/>
            <a:chExt cx="9180000" cy="5328000"/>
          </a:xfrm>
        </p:grpSpPr>
        <p:grpSp>
          <p:nvGrpSpPr>
            <p:cNvPr id="11" name="Group 10">
              <a:extLst>
                <a:ext uri="{FF2B5EF4-FFF2-40B4-BE49-F238E27FC236}">
                  <a16:creationId xmlns:a16="http://schemas.microsoft.com/office/drawing/2014/main" id="{0AEB4E6D-FF88-E89A-3CC0-93DFAF727278}"/>
                </a:ext>
              </a:extLst>
            </p:cNvPr>
            <p:cNvGrpSpPr/>
            <p:nvPr/>
          </p:nvGrpSpPr>
          <p:grpSpPr>
            <a:xfrm>
              <a:off x="1506000" y="1274448"/>
              <a:ext cx="9180000" cy="5328000"/>
              <a:chOff x="2496000" y="1485000"/>
              <a:chExt cx="7200001" cy="4536000"/>
            </a:xfrm>
          </p:grpSpPr>
          <p:sp>
            <p:nvSpPr>
              <p:cNvPr id="9" name="Rectangle 8">
                <a:extLst>
                  <a:ext uri="{FF2B5EF4-FFF2-40B4-BE49-F238E27FC236}">
                    <a16:creationId xmlns:a16="http://schemas.microsoft.com/office/drawing/2014/main" id="{4EB21E52-2F00-5C46-A341-F8BE4AD2E498}"/>
                  </a:ext>
                </a:extLst>
              </p:cNvPr>
              <p:cNvSpPr/>
              <p:nvPr/>
            </p:nvSpPr>
            <p:spPr>
              <a:xfrm>
                <a:off x="2496001" y="1485000"/>
                <a:ext cx="7200000" cy="4536000"/>
              </a:xfrm>
              <a:prstGeom prst="rect">
                <a:avLst/>
              </a:prstGeom>
              <a:solidFill>
                <a:srgbClr val="C9ADA7"/>
              </a:solidFill>
              <a:ln>
                <a:noFill/>
              </a:ln>
              <a:effectLst>
                <a:outerShdw blurRad="44450" dist="27940" dir="5400000" sx="102000" sy="102000" algn="ctr" rotWithShape="0">
                  <a:prstClr val="black">
                    <a:alpha val="40000"/>
                  </a:prstClr>
                </a:outerShdw>
              </a:effectLst>
              <a:scene3d>
                <a:camera prst="orthographicFront"/>
                <a:lightRig rig="threePt" dir="t"/>
              </a:scene3d>
              <a:sp3d prstMaterial="fla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Rectangle 9">
                <a:extLst>
                  <a:ext uri="{FF2B5EF4-FFF2-40B4-BE49-F238E27FC236}">
                    <a16:creationId xmlns:a16="http://schemas.microsoft.com/office/drawing/2014/main" id="{B826279C-552F-62ED-7967-4A8C88354E2F}"/>
                  </a:ext>
                </a:extLst>
              </p:cNvPr>
              <p:cNvSpPr/>
              <p:nvPr/>
            </p:nvSpPr>
            <p:spPr>
              <a:xfrm>
                <a:off x="2496000" y="1485000"/>
                <a:ext cx="7200000" cy="540000"/>
              </a:xfrm>
              <a:prstGeom prst="rect">
                <a:avLst/>
              </a:prstGeom>
              <a:solidFill>
                <a:srgbClr val="C9ADA7"/>
              </a:solidFill>
              <a:ln>
                <a:noFill/>
              </a:ln>
              <a:effectLst>
                <a:outerShdw blurRad="44450" dist="27940" dir="5400000" algn="ctr" rotWithShape="0">
                  <a:schemeClr val="tx1">
                    <a:alpha val="40000"/>
                  </a:schemeClr>
                </a:outerShdw>
              </a:effectLst>
              <a:scene3d>
                <a:camera prst="orthographicFront"/>
                <a:lightRig rig="contrasting" dir="t"/>
              </a:scene3d>
              <a:sp3d contourW="12700" prstMaterial="flat">
                <a:contourClr>
                  <a:srgbClr val="C9ADA7"/>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6" name="TextBox 15">
              <a:extLst>
                <a:ext uri="{FF2B5EF4-FFF2-40B4-BE49-F238E27FC236}">
                  <a16:creationId xmlns:a16="http://schemas.microsoft.com/office/drawing/2014/main" id="{F297B36A-17D4-5D94-46A5-7A1CFF312DEA}"/>
                </a:ext>
              </a:extLst>
            </p:cNvPr>
            <p:cNvSpPr txBox="1"/>
            <p:nvPr/>
          </p:nvSpPr>
          <p:spPr>
            <a:xfrm>
              <a:off x="4456279" y="1401689"/>
              <a:ext cx="3279443" cy="369332"/>
            </a:xfrm>
            <a:prstGeom prst="rect">
              <a:avLst/>
            </a:prstGeom>
            <a:noFill/>
          </p:spPr>
          <p:txBody>
            <a:bodyPr wrap="square" rtlCol="0">
              <a:spAutoFit/>
            </a:bodyPr>
            <a:lstStyle/>
            <a:p>
              <a:pPr algn="ctr"/>
              <a:r>
                <a:rPr lang="fr-FR" spc="300" dirty="0">
                  <a:latin typeface="Oswald" pitchFamily="2" charset="0"/>
                </a:rPr>
                <a:t>Administrateur</a:t>
              </a:r>
            </a:p>
          </p:txBody>
        </p:sp>
      </p:grpSp>
      <p:sp>
        <p:nvSpPr>
          <p:cNvPr id="21" name="Freeform: Shape 20">
            <a:extLst>
              <a:ext uri="{FF2B5EF4-FFF2-40B4-BE49-F238E27FC236}">
                <a16:creationId xmlns:a16="http://schemas.microsoft.com/office/drawing/2014/main" id="{3996B577-864C-E677-8B87-DF11BB60F053}"/>
              </a:ext>
            </a:extLst>
          </p:cNvPr>
          <p:cNvSpPr/>
          <p:nvPr/>
        </p:nvSpPr>
        <p:spPr>
          <a:xfrm>
            <a:off x="468403" y="3613287"/>
            <a:ext cx="540000" cy="720000"/>
          </a:xfrm>
          <a:custGeom>
            <a:avLst/>
            <a:gdLst>
              <a:gd name="connsiteX0" fmla="*/ 2219278 w 4588489"/>
              <a:gd name="connsiteY0" fmla="*/ 315 h 6318353"/>
              <a:gd name="connsiteX1" fmla="*/ 2231665 w 4588489"/>
              <a:gd name="connsiteY1" fmla="*/ 272 h 6318353"/>
              <a:gd name="connsiteX2" fmla="*/ 2257426 w 4588489"/>
              <a:gd name="connsiteY2" fmla="*/ 241 h 6318353"/>
              <a:gd name="connsiteX3" fmla="*/ 2296345 w 4588489"/>
              <a:gd name="connsiteY3" fmla="*/ 72 h 6318353"/>
              <a:gd name="connsiteX4" fmla="*/ 2423646 w 4588489"/>
              <a:gd name="connsiteY4" fmla="*/ 9588 h 6318353"/>
              <a:gd name="connsiteX5" fmla="*/ 2436205 w 4588489"/>
              <a:gd name="connsiteY5" fmla="*/ 11885 h 6318353"/>
              <a:gd name="connsiteX6" fmla="*/ 3100574 w 4588489"/>
              <a:gd name="connsiteY6" fmla="*/ 429794 h 6318353"/>
              <a:gd name="connsiteX7" fmla="*/ 3269881 w 4588489"/>
              <a:gd name="connsiteY7" fmla="*/ 1239896 h 6318353"/>
              <a:gd name="connsiteX8" fmla="*/ 2904692 w 4588489"/>
              <a:gd name="connsiteY8" fmla="*/ 1827112 h 6318353"/>
              <a:gd name="connsiteX9" fmla="*/ 2893677 w 4588489"/>
              <a:gd name="connsiteY9" fmla="*/ 1835899 h 6318353"/>
              <a:gd name="connsiteX10" fmla="*/ 2690508 w 4588489"/>
              <a:gd name="connsiteY10" fmla="*/ 1959771 h 6318353"/>
              <a:gd name="connsiteX11" fmla="*/ 2680993 w 4588489"/>
              <a:gd name="connsiteY11" fmla="*/ 1964015 h 6318353"/>
              <a:gd name="connsiteX12" fmla="*/ 2409673 w 4588489"/>
              <a:gd name="connsiteY12" fmla="*/ 2041596 h 6318353"/>
              <a:gd name="connsiteX13" fmla="*/ 2393814 w 4588489"/>
              <a:gd name="connsiteY13" fmla="*/ 2044601 h 6318353"/>
              <a:gd name="connsiteX14" fmla="*/ 2379627 w 4588489"/>
              <a:gd name="connsiteY14" fmla="*/ 2047220 h 6318353"/>
              <a:gd name="connsiteX15" fmla="*/ 2364753 w 4588489"/>
              <a:gd name="connsiteY15" fmla="*/ 2053863 h 6318353"/>
              <a:gd name="connsiteX16" fmla="*/ 2364076 w 4588489"/>
              <a:gd name="connsiteY16" fmla="*/ 2072251 h 6318353"/>
              <a:gd name="connsiteX17" fmla="*/ 2363949 w 4588489"/>
              <a:gd name="connsiteY17" fmla="*/ 2084381 h 6318353"/>
              <a:gd name="connsiteX18" fmla="*/ 2363874 w 4588489"/>
              <a:gd name="connsiteY18" fmla="*/ 2097840 h 6318353"/>
              <a:gd name="connsiteX19" fmla="*/ 2363746 w 4588489"/>
              <a:gd name="connsiteY19" fmla="*/ 2112028 h 6318353"/>
              <a:gd name="connsiteX20" fmla="*/ 2363398 w 4588489"/>
              <a:gd name="connsiteY20" fmla="*/ 2159605 h 6318353"/>
              <a:gd name="connsiteX21" fmla="*/ 2363127 w 4588489"/>
              <a:gd name="connsiteY21" fmla="*/ 2193381 h 6318353"/>
              <a:gd name="connsiteX22" fmla="*/ 2362471 w 4588489"/>
              <a:gd name="connsiteY22" fmla="*/ 2285535 h 6318353"/>
              <a:gd name="connsiteX23" fmla="*/ 2362073 w 4588489"/>
              <a:gd name="connsiteY23" fmla="*/ 2342971 h 6318353"/>
              <a:gd name="connsiteX24" fmla="*/ 2359947 w 4588489"/>
              <a:gd name="connsiteY24" fmla="*/ 2908756 h 6318353"/>
              <a:gd name="connsiteX25" fmla="*/ 2359910 w 4588489"/>
              <a:gd name="connsiteY25" fmla="*/ 2964477 h 6318353"/>
              <a:gd name="connsiteX26" fmla="*/ 2359894 w 4588489"/>
              <a:gd name="connsiteY26" fmla="*/ 3061346 h 6318353"/>
              <a:gd name="connsiteX27" fmla="*/ 2359887 w 4588489"/>
              <a:gd name="connsiteY27" fmla="*/ 3093536 h 6318353"/>
              <a:gd name="connsiteX28" fmla="*/ 2359916 w 4588489"/>
              <a:gd name="connsiteY28" fmla="*/ 3137256 h 6318353"/>
              <a:gd name="connsiteX29" fmla="*/ 2359889 w 4588489"/>
              <a:gd name="connsiteY29" fmla="*/ 3150286 h 6318353"/>
              <a:gd name="connsiteX30" fmla="*/ 2359926 w 4588489"/>
              <a:gd name="connsiteY30" fmla="*/ 3162030 h 6318353"/>
              <a:gd name="connsiteX31" fmla="*/ 2359931 w 4588489"/>
              <a:gd name="connsiteY31" fmla="*/ 3172232 h 6318353"/>
              <a:gd name="connsiteX32" fmla="*/ 2364774 w 4588489"/>
              <a:gd name="connsiteY32" fmla="*/ 3184147 h 6318353"/>
              <a:gd name="connsiteX33" fmla="*/ 2396921 w 4588489"/>
              <a:gd name="connsiteY33" fmla="*/ 3184662 h 6318353"/>
              <a:gd name="connsiteX34" fmla="*/ 2407294 w 4588489"/>
              <a:gd name="connsiteY34" fmla="*/ 3184673 h 6318353"/>
              <a:gd name="connsiteX35" fmla="*/ 2442141 w 4588489"/>
              <a:gd name="connsiteY35" fmla="*/ 3184633 h 6318353"/>
              <a:gd name="connsiteX36" fmla="*/ 2467216 w 4588489"/>
              <a:gd name="connsiteY36" fmla="*/ 3184635 h 6318353"/>
              <a:gd name="connsiteX37" fmla="*/ 2536653 w 4588489"/>
              <a:gd name="connsiteY37" fmla="*/ 3184581 h 6318353"/>
              <a:gd name="connsiteX38" fmla="*/ 2611234 w 4588489"/>
              <a:gd name="connsiteY38" fmla="*/ 3184546 h 6318353"/>
              <a:gd name="connsiteX39" fmla="*/ 2740678 w 4588489"/>
              <a:gd name="connsiteY39" fmla="*/ 3184468 h 6318353"/>
              <a:gd name="connsiteX40" fmla="*/ 2928416 w 4588489"/>
              <a:gd name="connsiteY40" fmla="*/ 3184370 h 6318353"/>
              <a:gd name="connsiteX41" fmla="*/ 3015856 w 4588489"/>
              <a:gd name="connsiteY41" fmla="*/ 3184341 h 6318353"/>
              <a:gd name="connsiteX42" fmla="*/ 3024728 w 4588489"/>
              <a:gd name="connsiteY42" fmla="*/ 3184338 h 6318353"/>
              <a:gd name="connsiteX43" fmla="*/ 3233469 w 4588489"/>
              <a:gd name="connsiteY43" fmla="*/ 3184234 h 6318353"/>
              <a:gd name="connsiteX44" fmla="*/ 3242684 w 4588489"/>
              <a:gd name="connsiteY44" fmla="*/ 3184229 h 6318353"/>
              <a:gd name="connsiteX45" fmla="*/ 3399989 w 4588489"/>
              <a:gd name="connsiteY45" fmla="*/ 3184135 h 6318353"/>
              <a:gd name="connsiteX46" fmla="*/ 3528577 w 4588489"/>
              <a:gd name="connsiteY46" fmla="*/ 3184058 h 6318353"/>
              <a:gd name="connsiteX47" fmla="*/ 3537749 w 4588489"/>
              <a:gd name="connsiteY47" fmla="*/ 3184053 h 6318353"/>
              <a:gd name="connsiteX48" fmla="*/ 3745204 w 4588489"/>
              <a:gd name="connsiteY48" fmla="*/ 3183951 h 6318353"/>
              <a:gd name="connsiteX49" fmla="*/ 3754034 w 4588489"/>
              <a:gd name="connsiteY49" fmla="*/ 3183948 h 6318353"/>
              <a:gd name="connsiteX50" fmla="*/ 3841473 w 4588489"/>
              <a:gd name="connsiteY50" fmla="*/ 3183920 h 6318353"/>
              <a:gd name="connsiteX51" fmla="*/ 4036926 w 4588489"/>
              <a:gd name="connsiteY51" fmla="*/ 3183810 h 6318353"/>
              <a:gd name="connsiteX52" fmla="*/ 4165514 w 4588489"/>
              <a:gd name="connsiteY52" fmla="*/ 3183744 h 6318353"/>
              <a:gd name="connsiteX53" fmla="*/ 4239237 w 4588489"/>
              <a:gd name="connsiteY53" fmla="*/ 3183693 h 6318353"/>
              <a:gd name="connsiteX54" fmla="*/ 4580423 w 4588489"/>
              <a:gd name="connsiteY54" fmla="*/ 3188451 h 6318353"/>
              <a:gd name="connsiteX55" fmla="*/ 4589038 w 4588489"/>
              <a:gd name="connsiteY55" fmla="*/ 3233885 h 6318353"/>
              <a:gd name="connsiteX56" fmla="*/ 4588425 w 4588489"/>
              <a:gd name="connsiteY56" fmla="*/ 3250516 h 6318353"/>
              <a:gd name="connsiteX57" fmla="*/ 4588037 w 4588489"/>
              <a:gd name="connsiteY57" fmla="*/ 3259131 h 6318353"/>
              <a:gd name="connsiteX58" fmla="*/ 4587017 w 4588489"/>
              <a:gd name="connsiteY58" fmla="*/ 3285277 h 6318353"/>
              <a:gd name="connsiteX59" fmla="*/ 4580416 w 4588489"/>
              <a:gd name="connsiteY59" fmla="*/ 3342713 h 6318353"/>
              <a:gd name="connsiteX60" fmla="*/ 2360138 w 4588489"/>
              <a:gd name="connsiteY60" fmla="*/ 3346999 h 6318353"/>
              <a:gd name="connsiteX61" fmla="*/ 2355209 w 4588489"/>
              <a:gd name="connsiteY61" fmla="*/ 3398006 h 6318353"/>
              <a:gd name="connsiteX62" fmla="*/ 2355166 w 4588489"/>
              <a:gd name="connsiteY62" fmla="*/ 3406921 h 6318353"/>
              <a:gd name="connsiteX63" fmla="*/ 2355112 w 4588489"/>
              <a:gd name="connsiteY63" fmla="*/ 3436668 h 6318353"/>
              <a:gd name="connsiteX64" fmla="*/ 2355059 w 4588489"/>
              <a:gd name="connsiteY64" fmla="*/ 3458356 h 6318353"/>
              <a:gd name="connsiteX65" fmla="*/ 2355023 w 4588489"/>
              <a:gd name="connsiteY65" fmla="*/ 3518364 h 6318353"/>
              <a:gd name="connsiteX66" fmla="*/ 2355023 w 4588489"/>
              <a:gd name="connsiteY66" fmla="*/ 3556768 h 6318353"/>
              <a:gd name="connsiteX67" fmla="*/ 2362653 w 4588489"/>
              <a:gd name="connsiteY67" fmla="*/ 4229710 h 6318353"/>
              <a:gd name="connsiteX68" fmla="*/ 2365760 w 4588489"/>
              <a:gd name="connsiteY68" fmla="*/ 4445737 h 6318353"/>
              <a:gd name="connsiteX69" fmla="*/ 2365904 w 4588489"/>
              <a:gd name="connsiteY69" fmla="*/ 4457696 h 6318353"/>
              <a:gd name="connsiteX70" fmla="*/ 2367109 w 4588489"/>
              <a:gd name="connsiteY70" fmla="*/ 4563566 h 6318353"/>
              <a:gd name="connsiteX71" fmla="*/ 2367421 w 4588489"/>
              <a:gd name="connsiteY71" fmla="*/ 4591084 h 6318353"/>
              <a:gd name="connsiteX72" fmla="*/ 2367755 w 4588489"/>
              <a:gd name="connsiteY72" fmla="*/ 4623188 h 6318353"/>
              <a:gd name="connsiteX73" fmla="*/ 2370163 w 4588489"/>
              <a:gd name="connsiteY73" fmla="*/ 4694768 h 6318353"/>
              <a:gd name="connsiteX74" fmla="*/ 2370935 w 4588489"/>
              <a:gd name="connsiteY74" fmla="*/ 4708270 h 6318353"/>
              <a:gd name="connsiteX75" fmla="*/ 2398667 w 4588489"/>
              <a:gd name="connsiteY75" fmla="*/ 4750704 h 6318353"/>
              <a:gd name="connsiteX76" fmla="*/ 2428671 w 4588489"/>
              <a:gd name="connsiteY76" fmla="*/ 4788765 h 6318353"/>
              <a:gd name="connsiteX77" fmla="*/ 2437243 w 4588489"/>
              <a:gd name="connsiteY77" fmla="*/ 4788765 h 6318353"/>
              <a:gd name="connsiteX78" fmla="*/ 2449588 w 4588489"/>
              <a:gd name="connsiteY78" fmla="*/ 4802696 h 6318353"/>
              <a:gd name="connsiteX79" fmla="*/ 2492879 w 4588489"/>
              <a:gd name="connsiteY79" fmla="*/ 4848987 h 6318353"/>
              <a:gd name="connsiteX80" fmla="*/ 2541313 w 4588489"/>
              <a:gd name="connsiteY80" fmla="*/ 4900851 h 6318353"/>
              <a:gd name="connsiteX81" fmla="*/ 2576289 w 4588489"/>
              <a:gd name="connsiteY81" fmla="*/ 4936084 h 6318353"/>
              <a:gd name="connsiteX82" fmla="*/ 2582719 w 4588489"/>
              <a:gd name="connsiteY82" fmla="*/ 4951771 h 6318353"/>
              <a:gd name="connsiteX83" fmla="*/ 2591291 w 4588489"/>
              <a:gd name="connsiteY83" fmla="*/ 4951771 h 6318353"/>
              <a:gd name="connsiteX84" fmla="*/ 2604407 w 4588489"/>
              <a:gd name="connsiteY84" fmla="*/ 4966516 h 6318353"/>
              <a:gd name="connsiteX85" fmla="*/ 2659700 w 4588489"/>
              <a:gd name="connsiteY85" fmla="*/ 5024809 h 6318353"/>
              <a:gd name="connsiteX86" fmla="*/ 2712849 w 4588489"/>
              <a:gd name="connsiteY86" fmla="*/ 5080102 h 6318353"/>
              <a:gd name="connsiteX87" fmla="*/ 2784858 w 4588489"/>
              <a:gd name="connsiteY87" fmla="*/ 5153825 h 6318353"/>
              <a:gd name="connsiteX88" fmla="*/ 2796174 w 4588489"/>
              <a:gd name="connsiteY88" fmla="*/ 5165012 h 6318353"/>
              <a:gd name="connsiteX89" fmla="*/ 2806461 w 4588489"/>
              <a:gd name="connsiteY89" fmla="*/ 5175085 h 6318353"/>
              <a:gd name="connsiteX90" fmla="*/ 2813833 w 4588489"/>
              <a:gd name="connsiteY90" fmla="*/ 5191973 h 6318353"/>
              <a:gd name="connsiteX91" fmla="*/ 2822406 w 4588489"/>
              <a:gd name="connsiteY91" fmla="*/ 5191973 h 6318353"/>
              <a:gd name="connsiteX92" fmla="*/ 2822406 w 4588489"/>
              <a:gd name="connsiteY92" fmla="*/ 5200545 h 6318353"/>
              <a:gd name="connsiteX93" fmla="*/ 2830978 w 4588489"/>
              <a:gd name="connsiteY93" fmla="*/ 5200545 h 6318353"/>
              <a:gd name="connsiteX94" fmla="*/ 2842508 w 4588489"/>
              <a:gd name="connsiteY94" fmla="*/ 5213661 h 6318353"/>
              <a:gd name="connsiteX95" fmla="*/ 2893086 w 4588489"/>
              <a:gd name="connsiteY95" fmla="*/ 5266811 h 6318353"/>
              <a:gd name="connsiteX96" fmla="*/ 2947521 w 4588489"/>
              <a:gd name="connsiteY96" fmla="*/ 5324675 h 6318353"/>
              <a:gd name="connsiteX97" fmla="*/ 2986998 w 4588489"/>
              <a:gd name="connsiteY97" fmla="*/ 5364537 h 6318353"/>
              <a:gd name="connsiteX98" fmla="*/ 3002214 w 4588489"/>
              <a:gd name="connsiteY98" fmla="*/ 5380311 h 6318353"/>
              <a:gd name="connsiteX99" fmla="*/ 3002214 w 4588489"/>
              <a:gd name="connsiteY99" fmla="*/ 5388883 h 6318353"/>
              <a:gd name="connsiteX100" fmla="*/ 3010786 w 4588489"/>
              <a:gd name="connsiteY100" fmla="*/ 5388883 h 6318353"/>
              <a:gd name="connsiteX101" fmla="*/ 3024159 w 4588489"/>
              <a:gd name="connsiteY101" fmla="*/ 5403714 h 6318353"/>
              <a:gd name="connsiteX102" fmla="*/ 3075594 w 4588489"/>
              <a:gd name="connsiteY102" fmla="*/ 5460292 h 6318353"/>
              <a:gd name="connsiteX103" fmla="*/ 3084553 w 4588489"/>
              <a:gd name="connsiteY103" fmla="*/ 5469808 h 6318353"/>
              <a:gd name="connsiteX104" fmla="*/ 3122186 w 4588489"/>
              <a:gd name="connsiteY104" fmla="*/ 5508341 h 6318353"/>
              <a:gd name="connsiteX105" fmla="*/ 3130801 w 4588489"/>
              <a:gd name="connsiteY105" fmla="*/ 5525958 h 6318353"/>
              <a:gd name="connsiteX106" fmla="*/ 3139374 w 4588489"/>
              <a:gd name="connsiteY106" fmla="*/ 5525958 h 6318353"/>
              <a:gd name="connsiteX107" fmla="*/ 3151975 w 4588489"/>
              <a:gd name="connsiteY107" fmla="*/ 5540145 h 6318353"/>
              <a:gd name="connsiteX108" fmla="*/ 3204268 w 4588489"/>
              <a:gd name="connsiteY108" fmla="*/ 5595009 h 6318353"/>
              <a:gd name="connsiteX109" fmla="*/ 3230285 w 4588489"/>
              <a:gd name="connsiteY109" fmla="*/ 5623427 h 6318353"/>
              <a:gd name="connsiteX110" fmla="*/ 3300580 w 4588489"/>
              <a:gd name="connsiteY110" fmla="*/ 5695007 h 6318353"/>
              <a:gd name="connsiteX111" fmla="*/ 3311295 w 4588489"/>
              <a:gd name="connsiteY111" fmla="*/ 5705594 h 6318353"/>
              <a:gd name="connsiteX112" fmla="*/ 3321068 w 4588489"/>
              <a:gd name="connsiteY112" fmla="*/ 5715153 h 6318353"/>
              <a:gd name="connsiteX113" fmla="*/ 3328054 w 4588489"/>
              <a:gd name="connsiteY113" fmla="*/ 5731612 h 6318353"/>
              <a:gd name="connsiteX114" fmla="*/ 3336627 w 4588489"/>
              <a:gd name="connsiteY114" fmla="*/ 5731612 h 6318353"/>
              <a:gd name="connsiteX115" fmla="*/ 3349486 w 4588489"/>
              <a:gd name="connsiteY115" fmla="*/ 5746099 h 6318353"/>
              <a:gd name="connsiteX116" fmla="*/ 3409493 w 4588489"/>
              <a:gd name="connsiteY116" fmla="*/ 5808678 h 6318353"/>
              <a:gd name="connsiteX117" fmla="*/ 3475502 w 4588489"/>
              <a:gd name="connsiteY117" fmla="*/ 5878116 h 6318353"/>
              <a:gd name="connsiteX118" fmla="*/ 3517035 w 4588489"/>
              <a:gd name="connsiteY118" fmla="*/ 5920035 h 6318353"/>
              <a:gd name="connsiteX119" fmla="*/ 3533837 w 4588489"/>
              <a:gd name="connsiteY119" fmla="*/ 5937395 h 6318353"/>
              <a:gd name="connsiteX120" fmla="*/ 3533837 w 4588489"/>
              <a:gd name="connsiteY120" fmla="*/ 5945967 h 6318353"/>
              <a:gd name="connsiteX121" fmla="*/ 3541638 w 4588489"/>
              <a:gd name="connsiteY121" fmla="*/ 5949366 h 6318353"/>
              <a:gd name="connsiteX122" fmla="*/ 3563584 w 4588489"/>
              <a:gd name="connsiteY122" fmla="*/ 5968740 h 6318353"/>
              <a:gd name="connsiteX123" fmla="*/ 3609018 w 4588489"/>
              <a:gd name="connsiteY123" fmla="*/ 6016746 h 6318353"/>
              <a:gd name="connsiteX124" fmla="*/ 3660025 w 4588489"/>
              <a:gd name="connsiteY124" fmla="*/ 6071181 h 6318353"/>
              <a:gd name="connsiteX125" fmla="*/ 3692771 w 4588489"/>
              <a:gd name="connsiteY125" fmla="*/ 6104743 h 6318353"/>
              <a:gd name="connsiteX126" fmla="*/ 3715917 w 4588489"/>
              <a:gd name="connsiteY126" fmla="*/ 6130160 h 6318353"/>
              <a:gd name="connsiteX127" fmla="*/ 3750465 w 4588489"/>
              <a:gd name="connsiteY127" fmla="*/ 6166850 h 6318353"/>
              <a:gd name="connsiteX128" fmla="*/ 3799756 w 4588489"/>
              <a:gd name="connsiteY128" fmla="*/ 6220428 h 6318353"/>
              <a:gd name="connsiteX129" fmla="*/ 3852906 w 4588489"/>
              <a:gd name="connsiteY129" fmla="*/ 6275293 h 6318353"/>
              <a:gd name="connsiteX130" fmla="*/ 3876995 w 4588489"/>
              <a:gd name="connsiteY130" fmla="*/ 6310654 h 6318353"/>
              <a:gd name="connsiteX131" fmla="*/ 3780983 w 4588489"/>
              <a:gd name="connsiteY131" fmla="*/ 6316912 h 6318353"/>
              <a:gd name="connsiteX132" fmla="*/ 3756637 w 4588489"/>
              <a:gd name="connsiteY132" fmla="*/ 6317439 h 6318353"/>
              <a:gd name="connsiteX133" fmla="*/ 3655910 w 4588489"/>
              <a:gd name="connsiteY133" fmla="*/ 6300594 h 6318353"/>
              <a:gd name="connsiteX134" fmla="*/ 3641379 w 4588489"/>
              <a:gd name="connsiteY134" fmla="*/ 6284906 h 6318353"/>
              <a:gd name="connsiteX135" fmla="*/ 3634050 w 4588489"/>
              <a:gd name="connsiteY135" fmla="*/ 6278048 h 6318353"/>
              <a:gd name="connsiteX136" fmla="*/ 3628521 w 4588489"/>
              <a:gd name="connsiteY136" fmla="*/ 6263475 h 6318353"/>
              <a:gd name="connsiteX137" fmla="*/ 3619948 w 4588489"/>
              <a:gd name="connsiteY137" fmla="*/ 6263475 h 6318353"/>
              <a:gd name="connsiteX138" fmla="*/ 3606275 w 4588489"/>
              <a:gd name="connsiteY138" fmla="*/ 6248216 h 6318353"/>
              <a:gd name="connsiteX139" fmla="*/ 3565427 w 4588489"/>
              <a:gd name="connsiteY139" fmla="*/ 6205397 h 6318353"/>
              <a:gd name="connsiteX140" fmla="*/ 3559898 w 4588489"/>
              <a:gd name="connsiteY140" fmla="*/ 6190609 h 6318353"/>
              <a:gd name="connsiteX141" fmla="*/ 3551325 w 4588489"/>
              <a:gd name="connsiteY141" fmla="*/ 6190609 h 6318353"/>
              <a:gd name="connsiteX142" fmla="*/ 3538724 w 4588489"/>
              <a:gd name="connsiteY142" fmla="*/ 6176422 h 6318353"/>
              <a:gd name="connsiteX143" fmla="*/ 3489432 w 4588489"/>
              <a:gd name="connsiteY143" fmla="*/ 6124987 h 6318353"/>
              <a:gd name="connsiteX144" fmla="*/ 3474173 w 4588489"/>
              <a:gd name="connsiteY144" fmla="*/ 6109213 h 6318353"/>
              <a:gd name="connsiteX145" fmla="*/ 3474173 w 4588489"/>
              <a:gd name="connsiteY145" fmla="*/ 6100640 h 6318353"/>
              <a:gd name="connsiteX146" fmla="*/ 3465600 w 4588489"/>
              <a:gd name="connsiteY146" fmla="*/ 6100640 h 6318353"/>
              <a:gd name="connsiteX147" fmla="*/ 3453556 w 4588489"/>
              <a:gd name="connsiteY147" fmla="*/ 6086968 h 6318353"/>
              <a:gd name="connsiteX148" fmla="*/ 3400835 w 4588489"/>
              <a:gd name="connsiteY148" fmla="*/ 6031675 h 6318353"/>
              <a:gd name="connsiteX149" fmla="*/ 3365816 w 4588489"/>
              <a:gd name="connsiteY149" fmla="*/ 5994342 h 6318353"/>
              <a:gd name="connsiteX150" fmla="*/ 3295951 w 4588489"/>
              <a:gd name="connsiteY150" fmla="*/ 5922761 h 6318353"/>
              <a:gd name="connsiteX151" fmla="*/ 3285235 w 4588489"/>
              <a:gd name="connsiteY151" fmla="*/ 5912174 h 6318353"/>
              <a:gd name="connsiteX152" fmla="*/ 3275462 w 4588489"/>
              <a:gd name="connsiteY152" fmla="*/ 5902616 h 6318353"/>
              <a:gd name="connsiteX153" fmla="*/ 3268476 w 4588489"/>
              <a:gd name="connsiteY153" fmla="*/ 5886157 h 6318353"/>
              <a:gd name="connsiteX154" fmla="*/ 3259903 w 4588489"/>
              <a:gd name="connsiteY154" fmla="*/ 5886157 h 6318353"/>
              <a:gd name="connsiteX155" fmla="*/ 3247430 w 4588489"/>
              <a:gd name="connsiteY155" fmla="*/ 5872098 h 6318353"/>
              <a:gd name="connsiteX156" fmla="*/ 3206454 w 4588489"/>
              <a:gd name="connsiteY156" fmla="*/ 5828378 h 6318353"/>
              <a:gd name="connsiteX157" fmla="*/ 3200110 w 4588489"/>
              <a:gd name="connsiteY157" fmla="*/ 5822077 h 6318353"/>
              <a:gd name="connsiteX158" fmla="*/ 3180608 w 4588489"/>
              <a:gd name="connsiteY158" fmla="*/ 5802789 h 6318353"/>
              <a:gd name="connsiteX159" fmla="*/ 3108170 w 4588489"/>
              <a:gd name="connsiteY159" fmla="*/ 5726923 h 6318353"/>
              <a:gd name="connsiteX160" fmla="*/ 3064022 w 4588489"/>
              <a:gd name="connsiteY160" fmla="*/ 5682345 h 6318353"/>
              <a:gd name="connsiteX161" fmla="*/ 3045676 w 4588489"/>
              <a:gd name="connsiteY161" fmla="*/ 5663443 h 6318353"/>
              <a:gd name="connsiteX162" fmla="*/ 3045676 w 4588489"/>
              <a:gd name="connsiteY162" fmla="*/ 5654870 h 6318353"/>
              <a:gd name="connsiteX163" fmla="*/ 3037104 w 4588489"/>
              <a:gd name="connsiteY163" fmla="*/ 5654870 h 6318353"/>
              <a:gd name="connsiteX164" fmla="*/ 3024502 w 4588489"/>
              <a:gd name="connsiteY164" fmla="*/ 5640683 h 6318353"/>
              <a:gd name="connsiteX165" fmla="*/ 2977354 w 4588489"/>
              <a:gd name="connsiteY165" fmla="*/ 5590963 h 6318353"/>
              <a:gd name="connsiteX166" fmla="*/ 2938049 w 4588489"/>
              <a:gd name="connsiteY166" fmla="*/ 5548186 h 6318353"/>
              <a:gd name="connsiteX167" fmla="*/ 2906416 w 4588489"/>
              <a:gd name="connsiteY167" fmla="*/ 5515653 h 6318353"/>
              <a:gd name="connsiteX168" fmla="*/ 2860982 w 4588489"/>
              <a:gd name="connsiteY168" fmla="*/ 5466790 h 6318353"/>
              <a:gd name="connsiteX169" fmla="*/ 2820905 w 4588489"/>
              <a:gd name="connsiteY169" fmla="*/ 5426328 h 6318353"/>
              <a:gd name="connsiteX170" fmla="*/ 2805689 w 4588489"/>
              <a:gd name="connsiteY170" fmla="*/ 5410554 h 6318353"/>
              <a:gd name="connsiteX171" fmla="*/ 2805689 w 4588489"/>
              <a:gd name="connsiteY171" fmla="*/ 5401982 h 6318353"/>
              <a:gd name="connsiteX172" fmla="*/ 2797117 w 4588489"/>
              <a:gd name="connsiteY172" fmla="*/ 5401982 h 6318353"/>
              <a:gd name="connsiteX173" fmla="*/ 2784258 w 4588489"/>
              <a:gd name="connsiteY173" fmla="*/ 5387494 h 6318353"/>
              <a:gd name="connsiteX174" fmla="*/ 2735395 w 4588489"/>
              <a:gd name="connsiteY174" fmla="*/ 5336488 h 6318353"/>
              <a:gd name="connsiteX175" fmla="*/ 2710063 w 4588489"/>
              <a:gd name="connsiteY175" fmla="*/ 5308713 h 6318353"/>
              <a:gd name="connsiteX176" fmla="*/ 2648341 w 4588489"/>
              <a:gd name="connsiteY176" fmla="*/ 5245705 h 6318353"/>
              <a:gd name="connsiteX177" fmla="*/ 2639383 w 4588489"/>
              <a:gd name="connsiteY177" fmla="*/ 5236876 h 6318353"/>
              <a:gd name="connsiteX178" fmla="*/ 2631239 w 4588489"/>
              <a:gd name="connsiteY178" fmla="*/ 5228946 h 6318353"/>
              <a:gd name="connsiteX179" fmla="*/ 2625410 w 4588489"/>
              <a:gd name="connsiteY179" fmla="*/ 5213644 h 6318353"/>
              <a:gd name="connsiteX180" fmla="*/ 2616837 w 4588489"/>
              <a:gd name="connsiteY180" fmla="*/ 5213644 h 6318353"/>
              <a:gd name="connsiteX181" fmla="*/ 2616837 w 4588489"/>
              <a:gd name="connsiteY181" fmla="*/ 5205072 h 6318353"/>
              <a:gd name="connsiteX182" fmla="*/ 2608265 w 4588489"/>
              <a:gd name="connsiteY182" fmla="*/ 5205072 h 6318353"/>
              <a:gd name="connsiteX183" fmla="*/ 2595106 w 4588489"/>
              <a:gd name="connsiteY183" fmla="*/ 5190284 h 6318353"/>
              <a:gd name="connsiteX184" fmla="*/ 2529955 w 4588489"/>
              <a:gd name="connsiteY184" fmla="*/ 5122990 h 6318353"/>
              <a:gd name="connsiteX185" fmla="*/ 2520396 w 4588489"/>
              <a:gd name="connsiteY185" fmla="*/ 5113560 h 6318353"/>
              <a:gd name="connsiteX186" fmla="*/ 2511738 w 4588489"/>
              <a:gd name="connsiteY186" fmla="*/ 5105116 h 6318353"/>
              <a:gd name="connsiteX187" fmla="*/ 2505523 w 4588489"/>
              <a:gd name="connsiteY187" fmla="*/ 5089429 h 6318353"/>
              <a:gd name="connsiteX188" fmla="*/ 2496951 w 4588489"/>
              <a:gd name="connsiteY188" fmla="*/ 5089429 h 6318353"/>
              <a:gd name="connsiteX189" fmla="*/ 2496951 w 4588489"/>
              <a:gd name="connsiteY189" fmla="*/ 5080856 h 6318353"/>
              <a:gd name="connsiteX190" fmla="*/ 2488378 w 4588489"/>
              <a:gd name="connsiteY190" fmla="*/ 5080856 h 6318353"/>
              <a:gd name="connsiteX191" fmla="*/ 2476034 w 4588489"/>
              <a:gd name="connsiteY191" fmla="*/ 5066926 h 6318353"/>
              <a:gd name="connsiteX192" fmla="*/ 2432743 w 4588489"/>
              <a:gd name="connsiteY192" fmla="*/ 5020634 h 6318353"/>
              <a:gd name="connsiteX193" fmla="*/ 2385165 w 4588489"/>
              <a:gd name="connsiteY193" fmla="*/ 4969628 h 6318353"/>
              <a:gd name="connsiteX194" fmla="*/ 2351261 w 4588489"/>
              <a:gd name="connsiteY194" fmla="*/ 4934823 h 6318353"/>
              <a:gd name="connsiteX195" fmla="*/ 2295540 w 4588489"/>
              <a:gd name="connsiteY195" fmla="*/ 4874816 h 6318353"/>
              <a:gd name="connsiteX196" fmla="*/ 2295540 w 4588489"/>
              <a:gd name="connsiteY196" fmla="*/ 4866243 h 6318353"/>
              <a:gd name="connsiteX197" fmla="*/ 2249248 w 4588489"/>
              <a:gd name="connsiteY197" fmla="*/ 4905634 h 6318353"/>
              <a:gd name="connsiteX198" fmla="*/ 2149379 w 4588489"/>
              <a:gd name="connsiteY198" fmla="*/ 5008076 h 6318353"/>
              <a:gd name="connsiteX199" fmla="*/ 2089371 w 4588489"/>
              <a:gd name="connsiteY199" fmla="*/ 5071512 h 6318353"/>
              <a:gd name="connsiteX200" fmla="*/ 2030649 w 4588489"/>
              <a:gd name="connsiteY200" fmla="*/ 5131091 h 6318353"/>
              <a:gd name="connsiteX201" fmla="*/ 2004032 w 4588489"/>
              <a:gd name="connsiteY201" fmla="*/ 5157409 h 6318353"/>
              <a:gd name="connsiteX202" fmla="*/ 1992245 w 4588489"/>
              <a:gd name="connsiteY202" fmla="*/ 5169067 h 6318353"/>
              <a:gd name="connsiteX203" fmla="*/ 1974114 w 4588489"/>
              <a:gd name="connsiteY203" fmla="*/ 5191870 h 6318353"/>
              <a:gd name="connsiteX204" fmla="*/ 1965541 w 4588489"/>
              <a:gd name="connsiteY204" fmla="*/ 5191870 h 6318353"/>
              <a:gd name="connsiteX205" fmla="*/ 1962061 w 4588489"/>
              <a:gd name="connsiteY205" fmla="*/ 5199585 h 6318353"/>
              <a:gd name="connsiteX206" fmla="*/ 1944059 w 4588489"/>
              <a:gd name="connsiteY206" fmla="*/ 5222602 h 6318353"/>
              <a:gd name="connsiteX207" fmla="*/ 1936386 w 4588489"/>
              <a:gd name="connsiteY207" fmla="*/ 5230103 h 6318353"/>
              <a:gd name="connsiteX208" fmla="*/ 1928285 w 4588489"/>
              <a:gd name="connsiteY208" fmla="*/ 5237947 h 6318353"/>
              <a:gd name="connsiteX209" fmla="*/ 1874707 w 4588489"/>
              <a:gd name="connsiteY209" fmla="*/ 5294526 h 6318353"/>
              <a:gd name="connsiteX210" fmla="*/ 1834288 w 4588489"/>
              <a:gd name="connsiteY210" fmla="*/ 5335802 h 6318353"/>
              <a:gd name="connsiteX211" fmla="*/ 1800426 w 4588489"/>
              <a:gd name="connsiteY211" fmla="*/ 5371893 h 6318353"/>
              <a:gd name="connsiteX212" fmla="*/ 1752849 w 4588489"/>
              <a:gd name="connsiteY212" fmla="*/ 5421613 h 6318353"/>
              <a:gd name="connsiteX213" fmla="*/ 1710672 w 4588489"/>
              <a:gd name="connsiteY213" fmla="*/ 5467047 h 6318353"/>
              <a:gd name="connsiteX214" fmla="*/ 1681397 w 4588489"/>
              <a:gd name="connsiteY214" fmla="*/ 5497137 h 6318353"/>
              <a:gd name="connsiteX215" fmla="*/ 1659452 w 4588489"/>
              <a:gd name="connsiteY215" fmla="*/ 5521354 h 6318353"/>
              <a:gd name="connsiteX216" fmla="*/ 1615732 w 4588489"/>
              <a:gd name="connsiteY216" fmla="*/ 5567217 h 6318353"/>
              <a:gd name="connsiteX217" fmla="*/ 1592629 w 4588489"/>
              <a:gd name="connsiteY217" fmla="*/ 5592720 h 6318353"/>
              <a:gd name="connsiteX218" fmla="*/ 1520620 w 4588489"/>
              <a:gd name="connsiteY218" fmla="*/ 5666872 h 6318353"/>
              <a:gd name="connsiteX219" fmla="*/ 1491602 w 4588489"/>
              <a:gd name="connsiteY219" fmla="*/ 5695633 h 6318353"/>
              <a:gd name="connsiteX220" fmla="*/ 1484916 w 4588489"/>
              <a:gd name="connsiteY220" fmla="*/ 5702191 h 6318353"/>
              <a:gd name="connsiteX221" fmla="*/ 1459798 w 4588489"/>
              <a:gd name="connsiteY221" fmla="*/ 5731980 h 6318353"/>
              <a:gd name="connsiteX222" fmla="*/ 1451226 w 4588489"/>
              <a:gd name="connsiteY222" fmla="*/ 5731980 h 6318353"/>
              <a:gd name="connsiteX223" fmla="*/ 1448448 w 4588489"/>
              <a:gd name="connsiteY223" fmla="*/ 5739010 h 6318353"/>
              <a:gd name="connsiteX224" fmla="*/ 1418487 w 4588489"/>
              <a:gd name="connsiteY224" fmla="*/ 5773986 h 6318353"/>
              <a:gd name="connsiteX225" fmla="*/ 1411243 w 4588489"/>
              <a:gd name="connsiteY225" fmla="*/ 5781144 h 6318353"/>
              <a:gd name="connsiteX226" fmla="*/ 1388269 w 4588489"/>
              <a:gd name="connsiteY226" fmla="*/ 5803775 h 6318353"/>
              <a:gd name="connsiteX227" fmla="*/ 1358223 w 4588489"/>
              <a:gd name="connsiteY227" fmla="*/ 5833436 h 6318353"/>
              <a:gd name="connsiteX228" fmla="*/ 1350936 w 4588489"/>
              <a:gd name="connsiteY228" fmla="*/ 5840637 h 6318353"/>
              <a:gd name="connsiteX229" fmla="*/ 1307645 w 4588489"/>
              <a:gd name="connsiteY229" fmla="*/ 5887786 h 6318353"/>
              <a:gd name="connsiteX230" fmla="*/ 1275627 w 4588489"/>
              <a:gd name="connsiteY230" fmla="*/ 5920747 h 6318353"/>
              <a:gd name="connsiteX231" fmla="*/ 1227621 w 4588489"/>
              <a:gd name="connsiteY231" fmla="*/ 5972182 h 6318353"/>
              <a:gd name="connsiteX232" fmla="*/ 1198603 w 4588489"/>
              <a:gd name="connsiteY232" fmla="*/ 6002143 h 6318353"/>
              <a:gd name="connsiteX233" fmla="*/ 1162984 w 4588489"/>
              <a:gd name="connsiteY233" fmla="*/ 6039905 h 6318353"/>
              <a:gd name="connsiteX234" fmla="*/ 1110692 w 4588489"/>
              <a:gd name="connsiteY234" fmla="*/ 6094340 h 6318353"/>
              <a:gd name="connsiteX235" fmla="*/ 1083088 w 4588489"/>
              <a:gd name="connsiteY235" fmla="*/ 6126401 h 6318353"/>
              <a:gd name="connsiteX236" fmla="*/ 1074516 w 4588489"/>
              <a:gd name="connsiteY236" fmla="*/ 6126401 h 6318353"/>
              <a:gd name="connsiteX237" fmla="*/ 1071618 w 4588489"/>
              <a:gd name="connsiteY237" fmla="*/ 6133559 h 6318353"/>
              <a:gd name="connsiteX238" fmla="*/ 1043715 w 4588489"/>
              <a:gd name="connsiteY238" fmla="*/ 6166049 h 6318353"/>
              <a:gd name="connsiteX239" fmla="*/ 995709 w 4588489"/>
              <a:gd name="connsiteY239" fmla="*/ 6217055 h 6318353"/>
              <a:gd name="connsiteX240" fmla="*/ 966305 w 4588489"/>
              <a:gd name="connsiteY240" fmla="*/ 6247231 h 6318353"/>
              <a:gd name="connsiteX241" fmla="*/ 936816 w 4588489"/>
              <a:gd name="connsiteY241" fmla="*/ 6280234 h 6318353"/>
              <a:gd name="connsiteX242" fmla="*/ 928800 w 4588489"/>
              <a:gd name="connsiteY242" fmla="*/ 6289193 h 6318353"/>
              <a:gd name="connsiteX243" fmla="*/ 918513 w 4588489"/>
              <a:gd name="connsiteY243" fmla="*/ 6302437 h 6318353"/>
              <a:gd name="connsiteX244" fmla="*/ 867507 w 4588489"/>
              <a:gd name="connsiteY244" fmla="*/ 6318039 h 6318353"/>
              <a:gd name="connsiteX245" fmla="*/ 853791 w 4588489"/>
              <a:gd name="connsiteY245" fmla="*/ 6317719 h 6318353"/>
              <a:gd name="connsiteX246" fmla="*/ 839561 w 4588489"/>
              <a:gd name="connsiteY246" fmla="*/ 6317670 h 6318353"/>
              <a:gd name="connsiteX247" fmla="*/ 809857 w 4588489"/>
              <a:gd name="connsiteY247" fmla="*/ 6317316 h 6318353"/>
              <a:gd name="connsiteX248" fmla="*/ 764423 w 4588489"/>
              <a:gd name="connsiteY248" fmla="*/ 6316915 h 6318353"/>
              <a:gd name="connsiteX249" fmla="*/ 735576 w 4588489"/>
              <a:gd name="connsiteY249" fmla="*/ 6316647 h 6318353"/>
              <a:gd name="connsiteX250" fmla="*/ 721732 w 4588489"/>
              <a:gd name="connsiteY250" fmla="*/ 6316536 h 6318353"/>
              <a:gd name="connsiteX251" fmla="*/ 709001 w 4588489"/>
              <a:gd name="connsiteY251" fmla="*/ 6316287 h 6318353"/>
              <a:gd name="connsiteX252" fmla="*/ 697771 w 4588489"/>
              <a:gd name="connsiteY252" fmla="*/ 6316109 h 6318353"/>
              <a:gd name="connsiteX253" fmla="*/ 680198 w 4588489"/>
              <a:gd name="connsiteY253" fmla="*/ 6306337 h 6318353"/>
              <a:gd name="connsiteX254" fmla="*/ 719631 w 4588489"/>
              <a:gd name="connsiteY254" fmla="*/ 6267031 h 6318353"/>
              <a:gd name="connsiteX255" fmla="*/ 747406 w 4588489"/>
              <a:gd name="connsiteY255" fmla="*/ 6239385 h 6318353"/>
              <a:gd name="connsiteX256" fmla="*/ 761937 w 4588489"/>
              <a:gd name="connsiteY256" fmla="*/ 6224941 h 6318353"/>
              <a:gd name="connsiteX257" fmla="*/ 832660 w 4588489"/>
              <a:gd name="connsiteY257" fmla="*/ 6150788 h 6318353"/>
              <a:gd name="connsiteX258" fmla="*/ 862492 w 4588489"/>
              <a:gd name="connsiteY258" fmla="*/ 6120013 h 6318353"/>
              <a:gd name="connsiteX259" fmla="*/ 908783 w 4588489"/>
              <a:gd name="connsiteY259" fmla="*/ 6070293 h 6318353"/>
              <a:gd name="connsiteX260" fmla="*/ 940887 w 4588489"/>
              <a:gd name="connsiteY260" fmla="*/ 6037546 h 6318353"/>
              <a:gd name="connsiteX261" fmla="*/ 963519 w 4588489"/>
              <a:gd name="connsiteY261" fmla="*/ 6012514 h 6318353"/>
              <a:gd name="connsiteX262" fmla="*/ 1037242 w 4588489"/>
              <a:gd name="connsiteY262" fmla="*/ 5937076 h 6318353"/>
              <a:gd name="connsiteX263" fmla="*/ 1093821 w 4588489"/>
              <a:gd name="connsiteY263" fmla="*/ 5877068 h 6318353"/>
              <a:gd name="connsiteX264" fmla="*/ 1132526 w 4588489"/>
              <a:gd name="connsiteY264" fmla="*/ 5837592 h 6318353"/>
              <a:gd name="connsiteX265" fmla="*/ 1166301 w 4588489"/>
              <a:gd name="connsiteY265" fmla="*/ 5801502 h 6318353"/>
              <a:gd name="connsiteX266" fmla="*/ 1227595 w 4588489"/>
              <a:gd name="connsiteY266" fmla="*/ 5738066 h 6318353"/>
              <a:gd name="connsiteX267" fmla="*/ 1269386 w 4588489"/>
              <a:gd name="connsiteY267" fmla="*/ 5693917 h 6318353"/>
              <a:gd name="connsiteX268" fmla="*/ 1335823 w 4588489"/>
              <a:gd name="connsiteY268" fmla="*/ 5625337 h 6318353"/>
              <a:gd name="connsiteX269" fmla="*/ 1388972 w 4588489"/>
              <a:gd name="connsiteY269" fmla="*/ 5568759 h 6318353"/>
              <a:gd name="connsiteX270" fmla="*/ 1426091 w 4588489"/>
              <a:gd name="connsiteY270" fmla="*/ 5530697 h 6318353"/>
              <a:gd name="connsiteX271" fmla="*/ 1478383 w 4588489"/>
              <a:gd name="connsiteY271" fmla="*/ 5475404 h 6318353"/>
              <a:gd name="connsiteX272" fmla="*/ 1518288 w 4588489"/>
              <a:gd name="connsiteY272" fmla="*/ 5434728 h 6318353"/>
              <a:gd name="connsiteX273" fmla="*/ 1551893 w 4588489"/>
              <a:gd name="connsiteY273" fmla="*/ 5398852 h 6318353"/>
              <a:gd name="connsiteX274" fmla="*/ 1616186 w 4588489"/>
              <a:gd name="connsiteY274" fmla="*/ 5332415 h 6318353"/>
              <a:gd name="connsiteX275" fmla="*/ 1668478 w 4588489"/>
              <a:gd name="connsiteY275" fmla="*/ 5276694 h 6318353"/>
              <a:gd name="connsiteX276" fmla="*/ 1692010 w 4588489"/>
              <a:gd name="connsiteY276" fmla="*/ 5252219 h 6318353"/>
              <a:gd name="connsiteX277" fmla="*/ 1723085 w 4588489"/>
              <a:gd name="connsiteY277" fmla="*/ 5219000 h 6318353"/>
              <a:gd name="connsiteX278" fmla="*/ 1764876 w 4588489"/>
              <a:gd name="connsiteY278" fmla="*/ 5175281 h 6318353"/>
              <a:gd name="connsiteX279" fmla="*/ 1805338 w 4588489"/>
              <a:gd name="connsiteY279" fmla="*/ 5132676 h 6318353"/>
              <a:gd name="connsiteX280" fmla="*/ 1855488 w 4588489"/>
              <a:gd name="connsiteY280" fmla="*/ 5080812 h 6318353"/>
              <a:gd name="connsiteX281" fmla="*/ 1890335 w 4588489"/>
              <a:gd name="connsiteY281" fmla="*/ 5043650 h 6318353"/>
              <a:gd name="connsiteX282" fmla="*/ 1963201 w 4588489"/>
              <a:gd name="connsiteY282" fmla="*/ 4968641 h 6318353"/>
              <a:gd name="connsiteX283" fmla="*/ 2020208 w 4588489"/>
              <a:gd name="connsiteY283" fmla="*/ 4908205 h 6318353"/>
              <a:gd name="connsiteX284" fmla="*/ 2045797 w 4588489"/>
              <a:gd name="connsiteY284" fmla="*/ 4881673 h 6318353"/>
              <a:gd name="connsiteX285" fmla="*/ 2079273 w 4588489"/>
              <a:gd name="connsiteY285" fmla="*/ 4846054 h 6318353"/>
              <a:gd name="connsiteX286" fmla="*/ 2127707 w 4588489"/>
              <a:gd name="connsiteY286" fmla="*/ 4795476 h 6318353"/>
              <a:gd name="connsiteX287" fmla="*/ 2169370 w 4588489"/>
              <a:gd name="connsiteY287" fmla="*/ 4750471 h 6318353"/>
              <a:gd name="connsiteX288" fmla="*/ 2189772 w 4588489"/>
              <a:gd name="connsiteY288" fmla="*/ 4732297 h 6318353"/>
              <a:gd name="connsiteX289" fmla="*/ 2205717 w 4588489"/>
              <a:gd name="connsiteY289" fmla="*/ 4677861 h 6318353"/>
              <a:gd name="connsiteX290" fmla="*/ 2205508 w 4588489"/>
              <a:gd name="connsiteY290" fmla="*/ 4662131 h 6318353"/>
              <a:gd name="connsiteX291" fmla="*/ 2205593 w 4588489"/>
              <a:gd name="connsiteY291" fmla="*/ 4645329 h 6318353"/>
              <a:gd name="connsiteX292" fmla="*/ 2205468 w 4588489"/>
              <a:gd name="connsiteY292" fmla="*/ 4599038 h 6318353"/>
              <a:gd name="connsiteX293" fmla="*/ 2205466 w 4588489"/>
              <a:gd name="connsiteY293" fmla="*/ 4549317 h 6318353"/>
              <a:gd name="connsiteX294" fmla="*/ 2205292 w 4588489"/>
              <a:gd name="connsiteY294" fmla="*/ 4452019 h 6318353"/>
              <a:gd name="connsiteX295" fmla="*/ 2205124 w 4588489"/>
              <a:gd name="connsiteY295" fmla="*/ 4338862 h 6318353"/>
              <a:gd name="connsiteX296" fmla="*/ 2204768 w 4588489"/>
              <a:gd name="connsiteY296" fmla="*/ 4136551 h 6318353"/>
              <a:gd name="connsiteX297" fmla="*/ 2204417 w 4588489"/>
              <a:gd name="connsiteY297" fmla="*/ 3940241 h 6318353"/>
              <a:gd name="connsiteX298" fmla="*/ 2204411 w 4588489"/>
              <a:gd name="connsiteY298" fmla="*/ 3928025 h 6318353"/>
              <a:gd name="connsiteX299" fmla="*/ 2204400 w 4588489"/>
              <a:gd name="connsiteY299" fmla="*/ 3903679 h 6318353"/>
              <a:gd name="connsiteX300" fmla="*/ 2204394 w 4588489"/>
              <a:gd name="connsiteY300" fmla="*/ 3891549 h 6318353"/>
              <a:gd name="connsiteX301" fmla="*/ 2204389 w 4588489"/>
              <a:gd name="connsiteY301" fmla="*/ 3879419 h 6318353"/>
              <a:gd name="connsiteX302" fmla="*/ 2204153 w 4588489"/>
              <a:gd name="connsiteY302" fmla="*/ 3692538 h 6318353"/>
              <a:gd name="connsiteX303" fmla="*/ 2204062 w 4588489"/>
              <a:gd name="connsiteY303" fmla="*/ 3624816 h 6318353"/>
              <a:gd name="connsiteX304" fmla="*/ 2203833 w 4588489"/>
              <a:gd name="connsiteY304" fmla="*/ 3517231 h 6318353"/>
              <a:gd name="connsiteX305" fmla="*/ 2203726 w 4588489"/>
              <a:gd name="connsiteY305" fmla="*/ 3467939 h 6318353"/>
              <a:gd name="connsiteX306" fmla="*/ 2203562 w 4588489"/>
              <a:gd name="connsiteY306" fmla="*/ 3414789 h 6318353"/>
              <a:gd name="connsiteX307" fmla="*/ 2203584 w 4588489"/>
              <a:gd name="connsiteY307" fmla="*/ 3398973 h 6318353"/>
              <a:gd name="connsiteX308" fmla="*/ 2203484 w 4588489"/>
              <a:gd name="connsiteY308" fmla="*/ 3384657 h 6318353"/>
              <a:gd name="connsiteX309" fmla="*/ 2203452 w 4588489"/>
              <a:gd name="connsiteY309" fmla="*/ 3372227 h 6318353"/>
              <a:gd name="connsiteX310" fmla="*/ 2193765 w 4588489"/>
              <a:gd name="connsiteY310" fmla="*/ 3349124 h 6318353"/>
              <a:gd name="connsiteX311" fmla="*/ 2168262 w 4588489"/>
              <a:gd name="connsiteY311" fmla="*/ 3347276 h 6318353"/>
              <a:gd name="connsiteX312" fmla="*/ 2151674 w 4588489"/>
              <a:gd name="connsiteY312" fmla="*/ 3347022 h 6318353"/>
              <a:gd name="connsiteX313" fmla="*/ 2133286 w 4588489"/>
              <a:gd name="connsiteY313" fmla="*/ 3346941 h 6318353"/>
              <a:gd name="connsiteX314" fmla="*/ 2113912 w 4588489"/>
              <a:gd name="connsiteY314" fmla="*/ 3346710 h 6318353"/>
              <a:gd name="connsiteX315" fmla="*/ 2060334 w 4588489"/>
              <a:gd name="connsiteY315" fmla="*/ 3346273 h 6318353"/>
              <a:gd name="connsiteX316" fmla="*/ 2014471 w 4588489"/>
              <a:gd name="connsiteY316" fmla="*/ 3345878 h 6318353"/>
              <a:gd name="connsiteX317" fmla="*/ 1457259 w 4588489"/>
              <a:gd name="connsiteY317" fmla="*/ 3344532 h 6318353"/>
              <a:gd name="connsiteX318" fmla="*/ 1305954 w 4588489"/>
              <a:gd name="connsiteY318" fmla="*/ 3344615 h 6318353"/>
              <a:gd name="connsiteX319" fmla="*/ 1036349 w 4588489"/>
              <a:gd name="connsiteY319" fmla="*/ 3344751 h 6318353"/>
              <a:gd name="connsiteX320" fmla="*/ 1020233 w 4588489"/>
              <a:gd name="connsiteY320" fmla="*/ 3344762 h 6318353"/>
              <a:gd name="connsiteX321" fmla="*/ 922935 w 4588489"/>
              <a:gd name="connsiteY321" fmla="*/ 3344828 h 6318353"/>
              <a:gd name="connsiteX322" fmla="*/ 775059 w 4588489"/>
              <a:gd name="connsiteY322" fmla="*/ 3344927 h 6318353"/>
              <a:gd name="connsiteX323" fmla="*/ 758643 w 4588489"/>
              <a:gd name="connsiteY323" fmla="*/ 3344938 h 6318353"/>
              <a:gd name="connsiteX324" fmla="*/ 488609 w 4588489"/>
              <a:gd name="connsiteY324" fmla="*/ 3345068 h 6318353"/>
              <a:gd name="connsiteX325" fmla="*/ 322731 w 4588489"/>
              <a:gd name="connsiteY325" fmla="*/ 3345175 h 6318353"/>
              <a:gd name="connsiteX326" fmla="*/ 210003 w 4588489"/>
              <a:gd name="connsiteY326" fmla="*/ 3345242 h 6318353"/>
              <a:gd name="connsiteX327" fmla="*/ 144852 w 4588489"/>
              <a:gd name="connsiteY327" fmla="*/ 3345292 h 6318353"/>
              <a:gd name="connsiteX328" fmla="*/ 85273 w 4588489"/>
              <a:gd name="connsiteY328" fmla="*/ 3345324 h 6318353"/>
              <a:gd name="connsiteX329" fmla="*/ 63670 w 4588489"/>
              <a:gd name="connsiteY329" fmla="*/ 3345350 h 6318353"/>
              <a:gd name="connsiteX330" fmla="*/ 34524 w 4588489"/>
              <a:gd name="connsiteY330" fmla="*/ 3345354 h 6318353"/>
              <a:gd name="connsiteX331" fmla="*/ 18107 w 4588489"/>
              <a:gd name="connsiteY331" fmla="*/ 3345366 h 6318353"/>
              <a:gd name="connsiteX332" fmla="*/ 1863 w 4588489"/>
              <a:gd name="connsiteY332" fmla="*/ 3340566 h 6318353"/>
              <a:gd name="connsiteX333" fmla="*/ 1142 w 4588489"/>
              <a:gd name="connsiteY333" fmla="*/ 3309490 h 6318353"/>
              <a:gd name="connsiteX334" fmla="*/ 1099 w 4588489"/>
              <a:gd name="connsiteY334" fmla="*/ 3300060 h 6318353"/>
              <a:gd name="connsiteX335" fmla="*/ 1068 w 4588489"/>
              <a:gd name="connsiteY335" fmla="*/ 3280258 h 6318353"/>
              <a:gd name="connsiteX336" fmla="*/ 900 w 4588489"/>
              <a:gd name="connsiteY336" fmla="*/ 3249912 h 6318353"/>
              <a:gd name="connsiteX337" fmla="*/ 874 w 4588489"/>
              <a:gd name="connsiteY337" fmla="*/ 3230709 h 6318353"/>
              <a:gd name="connsiteX338" fmla="*/ 781 w 4588489"/>
              <a:gd name="connsiteY338" fmla="*/ 3221494 h 6318353"/>
              <a:gd name="connsiteX339" fmla="*/ 10425 w 4588489"/>
              <a:gd name="connsiteY339" fmla="*/ 3190504 h 6318353"/>
              <a:gd name="connsiteX340" fmla="*/ 32328 w 4588489"/>
              <a:gd name="connsiteY340" fmla="*/ 3189145 h 6318353"/>
              <a:gd name="connsiteX341" fmla="*/ 46515 w 4588489"/>
              <a:gd name="connsiteY341" fmla="*/ 3188891 h 6318353"/>
              <a:gd name="connsiteX342" fmla="*/ 62289 w 4588489"/>
              <a:gd name="connsiteY342" fmla="*/ 3188745 h 6318353"/>
              <a:gd name="connsiteX343" fmla="*/ 79048 w 4588489"/>
              <a:gd name="connsiteY343" fmla="*/ 3188496 h 6318353"/>
              <a:gd name="connsiteX344" fmla="*/ 125768 w 4588489"/>
              <a:gd name="connsiteY344" fmla="*/ 3187952 h 6318353"/>
              <a:gd name="connsiteX345" fmla="*/ 155815 w 4588489"/>
              <a:gd name="connsiteY345" fmla="*/ 3187610 h 6318353"/>
              <a:gd name="connsiteX346" fmla="*/ 713027 w 4588489"/>
              <a:gd name="connsiteY346" fmla="*/ 3185772 h 6318353"/>
              <a:gd name="connsiteX347" fmla="*/ 868189 w 4588489"/>
              <a:gd name="connsiteY347" fmla="*/ 3185814 h 6318353"/>
              <a:gd name="connsiteX348" fmla="*/ 1145081 w 4588489"/>
              <a:gd name="connsiteY348" fmla="*/ 3185892 h 6318353"/>
              <a:gd name="connsiteX349" fmla="*/ 1413400 w 4588489"/>
              <a:gd name="connsiteY349" fmla="*/ 3185980 h 6318353"/>
              <a:gd name="connsiteX350" fmla="*/ 1430417 w 4588489"/>
              <a:gd name="connsiteY350" fmla="*/ 3185983 h 6318353"/>
              <a:gd name="connsiteX351" fmla="*/ 1562005 w 4588489"/>
              <a:gd name="connsiteY351" fmla="*/ 3186009 h 6318353"/>
              <a:gd name="connsiteX352" fmla="*/ 2200656 w 4588489"/>
              <a:gd name="connsiteY352" fmla="*/ 3186215 h 6318353"/>
              <a:gd name="connsiteX353" fmla="*/ 2200656 w 4588489"/>
              <a:gd name="connsiteY353" fmla="*/ 2054645 h 6318353"/>
              <a:gd name="connsiteX354" fmla="*/ 2089213 w 4588489"/>
              <a:gd name="connsiteY354" fmla="*/ 2033214 h 6318353"/>
              <a:gd name="connsiteX355" fmla="*/ 1403413 w 4588489"/>
              <a:gd name="connsiteY355" fmla="*/ 1583158 h 6318353"/>
              <a:gd name="connsiteX356" fmla="*/ 1288113 w 4588489"/>
              <a:gd name="connsiteY356" fmla="*/ 1338842 h 6318353"/>
              <a:gd name="connsiteX357" fmla="*/ 1284676 w 4588489"/>
              <a:gd name="connsiteY357" fmla="*/ 1329498 h 6318353"/>
              <a:gd name="connsiteX358" fmla="*/ 1262130 w 4588489"/>
              <a:gd name="connsiteY358" fmla="*/ 1238200 h 6318353"/>
              <a:gd name="connsiteX359" fmla="*/ 1258808 w 4588489"/>
              <a:gd name="connsiteY359" fmla="*/ 1221998 h 6318353"/>
              <a:gd name="connsiteX360" fmla="*/ 1239349 w 4588489"/>
              <a:gd name="connsiteY360" fmla="*/ 1021831 h 6318353"/>
              <a:gd name="connsiteX361" fmla="*/ 1239356 w 4588489"/>
              <a:gd name="connsiteY361" fmla="*/ 1011458 h 6318353"/>
              <a:gd name="connsiteX362" fmla="*/ 1258087 w 4588489"/>
              <a:gd name="connsiteY362" fmla="*/ 828864 h 6318353"/>
              <a:gd name="connsiteX363" fmla="*/ 1260941 w 4588489"/>
              <a:gd name="connsiteY363" fmla="*/ 815490 h 6318353"/>
              <a:gd name="connsiteX364" fmla="*/ 1446536 w 4588489"/>
              <a:gd name="connsiteY364" fmla="*/ 413012 h 6318353"/>
              <a:gd name="connsiteX365" fmla="*/ 1451979 w 4588489"/>
              <a:gd name="connsiteY365" fmla="*/ 405682 h 6318353"/>
              <a:gd name="connsiteX366" fmla="*/ 2133493 w 4588489"/>
              <a:gd name="connsiteY366" fmla="*/ 5775 h 6318353"/>
              <a:gd name="connsiteX367" fmla="*/ 2220933 w 4588489"/>
              <a:gd name="connsiteY367" fmla="*/ 760 h 631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Lst>
            <a:rect l="l" t="t" r="r" b="b"/>
            <a:pathLst>
              <a:path w="4588489" h="6318353">
                <a:moveTo>
                  <a:pt x="2219278" y="315"/>
                </a:moveTo>
                <a:cubicBezTo>
                  <a:pt x="2225407" y="294"/>
                  <a:pt x="2225407" y="294"/>
                  <a:pt x="2231665" y="272"/>
                </a:cubicBezTo>
                <a:cubicBezTo>
                  <a:pt x="2240238" y="250"/>
                  <a:pt x="2248853" y="240"/>
                  <a:pt x="2257426" y="241"/>
                </a:cubicBezTo>
                <a:cubicBezTo>
                  <a:pt x="2270413" y="231"/>
                  <a:pt x="2283400" y="153"/>
                  <a:pt x="2296345" y="72"/>
                </a:cubicBezTo>
                <a:cubicBezTo>
                  <a:pt x="2339636" y="-57"/>
                  <a:pt x="2380784" y="912"/>
                  <a:pt x="2423646" y="9588"/>
                </a:cubicBezTo>
                <a:cubicBezTo>
                  <a:pt x="2429862" y="10728"/>
                  <a:pt x="2429862" y="10728"/>
                  <a:pt x="2436205" y="11885"/>
                </a:cubicBezTo>
                <a:cubicBezTo>
                  <a:pt x="2700667" y="60748"/>
                  <a:pt x="2946269" y="206909"/>
                  <a:pt x="3100574" y="429794"/>
                </a:cubicBezTo>
                <a:cubicBezTo>
                  <a:pt x="3265595" y="674111"/>
                  <a:pt x="3324745" y="952717"/>
                  <a:pt x="3269881" y="1239896"/>
                </a:cubicBezTo>
                <a:cubicBezTo>
                  <a:pt x="3223589" y="1467496"/>
                  <a:pt x="3089858" y="1685666"/>
                  <a:pt x="2904692" y="1827112"/>
                </a:cubicBezTo>
                <a:cubicBezTo>
                  <a:pt x="2901058" y="1830014"/>
                  <a:pt x="2897406" y="1832898"/>
                  <a:pt x="2893677" y="1835899"/>
                </a:cubicBezTo>
                <a:cubicBezTo>
                  <a:pt x="2831097" y="1884333"/>
                  <a:pt x="2762946" y="1928053"/>
                  <a:pt x="2690508" y="1959771"/>
                </a:cubicBezTo>
                <a:cubicBezTo>
                  <a:pt x="2687367" y="1961173"/>
                  <a:pt x="2684208" y="1962570"/>
                  <a:pt x="2680993" y="1964015"/>
                </a:cubicBezTo>
                <a:cubicBezTo>
                  <a:pt x="2593982" y="2002205"/>
                  <a:pt x="2502685" y="2024451"/>
                  <a:pt x="2409673" y="2041596"/>
                </a:cubicBezTo>
                <a:cubicBezTo>
                  <a:pt x="2404444" y="2042586"/>
                  <a:pt x="2399215" y="2043576"/>
                  <a:pt x="2393814" y="2044601"/>
                </a:cubicBezTo>
                <a:cubicBezTo>
                  <a:pt x="2389142" y="2045466"/>
                  <a:pt x="2384470" y="2046328"/>
                  <a:pt x="2379627" y="2047220"/>
                </a:cubicBezTo>
                <a:cubicBezTo>
                  <a:pt x="2369340" y="2048531"/>
                  <a:pt x="2369340" y="2048531"/>
                  <a:pt x="2364753" y="2053863"/>
                </a:cubicBezTo>
                <a:cubicBezTo>
                  <a:pt x="2364291" y="2059992"/>
                  <a:pt x="2364123" y="2066122"/>
                  <a:pt x="2364076" y="2072251"/>
                </a:cubicBezTo>
                <a:cubicBezTo>
                  <a:pt x="2364013" y="2078252"/>
                  <a:pt x="2364013" y="2078252"/>
                  <a:pt x="2363949" y="2084381"/>
                </a:cubicBezTo>
                <a:cubicBezTo>
                  <a:pt x="2363924" y="2088839"/>
                  <a:pt x="2363900" y="2093254"/>
                  <a:pt x="2363874" y="2097840"/>
                </a:cubicBezTo>
                <a:cubicBezTo>
                  <a:pt x="2363832" y="2102512"/>
                  <a:pt x="2363789" y="2107184"/>
                  <a:pt x="2363746" y="2112028"/>
                </a:cubicBezTo>
                <a:cubicBezTo>
                  <a:pt x="2363609" y="2127844"/>
                  <a:pt x="2363503" y="2143617"/>
                  <a:pt x="2363398" y="2159605"/>
                </a:cubicBezTo>
                <a:cubicBezTo>
                  <a:pt x="2363309" y="2170878"/>
                  <a:pt x="2363219" y="2182108"/>
                  <a:pt x="2363127" y="2193381"/>
                </a:cubicBezTo>
                <a:cubicBezTo>
                  <a:pt x="2362883" y="2224027"/>
                  <a:pt x="2362673" y="2254674"/>
                  <a:pt x="2362471" y="2285535"/>
                </a:cubicBezTo>
                <a:cubicBezTo>
                  <a:pt x="2362345" y="2304652"/>
                  <a:pt x="2362209" y="2323768"/>
                  <a:pt x="2362073" y="2342971"/>
                </a:cubicBezTo>
                <a:cubicBezTo>
                  <a:pt x="2360727" y="2531995"/>
                  <a:pt x="2360015" y="2721447"/>
                  <a:pt x="2359947" y="2908756"/>
                </a:cubicBezTo>
                <a:cubicBezTo>
                  <a:pt x="2359940" y="2927358"/>
                  <a:pt x="2359927" y="2946003"/>
                  <a:pt x="2359910" y="2964477"/>
                </a:cubicBezTo>
                <a:cubicBezTo>
                  <a:pt x="2359879" y="2996753"/>
                  <a:pt x="2359873" y="3029200"/>
                  <a:pt x="2359894" y="3061346"/>
                </a:cubicBezTo>
                <a:cubicBezTo>
                  <a:pt x="2359899" y="3072062"/>
                  <a:pt x="2359896" y="3082821"/>
                  <a:pt x="2359887" y="3093536"/>
                </a:cubicBezTo>
                <a:cubicBezTo>
                  <a:pt x="2359876" y="3108109"/>
                  <a:pt x="2359892" y="3122683"/>
                  <a:pt x="2359916" y="3137256"/>
                </a:cubicBezTo>
                <a:cubicBezTo>
                  <a:pt x="2359907" y="3141542"/>
                  <a:pt x="2359898" y="3145871"/>
                  <a:pt x="2359889" y="3150286"/>
                </a:cubicBezTo>
                <a:cubicBezTo>
                  <a:pt x="2359907" y="3156072"/>
                  <a:pt x="2359907" y="3156072"/>
                  <a:pt x="2359926" y="3162030"/>
                </a:cubicBezTo>
                <a:cubicBezTo>
                  <a:pt x="2359928" y="3165395"/>
                  <a:pt x="2359929" y="3168760"/>
                  <a:pt x="2359931" y="3172232"/>
                </a:cubicBezTo>
                <a:cubicBezTo>
                  <a:pt x="2359639" y="3179990"/>
                  <a:pt x="2359639" y="3179990"/>
                  <a:pt x="2364774" y="3184147"/>
                </a:cubicBezTo>
                <a:cubicBezTo>
                  <a:pt x="2375533" y="3184567"/>
                  <a:pt x="2386163" y="3184705"/>
                  <a:pt x="2396921" y="3184662"/>
                </a:cubicBezTo>
                <a:cubicBezTo>
                  <a:pt x="2400346" y="3184665"/>
                  <a:pt x="2403779" y="3184669"/>
                  <a:pt x="2407294" y="3184673"/>
                </a:cubicBezTo>
                <a:cubicBezTo>
                  <a:pt x="2418910" y="3184680"/>
                  <a:pt x="2430525" y="3184656"/>
                  <a:pt x="2442141" y="3184633"/>
                </a:cubicBezTo>
                <a:cubicBezTo>
                  <a:pt x="2450499" y="3184632"/>
                  <a:pt x="2458857" y="3184632"/>
                  <a:pt x="2467216" y="3184635"/>
                </a:cubicBezTo>
                <a:cubicBezTo>
                  <a:pt x="2490319" y="3184636"/>
                  <a:pt x="2513507" y="3184611"/>
                  <a:pt x="2536653" y="3184581"/>
                </a:cubicBezTo>
                <a:cubicBezTo>
                  <a:pt x="2561513" y="3184554"/>
                  <a:pt x="2586373" y="3184551"/>
                  <a:pt x="2611234" y="3184546"/>
                </a:cubicBezTo>
                <a:cubicBezTo>
                  <a:pt x="2654525" y="3184533"/>
                  <a:pt x="2697387" y="3184506"/>
                  <a:pt x="2740678" y="3184468"/>
                </a:cubicBezTo>
                <a:cubicBezTo>
                  <a:pt x="2803258" y="3184415"/>
                  <a:pt x="2865837" y="3184389"/>
                  <a:pt x="2928416" y="3184370"/>
                </a:cubicBezTo>
                <a:cubicBezTo>
                  <a:pt x="2957606" y="3184361"/>
                  <a:pt x="2986709" y="3184351"/>
                  <a:pt x="3015856" y="3184341"/>
                </a:cubicBezTo>
                <a:cubicBezTo>
                  <a:pt x="3018775" y="3184340"/>
                  <a:pt x="3021685" y="3184339"/>
                  <a:pt x="3024728" y="3184338"/>
                </a:cubicBezTo>
                <a:cubicBezTo>
                  <a:pt x="3094165" y="3184313"/>
                  <a:pt x="3164031" y="3184274"/>
                  <a:pt x="3233469" y="3184234"/>
                </a:cubicBezTo>
                <a:cubicBezTo>
                  <a:pt x="3236516" y="3184233"/>
                  <a:pt x="3239555" y="3184231"/>
                  <a:pt x="3242684" y="3184229"/>
                </a:cubicBezTo>
                <a:cubicBezTo>
                  <a:pt x="3294976" y="3184198"/>
                  <a:pt x="3347697" y="3184167"/>
                  <a:pt x="3399989" y="3184135"/>
                </a:cubicBezTo>
                <a:cubicBezTo>
                  <a:pt x="3442852" y="3184109"/>
                  <a:pt x="3485714" y="3184084"/>
                  <a:pt x="3528577" y="3184058"/>
                </a:cubicBezTo>
                <a:cubicBezTo>
                  <a:pt x="3533120" y="3184056"/>
                  <a:pt x="3533120" y="3184056"/>
                  <a:pt x="3537749" y="3184053"/>
                </a:cubicBezTo>
                <a:cubicBezTo>
                  <a:pt x="3606758" y="3184012"/>
                  <a:pt x="3676195" y="3183976"/>
                  <a:pt x="3745204" y="3183951"/>
                </a:cubicBezTo>
                <a:cubicBezTo>
                  <a:pt x="3749576" y="3183950"/>
                  <a:pt x="3749576" y="3183950"/>
                  <a:pt x="3754034" y="3183948"/>
                </a:cubicBezTo>
                <a:cubicBezTo>
                  <a:pt x="3783223" y="3183938"/>
                  <a:pt x="3812327" y="3183928"/>
                  <a:pt x="3841473" y="3183920"/>
                </a:cubicBezTo>
                <a:cubicBezTo>
                  <a:pt x="3906624" y="3183901"/>
                  <a:pt x="3971775" y="3183867"/>
                  <a:pt x="4036926" y="3183810"/>
                </a:cubicBezTo>
                <a:cubicBezTo>
                  <a:pt x="4079789" y="3183773"/>
                  <a:pt x="4122651" y="3183753"/>
                  <a:pt x="4165514" y="3183744"/>
                </a:cubicBezTo>
                <a:cubicBezTo>
                  <a:pt x="4190160" y="3183738"/>
                  <a:pt x="4214806" y="3183726"/>
                  <a:pt x="4239237" y="3183693"/>
                </a:cubicBezTo>
                <a:cubicBezTo>
                  <a:pt x="4352823" y="3183549"/>
                  <a:pt x="4466409" y="3184662"/>
                  <a:pt x="4580423" y="3188451"/>
                </a:cubicBezTo>
                <a:cubicBezTo>
                  <a:pt x="4589252" y="3204610"/>
                  <a:pt x="4589767" y="3215497"/>
                  <a:pt x="4589038" y="3233885"/>
                </a:cubicBezTo>
                <a:cubicBezTo>
                  <a:pt x="4588836" y="3239371"/>
                  <a:pt x="4588635" y="3244858"/>
                  <a:pt x="4588425" y="3250516"/>
                </a:cubicBezTo>
                <a:cubicBezTo>
                  <a:pt x="4588297" y="3253362"/>
                  <a:pt x="4588169" y="3256216"/>
                  <a:pt x="4588037" y="3259131"/>
                </a:cubicBezTo>
                <a:cubicBezTo>
                  <a:pt x="4587647" y="3267832"/>
                  <a:pt x="4587325" y="3276533"/>
                  <a:pt x="4587017" y="3285277"/>
                </a:cubicBezTo>
                <a:cubicBezTo>
                  <a:pt x="4585324" y="3327883"/>
                  <a:pt x="4585324" y="3327883"/>
                  <a:pt x="4580416" y="3342713"/>
                </a:cubicBezTo>
                <a:cubicBezTo>
                  <a:pt x="3483136" y="3344835"/>
                  <a:pt x="3483136" y="3344835"/>
                  <a:pt x="2360138" y="3346999"/>
                </a:cubicBezTo>
                <a:cubicBezTo>
                  <a:pt x="2356516" y="3365087"/>
                  <a:pt x="2355295" y="3379660"/>
                  <a:pt x="2355209" y="3398006"/>
                </a:cubicBezTo>
                <a:cubicBezTo>
                  <a:pt x="2355188" y="3402420"/>
                  <a:pt x="2355188" y="3402420"/>
                  <a:pt x="2355166" y="3406921"/>
                </a:cubicBezTo>
                <a:cubicBezTo>
                  <a:pt x="2355126" y="3416822"/>
                  <a:pt x="2355118" y="3426766"/>
                  <a:pt x="2355112" y="3436668"/>
                </a:cubicBezTo>
                <a:cubicBezTo>
                  <a:pt x="2355095" y="3443911"/>
                  <a:pt x="2355077" y="3451112"/>
                  <a:pt x="2355059" y="3458356"/>
                </a:cubicBezTo>
                <a:cubicBezTo>
                  <a:pt x="2355018" y="3478373"/>
                  <a:pt x="2355015" y="3498390"/>
                  <a:pt x="2355023" y="3518364"/>
                </a:cubicBezTo>
                <a:cubicBezTo>
                  <a:pt x="2355028" y="3531179"/>
                  <a:pt x="2355026" y="3543952"/>
                  <a:pt x="2355023" y="3556768"/>
                </a:cubicBezTo>
                <a:cubicBezTo>
                  <a:pt x="2355033" y="3780511"/>
                  <a:pt x="2358984" y="4002538"/>
                  <a:pt x="2362653" y="4229710"/>
                </a:cubicBezTo>
                <a:cubicBezTo>
                  <a:pt x="2363836" y="4301719"/>
                  <a:pt x="2364903" y="4373728"/>
                  <a:pt x="2365760" y="4445737"/>
                </a:cubicBezTo>
                <a:cubicBezTo>
                  <a:pt x="2365808" y="4449676"/>
                  <a:pt x="2365855" y="4453623"/>
                  <a:pt x="2365904" y="4457696"/>
                </a:cubicBezTo>
                <a:cubicBezTo>
                  <a:pt x="2366329" y="4492928"/>
                  <a:pt x="2366740" y="4527990"/>
                  <a:pt x="2367109" y="4563566"/>
                </a:cubicBezTo>
                <a:cubicBezTo>
                  <a:pt x="2367206" y="4572738"/>
                  <a:pt x="2367312" y="4581911"/>
                  <a:pt x="2367421" y="4591084"/>
                </a:cubicBezTo>
                <a:cubicBezTo>
                  <a:pt x="2367547" y="4601799"/>
                  <a:pt x="2367660" y="4612472"/>
                  <a:pt x="2367755" y="4623188"/>
                </a:cubicBezTo>
                <a:cubicBezTo>
                  <a:pt x="2368051" y="4647105"/>
                  <a:pt x="2368779" y="4670765"/>
                  <a:pt x="2370163" y="4694768"/>
                </a:cubicBezTo>
                <a:cubicBezTo>
                  <a:pt x="2370418" y="4699226"/>
                  <a:pt x="2370673" y="4703683"/>
                  <a:pt x="2370935" y="4708270"/>
                </a:cubicBezTo>
                <a:cubicBezTo>
                  <a:pt x="2374231" y="4727601"/>
                  <a:pt x="2384437" y="4738016"/>
                  <a:pt x="2398667" y="4750704"/>
                </a:cubicBezTo>
                <a:cubicBezTo>
                  <a:pt x="2424127" y="4775092"/>
                  <a:pt x="2424127" y="4775092"/>
                  <a:pt x="2428671" y="4788765"/>
                </a:cubicBezTo>
                <a:lnTo>
                  <a:pt x="2437243" y="4788765"/>
                </a:lnTo>
                <a:cubicBezTo>
                  <a:pt x="2442815" y="4794466"/>
                  <a:pt x="2442815" y="4794466"/>
                  <a:pt x="2449588" y="4802696"/>
                </a:cubicBezTo>
                <a:cubicBezTo>
                  <a:pt x="2463304" y="4818897"/>
                  <a:pt x="2477877" y="4833899"/>
                  <a:pt x="2492879" y="4848987"/>
                </a:cubicBezTo>
                <a:cubicBezTo>
                  <a:pt x="2509852" y="4865746"/>
                  <a:pt x="2526054" y="4882720"/>
                  <a:pt x="2541313" y="4900851"/>
                </a:cubicBezTo>
                <a:cubicBezTo>
                  <a:pt x="2552329" y="4913281"/>
                  <a:pt x="2564288" y="4924639"/>
                  <a:pt x="2576289" y="4936084"/>
                </a:cubicBezTo>
                <a:cubicBezTo>
                  <a:pt x="2582719" y="4943199"/>
                  <a:pt x="2582719" y="4943199"/>
                  <a:pt x="2582719" y="4951771"/>
                </a:cubicBezTo>
                <a:lnTo>
                  <a:pt x="2591291" y="4951771"/>
                </a:lnTo>
                <a:cubicBezTo>
                  <a:pt x="2597335" y="4957901"/>
                  <a:pt x="2597335" y="4957901"/>
                  <a:pt x="2604407" y="4966516"/>
                </a:cubicBezTo>
                <a:cubicBezTo>
                  <a:pt x="2621852" y="4987005"/>
                  <a:pt x="2640669" y="5005778"/>
                  <a:pt x="2659700" y="5024809"/>
                </a:cubicBezTo>
                <a:cubicBezTo>
                  <a:pt x="2696433" y="5060899"/>
                  <a:pt x="2696433" y="5060899"/>
                  <a:pt x="2712849" y="5080102"/>
                </a:cubicBezTo>
                <a:cubicBezTo>
                  <a:pt x="2735266" y="5106205"/>
                  <a:pt x="2760426" y="5129822"/>
                  <a:pt x="2784858" y="5153825"/>
                </a:cubicBezTo>
                <a:cubicBezTo>
                  <a:pt x="2788591" y="5157511"/>
                  <a:pt x="2792316" y="5161198"/>
                  <a:pt x="2796174" y="5165012"/>
                </a:cubicBezTo>
                <a:cubicBezTo>
                  <a:pt x="2799573" y="5168338"/>
                  <a:pt x="2802989" y="5171656"/>
                  <a:pt x="2806461" y="5175085"/>
                </a:cubicBezTo>
                <a:cubicBezTo>
                  <a:pt x="2813833" y="5183400"/>
                  <a:pt x="2813833" y="5183400"/>
                  <a:pt x="2813833" y="5191973"/>
                </a:cubicBezTo>
                <a:lnTo>
                  <a:pt x="2822406" y="5191973"/>
                </a:lnTo>
                <a:lnTo>
                  <a:pt x="2822406" y="5200545"/>
                </a:lnTo>
                <a:lnTo>
                  <a:pt x="2830978" y="5200545"/>
                </a:lnTo>
                <a:cubicBezTo>
                  <a:pt x="2836122" y="5205774"/>
                  <a:pt x="2836122" y="5205774"/>
                  <a:pt x="2842508" y="5213661"/>
                </a:cubicBezTo>
                <a:cubicBezTo>
                  <a:pt x="2858410" y="5232478"/>
                  <a:pt x="2875641" y="5249666"/>
                  <a:pt x="2893086" y="5266811"/>
                </a:cubicBezTo>
                <a:cubicBezTo>
                  <a:pt x="2912031" y="5285584"/>
                  <a:pt x="2930548" y="5304315"/>
                  <a:pt x="2947521" y="5324675"/>
                </a:cubicBezTo>
                <a:cubicBezTo>
                  <a:pt x="2959951" y="5338648"/>
                  <a:pt x="2973496" y="5351593"/>
                  <a:pt x="2986998" y="5364537"/>
                </a:cubicBezTo>
                <a:cubicBezTo>
                  <a:pt x="2992227" y="5369638"/>
                  <a:pt x="2997242" y="5374953"/>
                  <a:pt x="3002214" y="5380311"/>
                </a:cubicBezTo>
                <a:lnTo>
                  <a:pt x="3002214" y="5388883"/>
                </a:lnTo>
                <a:lnTo>
                  <a:pt x="3010786" y="5388883"/>
                </a:lnTo>
                <a:cubicBezTo>
                  <a:pt x="3016959" y="5395055"/>
                  <a:pt x="3016959" y="5395055"/>
                  <a:pt x="3024159" y="5403714"/>
                </a:cubicBezTo>
                <a:cubicBezTo>
                  <a:pt x="3040747" y="5423216"/>
                  <a:pt x="3058064" y="5441818"/>
                  <a:pt x="3075594" y="5460292"/>
                </a:cubicBezTo>
                <a:cubicBezTo>
                  <a:pt x="3078552" y="5463434"/>
                  <a:pt x="3081509" y="5466593"/>
                  <a:pt x="3084553" y="5469808"/>
                </a:cubicBezTo>
                <a:cubicBezTo>
                  <a:pt x="3096897" y="5482881"/>
                  <a:pt x="3109199" y="5495868"/>
                  <a:pt x="3122186" y="5508341"/>
                </a:cubicBezTo>
                <a:cubicBezTo>
                  <a:pt x="3130801" y="5517385"/>
                  <a:pt x="3130801" y="5517385"/>
                  <a:pt x="3130801" y="5525958"/>
                </a:cubicBezTo>
                <a:lnTo>
                  <a:pt x="3139374" y="5525958"/>
                </a:lnTo>
                <a:cubicBezTo>
                  <a:pt x="3145117" y="5531787"/>
                  <a:pt x="3145117" y="5531787"/>
                  <a:pt x="3151975" y="5540145"/>
                </a:cubicBezTo>
                <a:cubicBezTo>
                  <a:pt x="3168392" y="5559519"/>
                  <a:pt x="3186180" y="5577178"/>
                  <a:pt x="3204268" y="5595009"/>
                </a:cubicBezTo>
                <a:cubicBezTo>
                  <a:pt x="3213397" y="5604139"/>
                  <a:pt x="3221884" y="5613654"/>
                  <a:pt x="3230285" y="5623427"/>
                </a:cubicBezTo>
                <a:cubicBezTo>
                  <a:pt x="3252188" y="5648759"/>
                  <a:pt x="3276577" y="5671861"/>
                  <a:pt x="3300580" y="5695007"/>
                </a:cubicBezTo>
                <a:cubicBezTo>
                  <a:pt x="3304120" y="5698501"/>
                  <a:pt x="3307652" y="5701994"/>
                  <a:pt x="3311295" y="5705594"/>
                </a:cubicBezTo>
                <a:cubicBezTo>
                  <a:pt x="3314514" y="5708745"/>
                  <a:pt x="3317725" y="5711895"/>
                  <a:pt x="3321068" y="5715153"/>
                </a:cubicBezTo>
                <a:cubicBezTo>
                  <a:pt x="3328054" y="5723039"/>
                  <a:pt x="3328054" y="5723039"/>
                  <a:pt x="3328054" y="5731612"/>
                </a:cubicBezTo>
                <a:lnTo>
                  <a:pt x="3336627" y="5731612"/>
                </a:lnTo>
                <a:cubicBezTo>
                  <a:pt x="3342499" y="5737613"/>
                  <a:pt x="3342499" y="5737613"/>
                  <a:pt x="3349486" y="5746099"/>
                </a:cubicBezTo>
                <a:cubicBezTo>
                  <a:pt x="3368302" y="5768216"/>
                  <a:pt x="3388834" y="5788405"/>
                  <a:pt x="3409493" y="5808678"/>
                </a:cubicBezTo>
                <a:cubicBezTo>
                  <a:pt x="3432296" y="5831138"/>
                  <a:pt x="3454499" y="5853684"/>
                  <a:pt x="3475502" y="5878116"/>
                </a:cubicBezTo>
                <a:cubicBezTo>
                  <a:pt x="3488532" y="5892903"/>
                  <a:pt x="3502848" y="5906405"/>
                  <a:pt x="3517035" y="5920035"/>
                </a:cubicBezTo>
                <a:cubicBezTo>
                  <a:pt x="3522779" y="5925650"/>
                  <a:pt x="3528351" y="5931522"/>
                  <a:pt x="3533837" y="5937395"/>
                </a:cubicBezTo>
                <a:lnTo>
                  <a:pt x="3533837" y="5945967"/>
                </a:lnTo>
                <a:cubicBezTo>
                  <a:pt x="3536405" y="5947090"/>
                  <a:pt x="3538981" y="5948209"/>
                  <a:pt x="3541638" y="5949366"/>
                </a:cubicBezTo>
                <a:cubicBezTo>
                  <a:pt x="3551625" y="5954895"/>
                  <a:pt x="3556469" y="5959910"/>
                  <a:pt x="3563584" y="5968740"/>
                </a:cubicBezTo>
                <a:cubicBezTo>
                  <a:pt x="3577857" y="5985670"/>
                  <a:pt x="3593116" y="6001187"/>
                  <a:pt x="3609018" y="6016746"/>
                </a:cubicBezTo>
                <a:cubicBezTo>
                  <a:pt x="3626763" y="6034277"/>
                  <a:pt x="3643823" y="6052022"/>
                  <a:pt x="3660025" y="6071181"/>
                </a:cubicBezTo>
                <a:cubicBezTo>
                  <a:pt x="3670354" y="6082926"/>
                  <a:pt x="3681627" y="6093770"/>
                  <a:pt x="3692771" y="6104743"/>
                </a:cubicBezTo>
                <a:cubicBezTo>
                  <a:pt x="3700873" y="6112972"/>
                  <a:pt x="3708416" y="6121416"/>
                  <a:pt x="3715917" y="6130160"/>
                </a:cubicBezTo>
                <a:cubicBezTo>
                  <a:pt x="3726933" y="6142976"/>
                  <a:pt x="3738463" y="6154977"/>
                  <a:pt x="3750465" y="6166850"/>
                </a:cubicBezTo>
                <a:cubicBezTo>
                  <a:pt x="3767824" y="6183995"/>
                  <a:pt x="3783897" y="6201912"/>
                  <a:pt x="3799756" y="6220428"/>
                </a:cubicBezTo>
                <a:cubicBezTo>
                  <a:pt x="3816516" y="6239974"/>
                  <a:pt x="3832975" y="6258576"/>
                  <a:pt x="3852906" y="6275293"/>
                </a:cubicBezTo>
                <a:cubicBezTo>
                  <a:pt x="3865550" y="6285922"/>
                  <a:pt x="3873008" y="6294066"/>
                  <a:pt x="3876995" y="6310654"/>
                </a:cubicBezTo>
                <a:cubicBezTo>
                  <a:pt x="3845834" y="6318369"/>
                  <a:pt x="3812701" y="6316569"/>
                  <a:pt x="3780983" y="6316912"/>
                </a:cubicBezTo>
                <a:cubicBezTo>
                  <a:pt x="3772882" y="6317026"/>
                  <a:pt x="3764738" y="6317201"/>
                  <a:pt x="3756637" y="6317439"/>
                </a:cubicBezTo>
                <a:cubicBezTo>
                  <a:pt x="3680341" y="6319642"/>
                  <a:pt x="3680341" y="6319642"/>
                  <a:pt x="3655910" y="6300594"/>
                </a:cubicBezTo>
                <a:cubicBezTo>
                  <a:pt x="3647937" y="6292665"/>
                  <a:pt x="3647937" y="6292665"/>
                  <a:pt x="3641379" y="6284906"/>
                </a:cubicBezTo>
                <a:lnTo>
                  <a:pt x="3634050" y="6278048"/>
                </a:lnTo>
                <a:cubicBezTo>
                  <a:pt x="3628521" y="6272048"/>
                  <a:pt x="3628521" y="6272048"/>
                  <a:pt x="3628521" y="6263475"/>
                </a:cubicBezTo>
                <a:lnTo>
                  <a:pt x="3619948" y="6263475"/>
                </a:lnTo>
                <a:cubicBezTo>
                  <a:pt x="3613604" y="6257046"/>
                  <a:pt x="3613604" y="6257046"/>
                  <a:pt x="3606275" y="6248216"/>
                </a:cubicBezTo>
                <a:cubicBezTo>
                  <a:pt x="3593416" y="6233000"/>
                  <a:pt x="3579915" y="6219070"/>
                  <a:pt x="3565427" y="6205397"/>
                </a:cubicBezTo>
                <a:cubicBezTo>
                  <a:pt x="3559898" y="6199181"/>
                  <a:pt x="3559898" y="6199181"/>
                  <a:pt x="3559898" y="6190609"/>
                </a:cubicBezTo>
                <a:lnTo>
                  <a:pt x="3551325" y="6190609"/>
                </a:lnTo>
                <a:cubicBezTo>
                  <a:pt x="3545582" y="6184780"/>
                  <a:pt x="3545582" y="6184780"/>
                  <a:pt x="3538724" y="6176422"/>
                </a:cubicBezTo>
                <a:cubicBezTo>
                  <a:pt x="3523293" y="6158162"/>
                  <a:pt x="3506663" y="6141489"/>
                  <a:pt x="3489432" y="6124987"/>
                </a:cubicBezTo>
                <a:cubicBezTo>
                  <a:pt x="3484203" y="6119886"/>
                  <a:pt x="3479188" y="6114571"/>
                  <a:pt x="3474173" y="6109213"/>
                </a:cubicBezTo>
                <a:lnTo>
                  <a:pt x="3474173" y="6100640"/>
                </a:lnTo>
                <a:lnTo>
                  <a:pt x="3465600" y="6100640"/>
                </a:lnTo>
                <a:cubicBezTo>
                  <a:pt x="3460157" y="6095112"/>
                  <a:pt x="3460157" y="6095112"/>
                  <a:pt x="3453556" y="6086968"/>
                </a:cubicBezTo>
                <a:cubicBezTo>
                  <a:pt x="3437011" y="6067422"/>
                  <a:pt x="3419095" y="6049592"/>
                  <a:pt x="3400835" y="6031675"/>
                </a:cubicBezTo>
                <a:cubicBezTo>
                  <a:pt x="3388619" y="6019631"/>
                  <a:pt x="3377004" y="6007372"/>
                  <a:pt x="3365816" y="5994342"/>
                </a:cubicBezTo>
                <a:cubicBezTo>
                  <a:pt x="3343999" y="5969096"/>
                  <a:pt x="3319954" y="5946335"/>
                  <a:pt x="3295951" y="5922761"/>
                </a:cubicBezTo>
                <a:cubicBezTo>
                  <a:pt x="3292410" y="5919268"/>
                  <a:pt x="3288878" y="5915774"/>
                  <a:pt x="3285235" y="5912174"/>
                </a:cubicBezTo>
                <a:cubicBezTo>
                  <a:pt x="3282016" y="5909024"/>
                  <a:pt x="3278806" y="5905874"/>
                  <a:pt x="3275462" y="5902616"/>
                </a:cubicBezTo>
                <a:cubicBezTo>
                  <a:pt x="3268476" y="5894729"/>
                  <a:pt x="3268476" y="5894729"/>
                  <a:pt x="3268476" y="5886157"/>
                </a:cubicBezTo>
                <a:lnTo>
                  <a:pt x="3259903" y="5886157"/>
                </a:lnTo>
                <a:cubicBezTo>
                  <a:pt x="3254245" y="5880371"/>
                  <a:pt x="3254245" y="5880371"/>
                  <a:pt x="3247430" y="5872098"/>
                </a:cubicBezTo>
                <a:cubicBezTo>
                  <a:pt x="3234400" y="5856796"/>
                  <a:pt x="3220727" y="5842309"/>
                  <a:pt x="3206454" y="5828378"/>
                </a:cubicBezTo>
                <a:cubicBezTo>
                  <a:pt x="3204362" y="5826304"/>
                  <a:pt x="3202275" y="5824225"/>
                  <a:pt x="3200110" y="5822077"/>
                </a:cubicBezTo>
                <a:cubicBezTo>
                  <a:pt x="3193595" y="5815648"/>
                  <a:pt x="3187123" y="5809218"/>
                  <a:pt x="3180608" y="5802789"/>
                </a:cubicBezTo>
                <a:cubicBezTo>
                  <a:pt x="3155662" y="5778186"/>
                  <a:pt x="3130887" y="5753497"/>
                  <a:pt x="3108170" y="5726923"/>
                </a:cubicBezTo>
                <a:cubicBezTo>
                  <a:pt x="3094325" y="5711192"/>
                  <a:pt x="3079023" y="5696876"/>
                  <a:pt x="3064022" y="5682345"/>
                </a:cubicBezTo>
                <a:cubicBezTo>
                  <a:pt x="3057764" y="5676216"/>
                  <a:pt x="3051677" y="5669829"/>
                  <a:pt x="3045676" y="5663443"/>
                </a:cubicBezTo>
                <a:lnTo>
                  <a:pt x="3045676" y="5654870"/>
                </a:lnTo>
                <a:lnTo>
                  <a:pt x="3037104" y="5654870"/>
                </a:lnTo>
                <a:cubicBezTo>
                  <a:pt x="3031360" y="5649041"/>
                  <a:pt x="3031360" y="5649041"/>
                  <a:pt x="3024502" y="5640683"/>
                </a:cubicBezTo>
                <a:cubicBezTo>
                  <a:pt x="3009629" y="5623153"/>
                  <a:pt x="2993684" y="5607036"/>
                  <a:pt x="2977354" y="5590963"/>
                </a:cubicBezTo>
                <a:cubicBezTo>
                  <a:pt x="2963509" y="5577247"/>
                  <a:pt x="2950650" y="5563016"/>
                  <a:pt x="2938049" y="5548186"/>
                </a:cubicBezTo>
                <a:cubicBezTo>
                  <a:pt x="2927933" y="5536913"/>
                  <a:pt x="2917217" y="5526283"/>
                  <a:pt x="2906416" y="5515653"/>
                </a:cubicBezTo>
                <a:cubicBezTo>
                  <a:pt x="2890514" y="5499966"/>
                  <a:pt x="2875427" y="5483892"/>
                  <a:pt x="2860982" y="5466790"/>
                </a:cubicBezTo>
                <a:cubicBezTo>
                  <a:pt x="2848295" y="5452645"/>
                  <a:pt x="2834621" y="5439486"/>
                  <a:pt x="2820905" y="5426328"/>
                </a:cubicBezTo>
                <a:cubicBezTo>
                  <a:pt x="2815676" y="5421227"/>
                  <a:pt x="2810661" y="5415912"/>
                  <a:pt x="2805689" y="5410554"/>
                </a:cubicBezTo>
                <a:lnTo>
                  <a:pt x="2805689" y="5401982"/>
                </a:lnTo>
                <a:lnTo>
                  <a:pt x="2797117" y="5401982"/>
                </a:lnTo>
                <a:cubicBezTo>
                  <a:pt x="2791202" y="5395981"/>
                  <a:pt x="2791202" y="5395981"/>
                  <a:pt x="2784258" y="5387494"/>
                </a:cubicBezTo>
                <a:cubicBezTo>
                  <a:pt x="2768913" y="5369406"/>
                  <a:pt x="2752497" y="5352861"/>
                  <a:pt x="2735395" y="5336488"/>
                </a:cubicBezTo>
                <a:cubicBezTo>
                  <a:pt x="2726565" y="5327444"/>
                  <a:pt x="2718293" y="5318315"/>
                  <a:pt x="2710063" y="5308713"/>
                </a:cubicBezTo>
                <a:cubicBezTo>
                  <a:pt x="2690732" y="5286425"/>
                  <a:pt x="2669601" y="5266065"/>
                  <a:pt x="2648341" y="5245705"/>
                </a:cubicBezTo>
                <a:cubicBezTo>
                  <a:pt x="2645384" y="5242795"/>
                  <a:pt x="2642426" y="5239876"/>
                  <a:pt x="2639383" y="5236876"/>
                </a:cubicBezTo>
                <a:cubicBezTo>
                  <a:pt x="2636700" y="5234265"/>
                  <a:pt x="2634025" y="5231646"/>
                  <a:pt x="2631239" y="5228946"/>
                </a:cubicBezTo>
                <a:cubicBezTo>
                  <a:pt x="2625410" y="5222217"/>
                  <a:pt x="2625410" y="5222217"/>
                  <a:pt x="2625410" y="5213644"/>
                </a:cubicBezTo>
                <a:lnTo>
                  <a:pt x="2616837" y="5213644"/>
                </a:lnTo>
                <a:lnTo>
                  <a:pt x="2616837" y="5205072"/>
                </a:lnTo>
                <a:lnTo>
                  <a:pt x="2608265" y="5205072"/>
                </a:lnTo>
                <a:cubicBezTo>
                  <a:pt x="2602221" y="5198899"/>
                  <a:pt x="2602221" y="5198899"/>
                  <a:pt x="2595106" y="5190284"/>
                </a:cubicBezTo>
                <a:cubicBezTo>
                  <a:pt x="2574789" y="5166367"/>
                  <a:pt x="2552329" y="5144850"/>
                  <a:pt x="2529955" y="5122990"/>
                </a:cubicBezTo>
                <a:cubicBezTo>
                  <a:pt x="2526804" y="5119887"/>
                  <a:pt x="2523654" y="5116775"/>
                  <a:pt x="2520396" y="5113560"/>
                </a:cubicBezTo>
                <a:cubicBezTo>
                  <a:pt x="2516110" y="5109377"/>
                  <a:pt x="2516110" y="5109377"/>
                  <a:pt x="2511738" y="5105116"/>
                </a:cubicBezTo>
                <a:cubicBezTo>
                  <a:pt x="2505523" y="5098001"/>
                  <a:pt x="2505523" y="5098001"/>
                  <a:pt x="2505523" y="5089429"/>
                </a:cubicBezTo>
                <a:lnTo>
                  <a:pt x="2496951" y="5089429"/>
                </a:lnTo>
                <a:lnTo>
                  <a:pt x="2496951" y="5080856"/>
                </a:lnTo>
                <a:lnTo>
                  <a:pt x="2488378" y="5080856"/>
                </a:lnTo>
                <a:cubicBezTo>
                  <a:pt x="2482806" y="5075155"/>
                  <a:pt x="2482806" y="5075155"/>
                  <a:pt x="2476034" y="5066926"/>
                </a:cubicBezTo>
                <a:cubicBezTo>
                  <a:pt x="2462318" y="5050724"/>
                  <a:pt x="2447745" y="5035722"/>
                  <a:pt x="2432743" y="5020634"/>
                </a:cubicBezTo>
                <a:cubicBezTo>
                  <a:pt x="2416112" y="5004218"/>
                  <a:pt x="2400339" y="4987544"/>
                  <a:pt x="2385165" y="4969628"/>
                </a:cubicBezTo>
                <a:cubicBezTo>
                  <a:pt x="2374321" y="4957541"/>
                  <a:pt x="2362834" y="4946225"/>
                  <a:pt x="2351261" y="4934823"/>
                </a:cubicBezTo>
                <a:cubicBezTo>
                  <a:pt x="2307970" y="4892133"/>
                  <a:pt x="2307970" y="4892133"/>
                  <a:pt x="2295540" y="4874816"/>
                </a:cubicBezTo>
                <a:lnTo>
                  <a:pt x="2295540" y="4866243"/>
                </a:lnTo>
                <a:cubicBezTo>
                  <a:pt x="2277066" y="4877688"/>
                  <a:pt x="2263650" y="4889132"/>
                  <a:pt x="2249248" y="4905634"/>
                </a:cubicBezTo>
                <a:cubicBezTo>
                  <a:pt x="2217444" y="4941210"/>
                  <a:pt x="2183240" y="4974643"/>
                  <a:pt x="2149379" y="5008076"/>
                </a:cubicBezTo>
                <a:cubicBezTo>
                  <a:pt x="2128590" y="5028692"/>
                  <a:pt x="2108274" y="5049395"/>
                  <a:pt x="2089371" y="5071512"/>
                </a:cubicBezTo>
                <a:cubicBezTo>
                  <a:pt x="2070812" y="5092300"/>
                  <a:pt x="2050538" y="5111545"/>
                  <a:pt x="2030649" y="5131091"/>
                </a:cubicBezTo>
                <a:cubicBezTo>
                  <a:pt x="2021777" y="5139878"/>
                  <a:pt x="2012904" y="5148622"/>
                  <a:pt x="2004032" y="5157409"/>
                </a:cubicBezTo>
                <a:cubicBezTo>
                  <a:pt x="2000136" y="5161253"/>
                  <a:pt x="1996231" y="5165081"/>
                  <a:pt x="1992245" y="5169067"/>
                </a:cubicBezTo>
                <a:cubicBezTo>
                  <a:pt x="1982172" y="5178969"/>
                  <a:pt x="1982172" y="5178969"/>
                  <a:pt x="1974114" y="5191870"/>
                </a:cubicBezTo>
                <a:lnTo>
                  <a:pt x="1965541" y="5191870"/>
                </a:lnTo>
                <a:lnTo>
                  <a:pt x="1962061" y="5199585"/>
                </a:lnTo>
                <a:cubicBezTo>
                  <a:pt x="1956917" y="5209100"/>
                  <a:pt x="1951774" y="5215101"/>
                  <a:pt x="1944059" y="5222602"/>
                </a:cubicBezTo>
                <a:cubicBezTo>
                  <a:pt x="1941534" y="5225080"/>
                  <a:pt x="1939001" y="5227574"/>
                  <a:pt x="1936386" y="5230103"/>
                </a:cubicBezTo>
                <a:cubicBezTo>
                  <a:pt x="1933712" y="5232688"/>
                  <a:pt x="1931028" y="5235290"/>
                  <a:pt x="1928285" y="5237947"/>
                </a:cubicBezTo>
                <a:cubicBezTo>
                  <a:pt x="1909640" y="5256249"/>
                  <a:pt x="1891681" y="5274552"/>
                  <a:pt x="1874707" y="5294526"/>
                </a:cubicBezTo>
                <a:cubicBezTo>
                  <a:pt x="1861848" y="5308927"/>
                  <a:pt x="1848004" y="5322258"/>
                  <a:pt x="1834288" y="5335802"/>
                </a:cubicBezTo>
                <a:cubicBezTo>
                  <a:pt x="1822501" y="5347461"/>
                  <a:pt x="1811185" y="5359248"/>
                  <a:pt x="1800426" y="5371893"/>
                </a:cubicBezTo>
                <a:cubicBezTo>
                  <a:pt x="1785553" y="5389423"/>
                  <a:pt x="1769223" y="5405325"/>
                  <a:pt x="1752849" y="5421613"/>
                </a:cubicBezTo>
                <a:cubicBezTo>
                  <a:pt x="1738104" y="5436272"/>
                  <a:pt x="1724174" y="5451359"/>
                  <a:pt x="1710672" y="5467047"/>
                </a:cubicBezTo>
                <a:cubicBezTo>
                  <a:pt x="1701414" y="5477591"/>
                  <a:pt x="1691384" y="5487321"/>
                  <a:pt x="1681397" y="5497137"/>
                </a:cubicBezTo>
                <a:cubicBezTo>
                  <a:pt x="1673725" y="5504938"/>
                  <a:pt x="1666567" y="5513039"/>
                  <a:pt x="1659452" y="5521354"/>
                </a:cubicBezTo>
                <a:cubicBezTo>
                  <a:pt x="1645607" y="5537428"/>
                  <a:pt x="1630862" y="5552258"/>
                  <a:pt x="1615732" y="5567217"/>
                </a:cubicBezTo>
                <a:cubicBezTo>
                  <a:pt x="1607631" y="5575532"/>
                  <a:pt x="1600173" y="5583890"/>
                  <a:pt x="1592629" y="5592720"/>
                </a:cubicBezTo>
                <a:cubicBezTo>
                  <a:pt x="1569998" y="5618823"/>
                  <a:pt x="1545052" y="5642869"/>
                  <a:pt x="1520620" y="5666872"/>
                </a:cubicBezTo>
                <a:cubicBezTo>
                  <a:pt x="1510933" y="5676430"/>
                  <a:pt x="1501246" y="5686032"/>
                  <a:pt x="1491602" y="5695633"/>
                </a:cubicBezTo>
                <a:cubicBezTo>
                  <a:pt x="1488293" y="5698886"/>
                  <a:pt x="1488293" y="5698886"/>
                  <a:pt x="1484916" y="5702191"/>
                </a:cubicBezTo>
                <a:cubicBezTo>
                  <a:pt x="1475314" y="5711749"/>
                  <a:pt x="1467342" y="5720622"/>
                  <a:pt x="1459798" y="5731980"/>
                </a:cubicBezTo>
                <a:lnTo>
                  <a:pt x="1451226" y="5731980"/>
                </a:lnTo>
                <a:cubicBezTo>
                  <a:pt x="1450308" y="5734295"/>
                  <a:pt x="1449395" y="5736610"/>
                  <a:pt x="1448448" y="5739010"/>
                </a:cubicBezTo>
                <a:cubicBezTo>
                  <a:pt x="1440561" y="5752769"/>
                  <a:pt x="1429760" y="5763013"/>
                  <a:pt x="1418487" y="5773986"/>
                </a:cubicBezTo>
                <a:cubicBezTo>
                  <a:pt x="1416096" y="5776352"/>
                  <a:pt x="1413687" y="5778700"/>
                  <a:pt x="1411243" y="5781144"/>
                </a:cubicBezTo>
                <a:cubicBezTo>
                  <a:pt x="1403614" y="5788688"/>
                  <a:pt x="1395942" y="5796231"/>
                  <a:pt x="1388269" y="5803775"/>
                </a:cubicBezTo>
                <a:cubicBezTo>
                  <a:pt x="1378239" y="5813633"/>
                  <a:pt x="1368210" y="5823535"/>
                  <a:pt x="1358223" y="5833436"/>
                </a:cubicBezTo>
                <a:cubicBezTo>
                  <a:pt x="1355814" y="5835819"/>
                  <a:pt x="1353422" y="5838193"/>
                  <a:pt x="1350936" y="5840637"/>
                </a:cubicBezTo>
                <a:cubicBezTo>
                  <a:pt x="1335763" y="5855725"/>
                  <a:pt x="1321361" y="5871283"/>
                  <a:pt x="1307645" y="5887786"/>
                </a:cubicBezTo>
                <a:cubicBezTo>
                  <a:pt x="1297572" y="5899401"/>
                  <a:pt x="1286642" y="5910031"/>
                  <a:pt x="1275627" y="5920747"/>
                </a:cubicBezTo>
                <a:cubicBezTo>
                  <a:pt x="1258824" y="5937334"/>
                  <a:pt x="1242837" y="5954223"/>
                  <a:pt x="1227621" y="5972182"/>
                </a:cubicBezTo>
                <a:cubicBezTo>
                  <a:pt x="1218362" y="5982598"/>
                  <a:pt x="1208504" y="5992327"/>
                  <a:pt x="1198603" y="6002143"/>
                </a:cubicBezTo>
                <a:cubicBezTo>
                  <a:pt x="1186215" y="6014401"/>
                  <a:pt x="1174257" y="6026660"/>
                  <a:pt x="1162984" y="6039905"/>
                </a:cubicBezTo>
                <a:cubicBezTo>
                  <a:pt x="1146568" y="6059150"/>
                  <a:pt x="1128565" y="6076723"/>
                  <a:pt x="1110692" y="6094340"/>
                </a:cubicBezTo>
                <a:cubicBezTo>
                  <a:pt x="1100233" y="6104627"/>
                  <a:pt x="1091232" y="6114185"/>
                  <a:pt x="1083088" y="6126401"/>
                </a:cubicBezTo>
                <a:lnTo>
                  <a:pt x="1074516" y="6126401"/>
                </a:lnTo>
                <a:cubicBezTo>
                  <a:pt x="1073080" y="6129950"/>
                  <a:pt x="1073080" y="6129950"/>
                  <a:pt x="1071618" y="6133559"/>
                </a:cubicBezTo>
                <a:cubicBezTo>
                  <a:pt x="1064160" y="6146675"/>
                  <a:pt x="1054559" y="6155590"/>
                  <a:pt x="1043715" y="6166049"/>
                </a:cubicBezTo>
                <a:cubicBezTo>
                  <a:pt x="1026913" y="6182465"/>
                  <a:pt x="1010968" y="6199267"/>
                  <a:pt x="995709" y="6217055"/>
                </a:cubicBezTo>
                <a:cubicBezTo>
                  <a:pt x="986408" y="6227642"/>
                  <a:pt x="976378" y="6237372"/>
                  <a:pt x="966305" y="6247231"/>
                </a:cubicBezTo>
                <a:cubicBezTo>
                  <a:pt x="955932" y="6257775"/>
                  <a:pt x="946374" y="6268919"/>
                  <a:pt x="936816" y="6280234"/>
                </a:cubicBezTo>
                <a:cubicBezTo>
                  <a:pt x="932847" y="6284649"/>
                  <a:pt x="932847" y="6284649"/>
                  <a:pt x="928800" y="6289193"/>
                </a:cubicBezTo>
                <a:cubicBezTo>
                  <a:pt x="925406" y="6293565"/>
                  <a:pt x="922028" y="6297937"/>
                  <a:pt x="918513" y="6302437"/>
                </a:cubicBezTo>
                <a:cubicBezTo>
                  <a:pt x="902954" y="6317782"/>
                  <a:pt x="888895" y="6317911"/>
                  <a:pt x="867507" y="6318039"/>
                </a:cubicBezTo>
                <a:cubicBezTo>
                  <a:pt x="862963" y="6317933"/>
                  <a:pt x="858463" y="6317828"/>
                  <a:pt x="853791" y="6317719"/>
                </a:cubicBezTo>
                <a:cubicBezTo>
                  <a:pt x="849076" y="6317703"/>
                  <a:pt x="844404" y="6317687"/>
                  <a:pt x="839561" y="6317670"/>
                </a:cubicBezTo>
                <a:cubicBezTo>
                  <a:pt x="829659" y="6317613"/>
                  <a:pt x="819758" y="6317493"/>
                  <a:pt x="809857" y="6317316"/>
                </a:cubicBezTo>
                <a:cubicBezTo>
                  <a:pt x="794641" y="6317048"/>
                  <a:pt x="779467" y="6316965"/>
                  <a:pt x="764423" y="6316915"/>
                </a:cubicBezTo>
                <a:cubicBezTo>
                  <a:pt x="754821" y="6316836"/>
                  <a:pt x="745177" y="6316747"/>
                  <a:pt x="735576" y="6316647"/>
                </a:cubicBezTo>
                <a:cubicBezTo>
                  <a:pt x="731033" y="6316610"/>
                  <a:pt x="726446" y="6316574"/>
                  <a:pt x="721732" y="6316536"/>
                </a:cubicBezTo>
                <a:cubicBezTo>
                  <a:pt x="715431" y="6316413"/>
                  <a:pt x="715431" y="6316413"/>
                  <a:pt x="709001" y="6316287"/>
                </a:cubicBezTo>
                <a:cubicBezTo>
                  <a:pt x="705290" y="6316228"/>
                  <a:pt x="701586" y="6316169"/>
                  <a:pt x="697771" y="6316109"/>
                </a:cubicBezTo>
                <a:cubicBezTo>
                  <a:pt x="688770" y="6314905"/>
                  <a:pt x="688770" y="6314905"/>
                  <a:pt x="680198" y="6306337"/>
                </a:cubicBezTo>
                <a:cubicBezTo>
                  <a:pt x="693314" y="6293220"/>
                  <a:pt x="706473" y="6280105"/>
                  <a:pt x="719631" y="6267031"/>
                </a:cubicBezTo>
                <a:cubicBezTo>
                  <a:pt x="728890" y="6257816"/>
                  <a:pt x="738148" y="6248601"/>
                  <a:pt x="747406" y="6239385"/>
                </a:cubicBezTo>
                <a:cubicBezTo>
                  <a:pt x="752250" y="6234585"/>
                  <a:pt x="757093" y="6229741"/>
                  <a:pt x="761937" y="6224941"/>
                </a:cubicBezTo>
                <a:cubicBezTo>
                  <a:pt x="786240" y="6200809"/>
                  <a:pt x="810371" y="6176935"/>
                  <a:pt x="832660" y="6150788"/>
                </a:cubicBezTo>
                <a:cubicBezTo>
                  <a:pt x="842089" y="6139945"/>
                  <a:pt x="852205" y="6130043"/>
                  <a:pt x="862492" y="6120013"/>
                </a:cubicBezTo>
                <a:cubicBezTo>
                  <a:pt x="878737" y="6104026"/>
                  <a:pt x="894082" y="6087609"/>
                  <a:pt x="908783" y="6070293"/>
                </a:cubicBezTo>
                <a:cubicBezTo>
                  <a:pt x="918942" y="6058806"/>
                  <a:pt x="929872" y="6048176"/>
                  <a:pt x="940887" y="6037546"/>
                </a:cubicBezTo>
                <a:cubicBezTo>
                  <a:pt x="948817" y="6029402"/>
                  <a:pt x="956147" y="6021129"/>
                  <a:pt x="963519" y="6012514"/>
                </a:cubicBezTo>
                <a:cubicBezTo>
                  <a:pt x="986622" y="5985939"/>
                  <a:pt x="1011954" y="5961508"/>
                  <a:pt x="1037242" y="5937076"/>
                </a:cubicBezTo>
                <a:cubicBezTo>
                  <a:pt x="1056831" y="5917659"/>
                  <a:pt x="1075776" y="5898071"/>
                  <a:pt x="1093821" y="5877068"/>
                </a:cubicBezTo>
                <a:cubicBezTo>
                  <a:pt x="1105994" y="5863181"/>
                  <a:pt x="1119281" y="5850451"/>
                  <a:pt x="1132526" y="5837592"/>
                </a:cubicBezTo>
                <a:cubicBezTo>
                  <a:pt x="1144356" y="5825977"/>
                  <a:pt x="1155500" y="5814061"/>
                  <a:pt x="1166301" y="5801502"/>
                </a:cubicBezTo>
                <a:cubicBezTo>
                  <a:pt x="1185632" y="5779171"/>
                  <a:pt x="1206721" y="5758725"/>
                  <a:pt x="1227595" y="5738066"/>
                </a:cubicBezTo>
                <a:cubicBezTo>
                  <a:pt x="1242039" y="5723749"/>
                  <a:pt x="1256141" y="5709390"/>
                  <a:pt x="1269386" y="5693917"/>
                </a:cubicBezTo>
                <a:cubicBezTo>
                  <a:pt x="1290217" y="5669700"/>
                  <a:pt x="1313105" y="5647625"/>
                  <a:pt x="1335823" y="5625337"/>
                </a:cubicBezTo>
                <a:cubicBezTo>
                  <a:pt x="1354254" y="5607078"/>
                  <a:pt x="1371913" y="5588518"/>
                  <a:pt x="1388972" y="5568759"/>
                </a:cubicBezTo>
                <a:cubicBezTo>
                  <a:pt x="1400716" y="5555429"/>
                  <a:pt x="1413404" y="5543084"/>
                  <a:pt x="1426091" y="5530697"/>
                </a:cubicBezTo>
                <a:cubicBezTo>
                  <a:pt x="1444222" y="5512737"/>
                  <a:pt x="1461753" y="5494692"/>
                  <a:pt x="1478383" y="5475404"/>
                </a:cubicBezTo>
                <a:cubicBezTo>
                  <a:pt x="1491071" y="5461216"/>
                  <a:pt x="1504658" y="5447972"/>
                  <a:pt x="1518288" y="5434728"/>
                </a:cubicBezTo>
                <a:cubicBezTo>
                  <a:pt x="1530033" y="5423197"/>
                  <a:pt x="1541134" y="5411324"/>
                  <a:pt x="1551893" y="5398852"/>
                </a:cubicBezTo>
                <a:cubicBezTo>
                  <a:pt x="1572081" y="5375491"/>
                  <a:pt x="1594241" y="5354275"/>
                  <a:pt x="1616186" y="5332415"/>
                </a:cubicBezTo>
                <a:cubicBezTo>
                  <a:pt x="1634360" y="5314412"/>
                  <a:pt x="1651719" y="5296111"/>
                  <a:pt x="1668478" y="5276694"/>
                </a:cubicBezTo>
                <a:cubicBezTo>
                  <a:pt x="1675937" y="5268121"/>
                  <a:pt x="1683823" y="5260106"/>
                  <a:pt x="1692010" y="5252219"/>
                </a:cubicBezTo>
                <a:cubicBezTo>
                  <a:pt x="1702897" y="5241503"/>
                  <a:pt x="1713184" y="5230616"/>
                  <a:pt x="1723085" y="5219000"/>
                </a:cubicBezTo>
                <a:cubicBezTo>
                  <a:pt x="1736330" y="5203570"/>
                  <a:pt x="1750432" y="5189340"/>
                  <a:pt x="1764876" y="5175281"/>
                </a:cubicBezTo>
                <a:cubicBezTo>
                  <a:pt x="1778849" y="5161479"/>
                  <a:pt x="1792608" y="5147678"/>
                  <a:pt x="1805338" y="5132676"/>
                </a:cubicBezTo>
                <a:cubicBezTo>
                  <a:pt x="1820983" y="5114288"/>
                  <a:pt x="1838128" y="5097485"/>
                  <a:pt x="1855488" y="5080812"/>
                </a:cubicBezTo>
                <a:cubicBezTo>
                  <a:pt x="1867661" y="5068853"/>
                  <a:pt x="1879233" y="5056637"/>
                  <a:pt x="1890335" y="5043650"/>
                </a:cubicBezTo>
                <a:cubicBezTo>
                  <a:pt x="1913138" y="5017247"/>
                  <a:pt x="1938341" y="4993072"/>
                  <a:pt x="1963201" y="4968641"/>
                </a:cubicBezTo>
                <a:cubicBezTo>
                  <a:pt x="1982918" y="4949095"/>
                  <a:pt x="2001992" y="4929379"/>
                  <a:pt x="2020208" y="4908205"/>
                </a:cubicBezTo>
                <a:cubicBezTo>
                  <a:pt x="2028309" y="4898904"/>
                  <a:pt x="2036925" y="4890245"/>
                  <a:pt x="2045797" y="4881673"/>
                </a:cubicBezTo>
                <a:cubicBezTo>
                  <a:pt x="2057456" y="4870143"/>
                  <a:pt x="2068643" y="4858527"/>
                  <a:pt x="2079273" y="4846054"/>
                </a:cubicBezTo>
                <a:cubicBezTo>
                  <a:pt x="2094446" y="4828309"/>
                  <a:pt x="2110991" y="4812064"/>
                  <a:pt x="2127707" y="4795476"/>
                </a:cubicBezTo>
                <a:cubicBezTo>
                  <a:pt x="2142281" y="4780989"/>
                  <a:pt x="2156168" y="4766159"/>
                  <a:pt x="2169370" y="4750471"/>
                </a:cubicBezTo>
                <a:cubicBezTo>
                  <a:pt x="2176656" y="4742284"/>
                  <a:pt x="2176656" y="4742284"/>
                  <a:pt x="2189772" y="4732297"/>
                </a:cubicBezTo>
                <a:cubicBezTo>
                  <a:pt x="2205974" y="4715966"/>
                  <a:pt x="2205460" y="4700021"/>
                  <a:pt x="2205717" y="4677861"/>
                </a:cubicBezTo>
                <a:cubicBezTo>
                  <a:pt x="2205613" y="4670061"/>
                  <a:pt x="2205613" y="4670061"/>
                  <a:pt x="2205508" y="4662131"/>
                </a:cubicBezTo>
                <a:cubicBezTo>
                  <a:pt x="2205550" y="4653816"/>
                  <a:pt x="2205550" y="4653816"/>
                  <a:pt x="2205593" y="4645329"/>
                </a:cubicBezTo>
                <a:cubicBezTo>
                  <a:pt x="2205667" y="4629984"/>
                  <a:pt x="2205581" y="4614597"/>
                  <a:pt x="2205468" y="4599038"/>
                </a:cubicBezTo>
                <a:cubicBezTo>
                  <a:pt x="2205375" y="4582450"/>
                  <a:pt x="2205430" y="4565905"/>
                  <a:pt x="2205466" y="4549317"/>
                </a:cubicBezTo>
                <a:cubicBezTo>
                  <a:pt x="2205515" y="4516870"/>
                  <a:pt x="2205426" y="4484594"/>
                  <a:pt x="2205292" y="4452019"/>
                </a:cubicBezTo>
                <a:cubicBezTo>
                  <a:pt x="2205142" y="4414257"/>
                  <a:pt x="2205130" y="4376581"/>
                  <a:pt x="2205124" y="4338862"/>
                </a:cubicBezTo>
                <a:cubicBezTo>
                  <a:pt x="2205110" y="4271568"/>
                  <a:pt x="2204974" y="4204274"/>
                  <a:pt x="2204768" y="4136551"/>
                </a:cubicBezTo>
                <a:cubicBezTo>
                  <a:pt x="2204569" y="4070971"/>
                  <a:pt x="2204447" y="4005820"/>
                  <a:pt x="2204417" y="3940241"/>
                </a:cubicBezTo>
                <a:cubicBezTo>
                  <a:pt x="2204414" y="3934197"/>
                  <a:pt x="2204414" y="3934197"/>
                  <a:pt x="2204411" y="3928025"/>
                </a:cubicBezTo>
                <a:cubicBezTo>
                  <a:pt x="2204407" y="3919924"/>
                  <a:pt x="2204404" y="3911780"/>
                  <a:pt x="2204400" y="3903679"/>
                </a:cubicBezTo>
                <a:cubicBezTo>
                  <a:pt x="2204398" y="3899671"/>
                  <a:pt x="2204396" y="3895664"/>
                  <a:pt x="2204394" y="3891549"/>
                </a:cubicBezTo>
                <a:cubicBezTo>
                  <a:pt x="2204392" y="3887554"/>
                  <a:pt x="2204390" y="3883576"/>
                  <a:pt x="2204389" y="3879419"/>
                </a:cubicBezTo>
                <a:cubicBezTo>
                  <a:pt x="2204357" y="3817268"/>
                  <a:pt x="2204259" y="3754689"/>
                  <a:pt x="2204153" y="3692538"/>
                </a:cubicBezTo>
                <a:cubicBezTo>
                  <a:pt x="2204115" y="3669950"/>
                  <a:pt x="2204085" y="3647533"/>
                  <a:pt x="2204062" y="3624816"/>
                </a:cubicBezTo>
                <a:cubicBezTo>
                  <a:pt x="2204024" y="3588983"/>
                  <a:pt x="2203957" y="3553235"/>
                  <a:pt x="2203833" y="3517231"/>
                </a:cubicBezTo>
                <a:cubicBezTo>
                  <a:pt x="2203776" y="3500857"/>
                  <a:pt x="2203733" y="3484484"/>
                  <a:pt x="2203726" y="3467939"/>
                </a:cubicBezTo>
                <a:cubicBezTo>
                  <a:pt x="2203718" y="3450194"/>
                  <a:pt x="2203644" y="3432492"/>
                  <a:pt x="2203562" y="3414789"/>
                </a:cubicBezTo>
                <a:cubicBezTo>
                  <a:pt x="2203569" y="3409560"/>
                  <a:pt x="2203577" y="3404374"/>
                  <a:pt x="2203584" y="3398973"/>
                </a:cubicBezTo>
                <a:cubicBezTo>
                  <a:pt x="2203551" y="3394258"/>
                  <a:pt x="2203518" y="3389500"/>
                  <a:pt x="2203484" y="3384657"/>
                </a:cubicBezTo>
                <a:cubicBezTo>
                  <a:pt x="2203474" y="3380559"/>
                  <a:pt x="2203463" y="3376470"/>
                  <a:pt x="2203452" y="3372227"/>
                </a:cubicBezTo>
                <a:cubicBezTo>
                  <a:pt x="2203037" y="3360825"/>
                  <a:pt x="2203037" y="3360825"/>
                  <a:pt x="2193765" y="3349124"/>
                </a:cubicBezTo>
                <a:cubicBezTo>
                  <a:pt x="2182149" y="3347071"/>
                  <a:pt x="2182149" y="3347071"/>
                  <a:pt x="2168262" y="3347276"/>
                </a:cubicBezTo>
                <a:cubicBezTo>
                  <a:pt x="2162775" y="3347192"/>
                  <a:pt x="2157332" y="3347109"/>
                  <a:pt x="2151674" y="3347022"/>
                </a:cubicBezTo>
                <a:cubicBezTo>
                  <a:pt x="2145545" y="3346994"/>
                  <a:pt x="2139415" y="3346967"/>
                  <a:pt x="2133286" y="3346941"/>
                </a:cubicBezTo>
                <a:cubicBezTo>
                  <a:pt x="2126814" y="3346869"/>
                  <a:pt x="2120342" y="3346792"/>
                  <a:pt x="2113912" y="3346710"/>
                </a:cubicBezTo>
                <a:cubicBezTo>
                  <a:pt x="2096081" y="3346502"/>
                  <a:pt x="2078251" y="3346378"/>
                  <a:pt x="2060334" y="3346273"/>
                </a:cubicBezTo>
                <a:cubicBezTo>
                  <a:pt x="2045032" y="3346171"/>
                  <a:pt x="2029730" y="3346024"/>
                  <a:pt x="2014471" y="3345878"/>
                </a:cubicBezTo>
                <a:cubicBezTo>
                  <a:pt x="1829305" y="3344129"/>
                  <a:pt x="1644139" y="3344352"/>
                  <a:pt x="1457259" y="3344532"/>
                </a:cubicBezTo>
                <a:cubicBezTo>
                  <a:pt x="1406681" y="3344581"/>
                  <a:pt x="1356532" y="3344599"/>
                  <a:pt x="1305954" y="3344615"/>
                </a:cubicBezTo>
                <a:cubicBezTo>
                  <a:pt x="1215943" y="3344645"/>
                  <a:pt x="1126360" y="3344691"/>
                  <a:pt x="1036349" y="3344751"/>
                </a:cubicBezTo>
                <a:cubicBezTo>
                  <a:pt x="1028376" y="3344756"/>
                  <a:pt x="1028376" y="3344756"/>
                  <a:pt x="1020233" y="3344762"/>
                </a:cubicBezTo>
                <a:cubicBezTo>
                  <a:pt x="987828" y="3344784"/>
                  <a:pt x="955510" y="3344806"/>
                  <a:pt x="922935" y="3344828"/>
                </a:cubicBezTo>
                <a:cubicBezTo>
                  <a:pt x="873643" y="3344862"/>
                  <a:pt x="824351" y="3344895"/>
                  <a:pt x="775059" y="3344927"/>
                </a:cubicBezTo>
                <a:cubicBezTo>
                  <a:pt x="769658" y="3344930"/>
                  <a:pt x="764215" y="3344934"/>
                  <a:pt x="758643" y="3344938"/>
                </a:cubicBezTo>
                <a:cubicBezTo>
                  <a:pt x="668631" y="3344996"/>
                  <a:pt x="578620" y="3345038"/>
                  <a:pt x="488609" y="3345068"/>
                </a:cubicBezTo>
                <a:cubicBezTo>
                  <a:pt x="433316" y="3345087"/>
                  <a:pt x="378024" y="3345122"/>
                  <a:pt x="322731" y="3345175"/>
                </a:cubicBezTo>
                <a:cubicBezTo>
                  <a:pt x="285098" y="3345212"/>
                  <a:pt x="247293" y="3345232"/>
                  <a:pt x="210003" y="3345242"/>
                </a:cubicBezTo>
                <a:cubicBezTo>
                  <a:pt x="188314" y="3345247"/>
                  <a:pt x="166712" y="3345260"/>
                  <a:pt x="144852" y="3345292"/>
                </a:cubicBezTo>
                <a:cubicBezTo>
                  <a:pt x="125049" y="3345321"/>
                  <a:pt x="105247" y="3345330"/>
                  <a:pt x="85273" y="3345324"/>
                </a:cubicBezTo>
                <a:cubicBezTo>
                  <a:pt x="78072" y="3345325"/>
                  <a:pt x="70871" y="3345333"/>
                  <a:pt x="63670" y="3345350"/>
                </a:cubicBezTo>
                <a:cubicBezTo>
                  <a:pt x="53940" y="3345371"/>
                  <a:pt x="44253" y="3345366"/>
                  <a:pt x="34524" y="3345354"/>
                </a:cubicBezTo>
                <a:cubicBezTo>
                  <a:pt x="26423" y="3345360"/>
                  <a:pt x="26423" y="3345360"/>
                  <a:pt x="18107" y="3345366"/>
                </a:cubicBezTo>
                <a:cubicBezTo>
                  <a:pt x="6149" y="3344839"/>
                  <a:pt x="6149" y="3344839"/>
                  <a:pt x="1863" y="3340566"/>
                </a:cubicBezTo>
                <a:cubicBezTo>
                  <a:pt x="1378" y="3330193"/>
                  <a:pt x="1160" y="3319906"/>
                  <a:pt x="1142" y="3309490"/>
                </a:cubicBezTo>
                <a:cubicBezTo>
                  <a:pt x="1128" y="3306378"/>
                  <a:pt x="1114" y="3303275"/>
                  <a:pt x="1099" y="3300060"/>
                </a:cubicBezTo>
                <a:cubicBezTo>
                  <a:pt x="1077" y="3293460"/>
                  <a:pt x="1067" y="3286859"/>
                  <a:pt x="1068" y="3280258"/>
                </a:cubicBezTo>
                <a:cubicBezTo>
                  <a:pt x="1059" y="3270143"/>
                  <a:pt x="981" y="3260027"/>
                  <a:pt x="900" y="3249912"/>
                </a:cubicBezTo>
                <a:cubicBezTo>
                  <a:pt x="887" y="3243525"/>
                  <a:pt x="878" y="3237095"/>
                  <a:pt x="874" y="3230709"/>
                </a:cubicBezTo>
                <a:cubicBezTo>
                  <a:pt x="844" y="3227674"/>
                  <a:pt x="813" y="3224623"/>
                  <a:pt x="781" y="3221494"/>
                </a:cubicBezTo>
                <a:cubicBezTo>
                  <a:pt x="881" y="3200062"/>
                  <a:pt x="881" y="3200062"/>
                  <a:pt x="10425" y="3190504"/>
                </a:cubicBezTo>
                <a:cubicBezTo>
                  <a:pt x="20026" y="3189313"/>
                  <a:pt x="20026" y="3189313"/>
                  <a:pt x="32328" y="3189145"/>
                </a:cubicBezTo>
                <a:cubicBezTo>
                  <a:pt x="37000" y="3189061"/>
                  <a:pt x="41715" y="3188978"/>
                  <a:pt x="46515" y="3188891"/>
                </a:cubicBezTo>
                <a:cubicBezTo>
                  <a:pt x="54316" y="3188819"/>
                  <a:pt x="54316" y="3188819"/>
                  <a:pt x="62289" y="3188745"/>
                </a:cubicBezTo>
                <a:cubicBezTo>
                  <a:pt x="67818" y="3188663"/>
                  <a:pt x="73347" y="3188581"/>
                  <a:pt x="79048" y="3188496"/>
                </a:cubicBezTo>
                <a:cubicBezTo>
                  <a:pt x="94564" y="3188271"/>
                  <a:pt x="110080" y="3188106"/>
                  <a:pt x="125768" y="3187952"/>
                </a:cubicBezTo>
                <a:cubicBezTo>
                  <a:pt x="135798" y="3187850"/>
                  <a:pt x="145828" y="3187732"/>
                  <a:pt x="155815" y="3187610"/>
                </a:cubicBezTo>
                <a:cubicBezTo>
                  <a:pt x="340981" y="3185369"/>
                  <a:pt x="526147" y="3185660"/>
                  <a:pt x="713027" y="3185772"/>
                </a:cubicBezTo>
                <a:cubicBezTo>
                  <a:pt x="764891" y="3185803"/>
                  <a:pt x="816754" y="3185809"/>
                  <a:pt x="868189" y="3185814"/>
                </a:cubicBezTo>
                <a:cubicBezTo>
                  <a:pt x="960344" y="3185823"/>
                  <a:pt x="1052927" y="3185851"/>
                  <a:pt x="1145081" y="3185892"/>
                </a:cubicBezTo>
                <a:cubicBezTo>
                  <a:pt x="1234664" y="3185932"/>
                  <a:pt x="1323818" y="3185962"/>
                  <a:pt x="1413400" y="3185980"/>
                </a:cubicBezTo>
                <a:cubicBezTo>
                  <a:pt x="1419015" y="3185981"/>
                  <a:pt x="1424630" y="3185982"/>
                  <a:pt x="1430417" y="3185983"/>
                </a:cubicBezTo>
                <a:cubicBezTo>
                  <a:pt x="1474137" y="3185992"/>
                  <a:pt x="1518285" y="3186001"/>
                  <a:pt x="1562005" y="3186009"/>
                </a:cubicBezTo>
                <a:cubicBezTo>
                  <a:pt x="1775460" y="3186049"/>
                  <a:pt x="1988915" y="3186135"/>
                  <a:pt x="2200656" y="3186215"/>
                </a:cubicBezTo>
                <a:lnTo>
                  <a:pt x="2200656" y="2054645"/>
                </a:lnTo>
                <a:cubicBezTo>
                  <a:pt x="2163880" y="2047573"/>
                  <a:pt x="2126932" y="2040501"/>
                  <a:pt x="2089213" y="2033214"/>
                </a:cubicBezTo>
                <a:cubicBezTo>
                  <a:pt x="1805035" y="1974921"/>
                  <a:pt x="1566291" y="1824902"/>
                  <a:pt x="1403413" y="1583158"/>
                </a:cubicBezTo>
                <a:cubicBezTo>
                  <a:pt x="1354550" y="1506434"/>
                  <a:pt x="1317688" y="1424995"/>
                  <a:pt x="1288113" y="1338842"/>
                </a:cubicBezTo>
                <a:cubicBezTo>
                  <a:pt x="1286977" y="1335756"/>
                  <a:pt x="1285846" y="1332669"/>
                  <a:pt x="1284676" y="1329498"/>
                </a:cubicBezTo>
                <a:cubicBezTo>
                  <a:pt x="1274046" y="1299751"/>
                  <a:pt x="1268217" y="1269062"/>
                  <a:pt x="1262130" y="1238200"/>
                </a:cubicBezTo>
                <a:cubicBezTo>
                  <a:pt x="1261033" y="1232843"/>
                  <a:pt x="1259935" y="1227485"/>
                  <a:pt x="1258808" y="1221998"/>
                </a:cubicBezTo>
                <a:cubicBezTo>
                  <a:pt x="1245521" y="1155562"/>
                  <a:pt x="1239177" y="1089982"/>
                  <a:pt x="1239349" y="1021831"/>
                </a:cubicBezTo>
                <a:cubicBezTo>
                  <a:pt x="1239352" y="1016687"/>
                  <a:pt x="1239352" y="1016687"/>
                  <a:pt x="1239356" y="1011458"/>
                </a:cubicBezTo>
                <a:cubicBezTo>
                  <a:pt x="1239549" y="949307"/>
                  <a:pt x="1245014" y="889728"/>
                  <a:pt x="1258087" y="828864"/>
                </a:cubicBezTo>
                <a:cubicBezTo>
                  <a:pt x="1259030" y="824449"/>
                  <a:pt x="1259968" y="820034"/>
                  <a:pt x="1260941" y="815490"/>
                </a:cubicBezTo>
                <a:cubicBezTo>
                  <a:pt x="1293217" y="668472"/>
                  <a:pt x="1356953" y="533455"/>
                  <a:pt x="1446536" y="413012"/>
                </a:cubicBezTo>
                <a:cubicBezTo>
                  <a:pt x="1448332" y="410590"/>
                  <a:pt x="1450132" y="408168"/>
                  <a:pt x="1451979" y="405682"/>
                </a:cubicBezTo>
                <a:cubicBezTo>
                  <a:pt x="1615286" y="186655"/>
                  <a:pt x="1863888" y="46494"/>
                  <a:pt x="2133493" y="5775"/>
                </a:cubicBezTo>
                <a:cubicBezTo>
                  <a:pt x="2162640" y="2140"/>
                  <a:pt x="2191358" y="803"/>
                  <a:pt x="2220933" y="760"/>
                </a:cubicBezTo>
                <a:close/>
              </a:path>
            </a:pathLst>
          </a:custGeom>
          <a:solidFill>
            <a:schemeClr val="bg1"/>
          </a:solidFill>
          <a:ln w="4286" cap="flat">
            <a:noFill/>
            <a:prstDash val="solid"/>
            <a:miter/>
          </a:ln>
        </p:spPr>
        <p:txBody>
          <a:bodyPr rtlCol="0" anchor="ctr"/>
          <a:lstStyle/>
          <a:p>
            <a:endParaRPr lang="fr-FR"/>
          </a:p>
        </p:txBody>
      </p:sp>
      <p:sp>
        <p:nvSpPr>
          <p:cNvPr id="24" name="TextBox 23">
            <a:extLst>
              <a:ext uri="{FF2B5EF4-FFF2-40B4-BE49-F238E27FC236}">
                <a16:creationId xmlns:a16="http://schemas.microsoft.com/office/drawing/2014/main" id="{4619D9DA-ECDA-C4A3-A829-2EC9A6EA9782}"/>
              </a:ext>
            </a:extLst>
          </p:cNvPr>
          <p:cNvSpPr txBox="1"/>
          <p:nvPr/>
        </p:nvSpPr>
        <p:spPr>
          <a:xfrm>
            <a:off x="18403" y="4322871"/>
            <a:ext cx="1440000" cy="307777"/>
          </a:xfrm>
          <a:prstGeom prst="rect">
            <a:avLst/>
          </a:prstGeom>
          <a:noFill/>
        </p:spPr>
        <p:txBody>
          <a:bodyPr wrap="square" rtlCol="0">
            <a:spAutoFit/>
          </a:bodyPr>
          <a:lstStyle/>
          <a:p>
            <a:pPr algn="ctr"/>
            <a:r>
              <a:rPr lang="fr-FR" sz="1400" spc="300" dirty="0">
                <a:solidFill>
                  <a:schemeClr val="bg1"/>
                </a:solidFill>
                <a:latin typeface="Oswald" pitchFamily="2" charset="0"/>
              </a:rPr>
              <a:t>Admin</a:t>
            </a:r>
          </a:p>
        </p:txBody>
      </p:sp>
      <p:grpSp>
        <p:nvGrpSpPr>
          <p:cNvPr id="192" name="Group 191">
            <a:extLst>
              <a:ext uri="{FF2B5EF4-FFF2-40B4-BE49-F238E27FC236}">
                <a16:creationId xmlns:a16="http://schemas.microsoft.com/office/drawing/2014/main" id="{34F32294-AE38-00D3-1D69-87C05B0701E3}"/>
              </a:ext>
            </a:extLst>
          </p:cNvPr>
          <p:cNvGrpSpPr/>
          <p:nvPr/>
        </p:nvGrpSpPr>
        <p:grpSpPr>
          <a:xfrm rot="15490638">
            <a:off x="6086633" y="1813667"/>
            <a:ext cx="108002" cy="2448000"/>
            <a:chOff x="10831536" y="2353939"/>
            <a:chExt cx="21953" cy="1618216"/>
          </a:xfrm>
        </p:grpSpPr>
        <p:sp>
          <p:nvSpPr>
            <p:cNvPr id="41" name="Freeform: Shape 40">
              <a:extLst>
                <a:ext uri="{FF2B5EF4-FFF2-40B4-BE49-F238E27FC236}">
                  <a16:creationId xmlns:a16="http://schemas.microsoft.com/office/drawing/2014/main" id="{AB8281B6-4B8B-9D8D-06C2-82BB63E0DB74}"/>
                </a:ext>
              </a:extLst>
            </p:cNvPr>
            <p:cNvSpPr/>
            <p:nvPr/>
          </p:nvSpPr>
          <p:spPr>
            <a:xfrm>
              <a:off x="10831536" y="2353939"/>
              <a:ext cx="21953" cy="148619"/>
            </a:xfrm>
            <a:custGeom>
              <a:avLst/>
              <a:gdLst>
                <a:gd name="connsiteX0" fmla="*/ 146675 w 300037"/>
                <a:gd name="connsiteY0" fmla="*/ 649 h 784753"/>
                <a:gd name="connsiteX1" fmla="*/ 159533 w 300037"/>
                <a:gd name="connsiteY1" fmla="*/ 8039 h 784753"/>
                <a:gd name="connsiteX2" fmla="*/ 169777 w 300037"/>
                <a:gd name="connsiteY2" fmla="*/ 55040 h 784753"/>
                <a:gd name="connsiteX3" fmla="*/ 172653 w 300037"/>
                <a:gd name="connsiteY3" fmla="*/ 70116 h 784753"/>
                <a:gd name="connsiteX4" fmla="*/ 182040 w 300037"/>
                <a:gd name="connsiteY4" fmla="*/ 120294 h 784753"/>
                <a:gd name="connsiteX5" fmla="*/ 188727 w 300037"/>
                <a:gd name="connsiteY5" fmla="*/ 155693 h 784753"/>
                <a:gd name="connsiteX6" fmla="*/ 203172 w 300037"/>
                <a:gd name="connsiteY6" fmla="*/ 232550 h 784753"/>
                <a:gd name="connsiteX7" fmla="*/ 227732 w 300037"/>
                <a:gd name="connsiteY7" fmla="*/ 362615 h 784753"/>
                <a:gd name="connsiteX8" fmla="*/ 271452 w 300037"/>
                <a:gd name="connsiteY8" fmla="*/ 594664 h 784753"/>
                <a:gd name="connsiteX9" fmla="*/ 278952 w 300037"/>
                <a:gd name="connsiteY9" fmla="*/ 634423 h 784753"/>
                <a:gd name="connsiteX10" fmla="*/ 289882 w 300037"/>
                <a:gd name="connsiteY10" fmla="*/ 692731 h 784753"/>
                <a:gd name="connsiteX11" fmla="*/ 293243 w 300037"/>
                <a:gd name="connsiteY11" fmla="*/ 710393 h 784753"/>
                <a:gd name="connsiteX12" fmla="*/ 300830 w 300037"/>
                <a:gd name="connsiteY12" fmla="*/ 784220 h 784753"/>
                <a:gd name="connsiteX13" fmla="*/ 185529 w 300037"/>
                <a:gd name="connsiteY13" fmla="*/ 784603 h 784753"/>
                <a:gd name="connsiteX14" fmla="*/ 131951 w 300037"/>
                <a:gd name="connsiteY14" fmla="*/ 784777 h 784753"/>
                <a:gd name="connsiteX15" fmla="*/ 80088 w 300037"/>
                <a:gd name="connsiteY15" fmla="*/ 784920 h 784753"/>
                <a:gd name="connsiteX16" fmla="*/ 60328 w 300037"/>
                <a:gd name="connsiteY16" fmla="*/ 785001 h 784753"/>
                <a:gd name="connsiteX17" fmla="*/ 32725 w 300037"/>
                <a:gd name="connsiteY17" fmla="*/ 785059 h 784753"/>
                <a:gd name="connsiteX18" fmla="*/ 16823 w 300037"/>
                <a:gd name="connsiteY18" fmla="*/ 785108 h 784753"/>
                <a:gd name="connsiteX19" fmla="*/ 792 w 300037"/>
                <a:gd name="connsiteY19" fmla="*/ 776831 h 784753"/>
                <a:gd name="connsiteX20" fmla="*/ 15408 w 300037"/>
                <a:gd name="connsiteY20" fmla="*/ 666719 h 784753"/>
                <a:gd name="connsiteX21" fmla="*/ 18529 w 300037"/>
                <a:gd name="connsiteY21" fmla="*/ 650165 h 784753"/>
                <a:gd name="connsiteX22" fmla="*/ 28687 w 300037"/>
                <a:gd name="connsiteY22" fmla="*/ 596883 h 784753"/>
                <a:gd name="connsiteX23" fmla="*/ 35759 w 300037"/>
                <a:gd name="connsiteY23" fmla="*/ 559637 h 784753"/>
                <a:gd name="connsiteX24" fmla="*/ 80765 w 300037"/>
                <a:gd name="connsiteY24" fmla="*/ 331283 h 784753"/>
                <a:gd name="connsiteX25" fmla="*/ 127056 w 300037"/>
                <a:gd name="connsiteY25" fmla="*/ 93322 h 784753"/>
                <a:gd name="connsiteX26" fmla="*/ 130022 w 300037"/>
                <a:gd name="connsiteY26" fmla="*/ 77877 h 784753"/>
                <a:gd name="connsiteX27" fmla="*/ 138038 w 300037"/>
                <a:gd name="connsiteY27" fmla="*/ 36123 h 784753"/>
                <a:gd name="connsiteX28" fmla="*/ 146525 w 300037"/>
                <a:gd name="connsiteY28" fmla="*/ 355 h 7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0037" h="784753">
                  <a:moveTo>
                    <a:pt x="146675" y="649"/>
                  </a:moveTo>
                  <a:cubicBezTo>
                    <a:pt x="150918" y="3088"/>
                    <a:pt x="155161" y="5526"/>
                    <a:pt x="159533" y="8039"/>
                  </a:cubicBezTo>
                  <a:cubicBezTo>
                    <a:pt x="164677" y="27918"/>
                    <a:pt x="164677" y="27918"/>
                    <a:pt x="169777" y="55040"/>
                  </a:cubicBezTo>
                  <a:cubicBezTo>
                    <a:pt x="170725" y="60013"/>
                    <a:pt x="171676" y="65017"/>
                    <a:pt x="172653" y="70116"/>
                  </a:cubicBezTo>
                  <a:cubicBezTo>
                    <a:pt x="175830" y="86817"/>
                    <a:pt x="178911" y="103593"/>
                    <a:pt x="182040" y="120294"/>
                  </a:cubicBezTo>
                  <a:cubicBezTo>
                    <a:pt x="184269" y="132119"/>
                    <a:pt x="186498" y="143943"/>
                    <a:pt x="188727" y="155693"/>
                  </a:cubicBezTo>
                  <a:cubicBezTo>
                    <a:pt x="193570" y="181337"/>
                    <a:pt x="198371" y="206980"/>
                    <a:pt x="203172" y="232550"/>
                  </a:cubicBezTo>
                  <a:cubicBezTo>
                    <a:pt x="211273" y="275856"/>
                    <a:pt x="219502" y="319014"/>
                    <a:pt x="227732" y="362615"/>
                  </a:cubicBezTo>
                  <a:cubicBezTo>
                    <a:pt x="242434" y="440211"/>
                    <a:pt x="257093" y="517068"/>
                    <a:pt x="271452" y="594664"/>
                  </a:cubicBezTo>
                  <a:cubicBezTo>
                    <a:pt x="273942" y="607892"/>
                    <a:pt x="276424" y="621194"/>
                    <a:pt x="278952" y="634423"/>
                  </a:cubicBezTo>
                  <a:cubicBezTo>
                    <a:pt x="282626" y="653859"/>
                    <a:pt x="286282" y="673295"/>
                    <a:pt x="289882" y="692731"/>
                  </a:cubicBezTo>
                  <a:cubicBezTo>
                    <a:pt x="290993" y="698554"/>
                    <a:pt x="292103" y="704407"/>
                    <a:pt x="293243" y="710393"/>
                  </a:cubicBezTo>
                  <a:cubicBezTo>
                    <a:pt x="298086" y="736480"/>
                    <a:pt x="300830" y="756581"/>
                    <a:pt x="300830" y="784220"/>
                  </a:cubicBezTo>
                  <a:cubicBezTo>
                    <a:pt x="262339" y="784390"/>
                    <a:pt x="223677" y="784522"/>
                    <a:pt x="185529" y="784603"/>
                  </a:cubicBezTo>
                  <a:cubicBezTo>
                    <a:pt x="167656" y="784641"/>
                    <a:pt x="149782" y="784693"/>
                    <a:pt x="131951" y="784777"/>
                  </a:cubicBezTo>
                  <a:cubicBezTo>
                    <a:pt x="114721" y="784857"/>
                    <a:pt x="97490" y="784901"/>
                    <a:pt x="80088" y="784920"/>
                  </a:cubicBezTo>
                  <a:cubicBezTo>
                    <a:pt x="73487" y="784934"/>
                    <a:pt x="66929" y="784961"/>
                    <a:pt x="60328" y="785001"/>
                  </a:cubicBezTo>
                  <a:cubicBezTo>
                    <a:pt x="51113" y="785054"/>
                    <a:pt x="41940" y="785062"/>
                    <a:pt x="32725" y="785059"/>
                  </a:cubicBezTo>
                  <a:cubicBezTo>
                    <a:pt x="27495" y="785075"/>
                    <a:pt x="22223" y="785091"/>
                    <a:pt x="16823" y="785108"/>
                  </a:cubicBezTo>
                  <a:cubicBezTo>
                    <a:pt x="5078" y="784221"/>
                    <a:pt x="5078" y="784221"/>
                    <a:pt x="792" y="776831"/>
                  </a:cubicBezTo>
                  <a:cubicBezTo>
                    <a:pt x="2867" y="738551"/>
                    <a:pt x="8422" y="703300"/>
                    <a:pt x="15408" y="666719"/>
                  </a:cubicBezTo>
                  <a:cubicBezTo>
                    <a:pt x="16955" y="658516"/>
                    <a:pt x="16955" y="658516"/>
                    <a:pt x="18529" y="650165"/>
                  </a:cubicBezTo>
                  <a:cubicBezTo>
                    <a:pt x="21880" y="632429"/>
                    <a:pt x="25258" y="614693"/>
                    <a:pt x="28687" y="596883"/>
                  </a:cubicBezTo>
                  <a:cubicBezTo>
                    <a:pt x="31044" y="584467"/>
                    <a:pt x="33402" y="572052"/>
                    <a:pt x="35759" y="559637"/>
                  </a:cubicBezTo>
                  <a:cubicBezTo>
                    <a:pt x="50290" y="483519"/>
                    <a:pt x="65206" y="407401"/>
                    <a:pt x="80765" y="331283"/>
                  </a:cubicBezTo>
                  <a:cubicBezTo>
                    <a:pt x="96795" y="252209"/>
                    <a:pt x="112012" y="173135"/>
                    <a:pt x="127056" y="93322"/>
                  </a:cubicBezTo>
                  <a:cubicBezTo>
                    <a:pt x="128034" y="88223"/>
                    <a:pt x="129015" y="83124"/>
                    <a:pt x="130022" y="77877"/>
                  </a:cubicBezTo>
                  <a:cubicBezTo>
                    <a:pt x="132697" y="63984"/>
                    <a:pt x="135380" y="50016"/>
                    <a:pt x="138038" y="36123"/>
                  </a:cubicBezTo>
                  <a:cubicBezTo>
                    <a:pt x="142238" y="15135"/>
                    <a:pt x="142238" y="15135"/>
                    <a:pt x="146525" y="355"/>
                  </a:cubicBezTo>
                  <a:close/>
                </a:path>
              </a:pathLst>
            </a:custGeom>
            <a:noFill/>
            <a:ln w="12700" cap="flat">
              <a:solidFill>
                <a:schemeClr val="bg1"/>
              </a:solidFill>
              <a:prstDash val="solid"/>
              <a:miter/>
            </a:ln>
          </p:spPr>
          <p:txBody>
            <a:bodyPr rtlCol="0" anchor="ctr"/>
            <a:lstStyle/>
            <a:p>
              <a:endParaRPr lang="fr-FR"/>
            </a:p>
          </p:txBody>
        </p:sp>
        <p:cxnSp>
          <p:nvCxnSpPr>
            <p:cNvPr id="191" name="Straight Connector 190">
              <a:extLst>
                <a:ext uri="{FF2B5EF4-FFF2-40B4-BE49-F238E27FC236}">
                  <a16:creationId xmlns:a16="http://schemas.microsoft.com/office/drawing/2014/main" id="{080E22B6-7FFF-3D3C-6C7C-BB5254ED5F1A}"/>
                </a:ext>
              </a:extLst>
            </p:cNvPr>
            <p:cNvCxnSpPr>
              <a:cxnSpLocks/>
            </p:cNvCxnSpPr>
            <p:nvPr/>
          </p:nvCxnSpPr>
          <p:spPr>
            <a:xfrm>
              <a:off x="10843482" y="2505462"/>
              <a:ext cx="0" cy="146669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13" name="Group 212">
            <a:extLst>
              <a:ext uri="{FF2B5EF4-FFF2-40B4-BE49-F238E27FC236}">
                <a16:creationId xmlns:a16="http://schemas.microsoft.com/office/drawing/2014/main" id="{2E19ECF9-CA0D-6180-48E3-FC49A499CFC7}"/>
              </a:ext>
            </a:extLst>
          </p:cNvPr>
          <p:cNvGrpSpPr/>
          <p:nvPr/>
        </p:nvGrpSpPr>
        <p:grpSpPr>
          <a:xfrm>
            <a:off x="2815330" y="4254688"/>
            <a:ext cx="2268000" cy="504000"/>
            <a:chOff x="7923299" y="5695510"/>
            <a:chExt cx="2268000" cy="504000"/>
          </a:xfrm>
        </p:grpSpPr>
        <p:sp>
          <p:nvSpPr>
            <p:cNvPr id="210" name="Rectangle: Rounded Corners 209">
              <a:extLst>
                <a:ext uri="{FF2B5EF4-FFF2-40B4-BE49-F238E27FC236}">
                  <a16:creationId xmlns:a16="http://schemas.microsoft.com/office/drawing/2014/main" id="{7207C619-7983-AEFA-FA8F-485D9405C149}"/>
                </a:ext>
              </a:extLst>
            </p:cNvPr>
            <p:cNvSpPr/>
            <p:nvPr/>
          </p:nvSpPr>
          <p:spPr>
            <a:xfrm>
              <a:off x="7923299" y="5695510"/>
              <a:ext cx="2268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1" name="TextBox 210">
              <a:extLst>
                <a:ext uri="{FF2B5EF4-FFF2-40B4-BE49-F238E27FC236}">
                  <a16:creationId xmlns:a16="http://schemas.microsoft.com/office/drawing/2014/main" id="{B1E4D982-E917-E0FE-B9CF-8F31ADCBB943}"/>
                </a:ext>
              </a:extLst>
            </p:cNvPr>
            <p:cNvSpPr txBox="1"/>
            <p:nvPr/>
          </p:nvSpPr>
          <p:spPr>
            <a:xfrm>
              <a:off x="7995299" y="5790962"/>
              <a:ext cx="2124000" cy="309600"/>
            </a:xfrm>
            <a:prstGeom prst="rect">
              <a:avLst/>
            </a:prstGeom>
            <a:noFill/>
          </p:spPr>
          <p:txBody>
            <a:bodyPr wrap="square" rtlCol="0">
              <a:spAutoFit/>
            </a:bodyPr>
            <a:lstStyle/>
            <a:p>
              <a:pPr algn="ctr"/>
              <a:r>
                <a:rPr lang="fr-FR" sz="1400" b="1" dirty="0">
                  <a:latin typeface="Oswald" pitchFamily="2" charset="0"/>
                </a:rPr>
                <a:t>Supprimer utilisateur</a:t>
              </a:r>
            </a:p>
          </p:txBody>
        </p:sp>
      </p:grpSp>
      <p:grpSp>
        <p:nvGrpSpPr>
          <p:cNvPr id="233" name="Group 232">
            <a:extLst>
              <a:ext uri="{FF2B5EF4-FFF2-40B4-BE49-F238E27FC236}">
                <a16:creationId xmlns:a16="http://schemas.microsoft.com/office/drawing/2014/main" id="{52B2C47E-5EBB-4296-093E-EDDEB19A8D74}"/>
              </a:ext>
            </a:extLst>
          </p:cNvPr>
          <p:cNvGrpSpPr/>
          <p:nvPr/>
        </p:nvGrpSpPr>
        <p:grpSpPr>
          <a:xfrm>
            <a:off x="2887330" y="3183004"/>
            <a:ext cx="2016000" cy="504000"/>
            <a:chOff x="4324193" y="2108470"/>
            <a:chExt cx="2016000" cy="504000"/>
          </a:xfrm>
        </p:grpSpPr>
        <p:sp>
          <p:nvSpPr>
            <p:cNvPr id="218" name="Rectangle: Rounded Corners 217">
              <a:extLst>
                <a:ext uri="{FF2B5EF4-FFF2-40B4-BE49-F238E27FC236}">
                  <a16:creationId xmlns:a16="http://schemas.microsoft.com/office/drawing/2014/main" id="{325EEC36-22BC-671E-8D93-37EFCC5467D3}"/>
                </a:ext>
              </a:extLst>
            </p:cNvPr>
            <p:cNvSpPr/>
            <p:nvPr/>
          </p:nvSpPr>
          <p:spPr>
            <a:xfrm>
              <a:off x="4324193" y="2108470"/>
              <a:ext cx="201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9" name="TextBox 218">
              <a:extLst>
                <a:ext uri="{FF2B5EF4-FFF2-40B4-BE49-F238E27FC236}">
                  <a16:creationId xmlns:a16="http://schemas.microsoft.com/office/drawing/2014/main" id="{902FE712-A4FA-14AD-6D24-93103CB57688}"/>
                </a:ext>
              </a:extLst>
            </p:cNvPr>
            <p:cNvSpPr txBox="1"/>
            <p:nvPr/>
          </p:nvSpPr>
          <p:spPr>
            <a:xfrm>
              <a:off x="4396193" y="2206580"/>
              <a:ext cx="1872000" cy="307777"/>
            </a:xfrm>
            <a:prstGeom prst="rect">
              <a:avLst/>
            </a:prstGeom>
            <a:noFill/>
          </p:spPr>
          <p:txBody>
            <a:bodyPr wrap="square" rtlCol="0">
              <a:spAutoFit/>
            </a:bodyPr>
            <a:lstStyle/>
            <a:p>
              <a:pPr algn="ctr"/>
              <a:r>
                <a:rPr lang="fr-FR" sz="1400" b="1" dirty="0">
                  <a:latin typeface="Oswald" pitchFamily="2" charset="0"/>
                </a:rPr>
                <a:t>Gestion de Voyage</a:t>
              </a:r>
            </a:p>
          </p:txBody>
        </p:sp>
      </p:grpSp>
      <p:cxnSp>
        <p:nvCxnSpPr>
          <p:cNvPr id="3" name="Straight Connector 2">
            <a:extLst>
              <a:ext uri="{FF2B5EF4-FFF2-40B4-BE49-F238E27FC236}">
                <a16:creationId xmlns:a16="http://schemas.microsoft.com/office/drawing/2014/main" id="{F92C714B-FF8C-77F7-A447-8B96E5F6222F}"/>
              </a:ext>
            </a:extLst>
          </p:cNvPr>
          <p:cNvCxnSpPr>
            <a:cxnSpLocks/>
          </p:cNvCxnSpPr>
          <p:nvPr/>
        </p:nvCxnSpPr>
        <p:spPr>
          <a:xfrm flipV="1">
            <a:off x="1152669" y="3452742"/>
            <a:ext cx="1703179" cy="382906"/>
          </a:xfrm>
          <a:prstGeom prst="line">
            <a:avLst/>
          </a:prstGeom>
          <a:ln w="127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5B7CC40-4107-6A2E-5EB1-B70E7A4F29FE}"/>
              </a:ext>
            </a:extLst>
          </p:cNvPr>
          <p:cNvCxnSpPr>
            <a:cxnSpLocks/>
          </p:cNvCxnSpPr>
          <p:nvPr/>
        </p:nvCxnSpPr>
        <p:spPr>
          <a:xfrm>
            <a:off x="1146811" y="4110927"/>
            <a:ext cx="1620921" cy="394013"/>
          </a:xfrm>
          <a:prstGeom prst="line">
            <a:avLst/>
          </a:prstGeom>
          <a:ln w="127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05891BE1-F746-E6E7-D003-6CFD44CAE831}"/>
              </a:ext>
            </a:extLst>
          </p:cNvPr>
          <p:cNvGrpSpPr/>
          <p:nvPr/>
        </p:nvGrpSpPr>
        <p:grpSpPr>
          <a:xfrm>
            <a:off x="7405317" y="3779264"/>
            <a:ext cx="2016000" cy="504000"/>
            <a:chOff x="4324193" y="2108470"/>
            <a:chExt cx="2016000" cy="504000"/>
          </a:xfrm>
        </p:grpSpPr>
        <p:sp>
          <p:nvSpPr>
            <p:cNvPr id="19" name="Rectangle: Rounded Corners 18">
              <a:extLst>
                <a:ext uri="{FF2B5EF4-FFF2-40B4-BE49-F238E27FC236}">
                  <a16:creationId xmlns:a16="http://schemas.microsoft.com/office/drawing/2014/main" id="{7215A2FB-DE12-BB42-97AD-A391E9CB076B}"/>
                </a:ext>
              </a:extLst>
            </p:cNvPr>
            <p:cNvSpPr/>
            <p:nvPr/>
          </p:nvSpPr>
          <p:spPr>
            <a:xfrm>
              <a:off x="4324193" y="2108470"/>
              <a:ext cx="201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TextBox 19">
              <a:extLst>
                <a:ext uri="{FF2B5EF4-FFF2-40B4-BE49-F238E27FC236}">
                  <a16:creationId xmlns:a16="http://schemas.microsoft.com/office/drawing/2014/main" id="{EDB76F54-2518-9867-C970-E9288BED0321}"/>
                </a:ext>
              </a:extLst>
            </p:cNvPr>
            <p:cNvSpPr txBox="1"/>
            <p:nvPr/>
          </p:nvSpPr>
          <p:spPr>
            <a:xfrm>
              <a:off x="4396193" y="2206580"/>
              <a:ext cx="1872000" cy="307777"/>
            </a:xfrm>
            <a:prstGeom prst="rect">
              <a:avLst/>
            </a:prstGeom>
            <a:noFill/>
          </p:spPr>
          <p:txBody>
            <a:bodyPr wrap="square" rtlCol="0">
              <a:spAutoFit/>
            </a:bodyPr>
            <a:lstStyle/>
            <a:p>
              <a:pPr algn="ctr"/>
              <a:r>
                <a:rPr lang="fr-FR" sz="1400" b="1" dirty="0">
                  <a:latin typeface="Oswald" pitchFamily="2" charset="0"/>
                </a:rPr>
                <a:t>Ajouter Transport</a:t>
              </a:r>
            </a:p>
          </p:txBody>
        </p:sp>
      </p:grpSp>
      <p:grpSp>
        <p:nvGrpSpPr>
          <p:cNvPr id="22" name="Group 21">
            <a:extLst>
              <a:ext uri="{FF2B5EF4-FFF2-40B4-BE49-F238E27FC236}">
                <a16:creationId xmlns:a16="http://schemas.microsoft.com/office/drawing/2014/main" id="{C6898B41-0334-1AC4-8B6E-B4CFD832006D}"/>
              </a:ext>
            </a:extLst>
          </p:cNvPr>
          <p:cNvGrpSpPr/>
          <p:nvPr/>
        </p:nvGrpSpPr>
        <p:grpSpPr>
          <a:xfrm>
            <a:off x="7388178" y="2578330"/>
            <a:ext cx="2016000" cy="504000"/>
            <a:chOff x="4324193" y="2108470"/>
            <a:chExt cx="2016000" cy="504000"/>
          </a:xfrm>
        </p:grpSpPr>
        <p:sp>
          <p:nvSpPr>
            <p:cNvPr id="26" name="Rectangle: Rounded Corners 25">
              <a:extLst>
                <a:ext uri="{FF2B5EF4-FFF2-40B4-BE49-F238E27FC236}">
                  <a16:creationId xmlns:a16="http://schemas.microsoft.com/office/drawing/2014/main" id="{0F3BAC59-3789-1412-CF6E-53CA56176A2D}"/>
                </a:ext>
              </a:extLst>
            </p:cNvPr>
            <p:cNvSpPr/>
            <p:nvPr/>
          </p:nvSpPr>
          <p:spPr>
            <a:xfrm>
              <a:off x="4324193" y="2108470"/>
              <a:ext cx="201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Box 26">
              <a:extLst>
                <a:ext uri="{FF2B5EF4-FFF2-40B4-BE49-F238E27FC236}">
                  <a16:creationId xmlns:a16="http://schemas.microsoft.com/office/drawing/2014/main" id="{FA6EF0FD-BB15-2A7B-0BF9-E129A91C899B}"/>
                </a:ext>
              </a:extLst>
            </p:cNvPr>
            <p:cNvSpPr txBox="1"/>
            <p:nvPr/>
          </p:nvSpPr>
          <p:spPr>
            <a:xfrm>
              <a:off x="4396193" y="2206580"/>
              <a:ext cx="1872000" cy="307777"/>
            </a:xfrm>
            <a:prstGeom prst="rect">
              <a:avLst/>
            </a:prstGeom>
            <a:noFill/>
          </p:spPr>
          <p:txBody>
            <a:bodyPr wrap="square" rtlCol="0">
              <a:spAutoFit/>
            </a:bodyPr>
            <a:lstStyle/>
            <a:p>
              <a:pPr algn="ctr"/>
              <a:r>
                <a:rPr lang="fr-FR" sz="1400" b="1" dirty="0">
                  <a:latin typeface="Oswald" pitchFamily="2" charset="0"/>
                </a:rPr>
                <a:t>Ajouter Voyage</a:t>
              </a:r>
            </a:p>
          </p:txBody>
        </p:sp>
      </p:grpSp>
      <p:grpSp>
        <p:nvGrpSpPr>
          <p:cNvPr id="37" name="Group 36">
            <a:extLst>
              <a:ext uri="{FF2B5EF4-FFF2-40B4-BE49-F238E27FC236}">
                <a16:creationId xmlns:a16="http://schemas.microsoft.com/office/drawing/2014/main" id="{F99311B9-F907-7466-E88B-CBC04C4CBFB0}"/>
              </a:ext>
            </a:extLst>
          </p:cNvPr>
          <p:cNvGrpSpPr/>
          <p:nvPr/>
        </p:nvGrpSpPr>
        <p:grpSpPr>
          <a:xfrm>
            <a:off x="7405317" y="3176688"/>
            <a:ext cx="2016000" cy="504000"/>
            <a:chOff x="4324193" y="2108470"/>
            <a:chExt cx="2016000" cy="504000"/>
          </a:xfrm>
        </p:grpSpPr>
        <p:sp>
          <p:nvSpPr>
            <p:cNvPr id="38" name="Rectangle: Rounded Corners 37">
              <a:extLst>
                <a:ext uri="{FF2B5EF4-FFF2-40B4-BE49-F238E27FC236}">
                  <a16:creationId xmlns:a16="http://schemas.microsoft.com/office/drawing/2014/main" id="{32A2F392-6781-D2F3-4053-5A9FE34C6EAC}"/>
                </a:ext>
              </a:extLst>
            </p:cNvPr>
            <p:cNvSpPr/>
            <p:nvPr/>
          </p:nvSpPr>
          <p:spPr>
            <a:xfrm>
              <a:off x="4324193" y="2108470"/>
              <a:ext cx="2016000" cy="504000"/>
            </a:xfrm>
            <a:prstGeom prst="roundRect">
              <a:avLst>
                <a:gd name="adj" fmla="val 50000"/>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TextBox 38">
              <a:extLst>
                <a:ext uri="{FF2B5EF4-FFF2-40B4-BE49-F238E27FC236}">
                  <a16:creationId xmlns:a16="http://schemas.microsoft.com/office/drawing/2014/main" id="{2F49275B-9934-D75B-F7A5-48936FDD7B4B}"/>
                </a:ext>
              </a:extLst>
            </p:cNvPr>
            <p:cNvSpPr txBox="1"/>
            <p:nvPr/>
          </p:nvSpPr>
          <p:spPr>
            <a:xfrm>
              <a:off x="4396193" y="2206580"/>
              <a:ext cx="1872000" cy="307777"/>
            </a:xfrm>
            <a:prstGeom prst="rect">
              <a:avLst/>
            </a:prstGeom>
            <a:noFill/>
          </p:spPr>
          <p:txBody>
            <a:bodyPr wrap="square" rtlCol="0">
              <a:spAutoFit/>
            </a:bodyPr>
            <a:lstStyle/>
            <a:p>
              <a:pPr algn="ctr"/>
              <a:r>
                <a:rPr lang="fr-FR" sz="1400" b="1" dirty="0">
                  <a:latin typeface="Oswald" pitchFamily="2" charset="0"/>
                </a:rPr>
                <a:t>Supprimer Voyage</a:t>
              </a:r>
            </a:p>
          </p:txBody>
        </p:sp>
      </p:grpSp>
      <p:sp>
        <p:nvSpPr>
          <p:cNvPr id="63" name="Google Shape;542;p39">
            <a:extLst>
              <a:ext uri="{FF2B5EF4-FFF2-40B4-BE49-F238E27FC236}">
                <a16:creationId xmlns:a16="http://schemas.microsoft.com/office/drawing/2014/main" id="{11678AE6-28D5-4792-8C11-D5343754B233}"/>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MA" sz="2000" b="1" spc="300" dirty="0">
                <a:solidFill>
                  <a:schemeClr val="bg1"/>
                </a:solidFill>
                <a:effectLst/>
                <a:latin typeface="Nunito Sans" pitchFamily="2" charset="0"/>
                <a:ea typeface="Calibri" panose="020F0502020204030204" pitchFamily="34" charset="0"/>
              </a:rPr>
              <a:t>Diagrammes de cas d’utilisations</a:t>
            </a:r>
          </a:p>
        </p:txBody>
      </p:sp>
      <p:sp>
        <p:nvSpPr>
          <p:cNvPr id="128" name="Slide Number Placeholder 127">
            <a:extLst>
              <a:ext uri="{FF2B5EF4-FFF2-40B4-BE49-F238E27FC236}">
                <a16:creationId xmlns:a16="http://schemas.microsoft.com/office/drawing/2014/main" id="{E83C0C39-AFDA-0AF7-31EF-145DC8110234}"/>
              </a:ext>
            </a:extLst>
          </p:cNvPr>
          <p:cNvSpPr>
            <a:spLocks noGrp="1"/>
          </p:cNvSpPr>
          <p:nvPr>
            <p:ph type="sldNum" sz="quarter" idx="12"/>
          </p:nvPr>
        </p:nvSpPr>
        <p:spPr/>
        <p:txBody>
          <a:bodyPr/>
          <a:lstStyle/>
          <a:p>
            <a:pPr algn="ctr"/>
            <a:fld id="{DD31AE6B-CDAB-407E-9BC6-E294FE5CDB12}" type="slidenum">
              <a:rPr lang="fr-FR" smtClean="0"/>
              <a:pPr algn="ctr"/>
              <a:t>17</a:t>
            </a:fld>
            <a:endParaRPr lang="fr-FR"/>
          </a:p>
        </p:txBody>
      </p:sp>
      <p:sp>
        <p:nvSpPr>
          <p:cNvPr id="129" name="Rectangle: Rounded Corners 128">
            <a:extLst>
              <a:ext uri="{FF2B5EF4-FFF2-40B4-BE49-F238E27FC236}">
                <a16:creationId xmlns:a16="http://schemas.microsoft.com/office/drawing/2014/main" id="{D5372E54-90A3-76BD-08E1-AC671EF83113}"/>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grpSp>
        <p:nvGrpSpPr>
          <p:cNvPr id="14" name="Group 13">
            <a:extLst>
              <a:ext uri="{FF2B5EF4-FFF2-40B4-BE49-F238E27FC236}">
                <a16:creationId xmlns:a16="http://schemas.microsoft.com/office/drawing/2014/main" id="{5BABA5C1-2C6C-435A-39A0-F55D72511B58}"/>
              </a:ext>
            </a:extLst>
          </p:cNvPr>
          <p:cNvGrpSpPr/>
          <p:nvPr/>
        </p:nvGrpSpPr>
        <p:grpSpPr>
          <a:xfrm rot="16200000">
            <a:off x="6064316" y="2239752"/>
            <a:ext cx="108002" cy="2394000"/>
            <a:chOff x="10831536" y="2353939"/>
            <a:chExt cx="21953" cy="1618216"/>
          </a:xfrm>
        </p:grpSpPr>
        <p:sp>
          <p:nvSpPr>
            <p:cNvPr id="15" name="Freeform: Shape 14">
              <a:extLst>
                <a:ext uri="{FF2B5EF4-FFF2-40B4-BE49-F238E27FC236}">
                  <a16:creationId xmlns:a16="http://schemas.microsoft.com/office/drawing/2014/main" id="{11388AC6-2FBD-5542-0FAF-EA906F12624D}"/>
                </a:ext>
              </a:extLst>
            </p:cNvPr>
            <p:cNvSpPr/>
            <p:nvPr/>
          </p:nvSpPr>
          <p:spPr>
            <a:xfrm>
              <a:off x="10831536" y="2353939"/>
              <a:ext cx="21953" cy="148619"/>
            </a:xfrm>
            <a:custGeom>
              <a:avLst/>
              <a:gdLst>
                <a:gd name="connsiteX0" fmla="*/ 146675 w 300037"/>
                <a:gd name="connsiteY0" fmla="*/ 649 h 784753"/>
                <a:gd name="connsiteX1" fmla="*/ 159533 w 300037"/>
                <a:gd name="connsiteY1" fmla="*/ 8039 h 784753"/>
                <a:gd name="connsiteX2" fmla="*/ 169777 w 300037"/>
                <a:gd name="connsiteY2" fmla="*/ 55040 h 784753"/>
                <a:gd name="connsiteX3" fmla="*/ 172653 w 300037"/>
                <a:gd name="connsiteY3" fmla="*/ 70116 h 784753"/>
                <a:gd name="connsiteX4" fmla="*/ 182040 w 300037"/>
                <a:gd name="connsiteY4" fmla="*/ 120294 h 784753"/>
                <a:gd name="connsiteX5" fmla="*/ 188727 w 300037"/>
                <a:gd name="connsiteY5" fmla="*/ 155693 h 784753"/>
                <a:gd name="connsiteX6" fmla="*/ 203172 w 300037"/>
                <a:gd name="connsiteY6" fmla="*/ 232550 h 784753"/>
                <a:gd name="connsiteX7" fmla="*/ 227732 w 300037"/>
                <a:gd name="connsiteY7" fmla="*/ 362615 h 784753"/>
                <a:gd name="connsiteX8" fmla="*/ 271452 w 300037"/>
                <a:gd name="connsiteY8" fmla="*/ 594664 h 784753"/>
                <a:gd name="connsiteX9" fmla="*/ 278952 w 300037"/>
                <a:gd name="connsiteY9" fmla="*/ 634423 h 784753"/>
                <a:gd name="connsiteX10" fmla="*/ 289882 w 300037"/>
                <a:gd name="connsiteY10" fmla="*/ 692731 h 784753"/>
                <a:gd name="connsiteX11" fmla="*/ 293243 w 300037"/>
                <a:gd name="connsiteY11" fmla="*/ 710393 h 784753"/>
                <a:gd name="connsiteX12" fmla="*/ 300830 w 300037"/>
                <a:gd name="connsiteY12" fmla="*/ 784220 h 784753"/>
                <a:gd name="connsiteX13" fmla="*/ 185529 w 300037"/>
                <a:gd name="connsiteY13" fmla="*/ 784603 h 784753"/>
                <a:gd name="connsiteX14" fmla="*/ 131951 w 300037"/>
                <a:gd name="connsiteY14" fmla="*/ 784777 h 784753"/>
                <a:gd name="connsiteX15" fmla="*/ 80088 w 300037"/>
                <a:gd name="connsiteY15" fmla="*/ 784920 h 784753"/>
                <a:gd name="connsiteX16" fmla="*/ 60328 w 300037"/>
                <a:gd name="connsiteY16" fmla="*/ 785001 h 784753"/>
                <a:gd name="connsiteX17" fmla="*/ 32725 w 300037"/>
                <a:gd name="connsiteY17" fmla="*/ 785059 h 784753"/>
                <a:gd name="connsiteX18" fmla="*/ 16823 w 300037"/>
                <a:gd name="connsiteY18" fmla="*/ 785108 h 784753"/>
                <a:gd name="connsiteX19" fmla="*/ 792 w 300037"/>
                <a:gd name="connsiteY19" fmla="*/ 776831 h 784753"/>
                <a:gd name="connsiteX20" fmla="*/ 15408 w 300037"/>
                <a:gd name="connsiteY20" fmla="*/ 666719 h 784753"/>
                <a:gd name="connsiteX21" fmla="*/ 18529 w 300037"/>
                <a:gd name="connsiteY21" fmla="*/ 650165 h 784753"/>
                <a:gd name="connsiteX22" fmla="*/ 28687 w 300037"/>
                <a:gd name="connsiteY22" fmla="*/ 596883 h 784753"/>
                <a:gd name="connsiteX23" fmla="*/ 35759 w 300037"/>
                <a:gd name="connsiteY23" fmla="*/ 559637 h 784753"/>
                <a:gd name="connsiteX24" fmla="*/ 80765 w 300037"/>
                <a:gd name="connsiteY24" fmla="*/ 331283 h 784753"/>
                <a:gd name="connsiteX25" fmla="*/ 127056 w 300037"/>
                <a:gd name="connsiteY25" fmla="*/ 93322 h 784753"/>
                <a:gd name="connsiteX26" fmla="*/ 130022 w 300037"/>
                <a:gd name="connsiteY26" fmla="*/ 77877 h 784753"/>
                <a:gd name="connsiteX27" fmla="*/ 138038 w 300037"/>
                <a:gd name="connsiteY27" fmla="*/ 36123 h 784753"/>
                <a:gd name="connsiteX28" fmla="*/ 146525 w 300037"/>
                <a:gd name="connsiteY28" fmla="*/ 355 h 7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0037" h="784753">
                  <a:moveTo>
                    <a:pt x="146675" y="649"/>
                  </a:moveTo>
                  <a:cubicBezTo>
                    <a:pt x="150918" y="3088"/>
                    <a:pt x="155161" y="5526"/>
                    <a:pt x="159533" y="8039"/>
                  </a:cubicBezTo>
                  <a:cubicBezTo>
                    <a:pt x="164677" y="27918"/>
                    <a:pt x="164677" y="27918"/>
                    <a:pt x="169777" y="55040"/>
                  </a:cubicBezTo>
                  <a:cubicBezTo>
                    <a:pt x="170725" y="60013"/>
                    <a:pt x="171676" y="65017"/>
                    <a:pt x="172653" y="70116"/>
                  </a:cubicBezTo>
                  <a:cubicBezTo>
                    <a:pt x="175830" y="86817"/>
                    <a:pt x="178911" y="103593"/>
                    <a:pt x="182040" y="120294"/>
                  </a:cubicBezTo>
                  <a:cubicBezTo>
                    <a:pt x="184269" y="132119"/>
                    <a:pt x="186498" y="143943"/>
                    <a:pt x="188727" y="155693"/>
                  </a:cubicBezTo>
                  <a:cubicBezTo>
                    <a:pt x="193570" y="181337"/>
                    <a:pt x="198371" y="206980"/>
                    <a:pt x="203172" y="232550"/>
                  </a:cubicBezTo>
                  <a:cubicBezTo>
                    <a:pt x="211273" y="275856"/>
                    <a:pt x="219502" y="319014"/>
                    <a:pt x="227732" y="362615"/>
                  </a:cubicBezTo>
                  <a:cubicBezTo>
                    <a:pt x="242434" y="440211"/>
                    <a:pt x="257093" y="517068"/>
                    <a:pt x="271452" y="594664"/>
                  </a:cubicBezTo>
                  <a:cubicBezTo>
                    <a:pt x="273942" y="607892"/>
                    <a:pt x="276424" y="621194"/>
                    <a:pt x="278952" y="634423"/>
                  </a:cubicBezTo>
                  <a:cubicBezTo>
                    <a:pt x="282626" y="653859"/>
                    <a:pt x="286282" y="673295"/>
                    <a:pt x="289882" y="692731"/>
                  </a:cubicBezTo>
                  <a:cubicBezTo>
                    <a:pt x="290993" y="698554"/>
                    <a:pt x="292103" y="704407"/>
                    <a:pt x="293243" y="710393"/>
                  </a:cubicBezTo>
                  <a:cubicBezTo>
                    <a:pt x="298086" y="736480"/>
                    <a:pt x="300830" y="756581"/>
                    <a:pt x="300830" y="784220"/>
                  </a:cubicBezTo>
                  <a:cubicBezTo>
                    <a:pt x="262339" y="784390"/>
                    <a:pt x="223677" y="784522"/>
                    <a:pt x="185529" y="784603"/>
                  </a:cubicBezTo>
                  <a:cubicBezTo>
                    <a:pt x="167656" y="784641"/>
                    <a:pt x="149782" y="784693"/>
                    <a:pt x="131951" y="784777"/>
                  </a:cubicBezTo>
                  <a:cubicBezTo>
                    <a:pt x="114721" y="784857"/>
                    <a:pt x="97490" y="784901"/>
                    <a:pt x="80088" y="784920"/>
                  </a:cubicBezTo>
                  <a:cubicBezTo>
                    <a:pt x="73487" y="784934"/>
                    <a:pt x="66929" y="784961"/>
                    <a:pt x="60328" y="785001"/>
                  </a:cubicBezTo>
                  <a:cubicBezTo>
                    <a:pt x="51113" y="785054"/>
                    <a:pt x="41940" y="785062"/>
                    <a:pt x="32725" y="785059"/>
                  </a:cubicBezTo>
                  <a:cubicBezTo>
                    <a:pt x="27495" y="785075"/>
                    <a:pt x="22223" y="785091"/>
                    <a:pt x="16823" y="785108"/>
                  </a:cubicBezTo>
                  <a:cubicBezTo>
                    <a:pt x="5078" y="784221"/>
                    <a:pt x="5078" y="784221"/>
                    <a:pt x="792" y="776831"/>
                  </a:cubicBezTo>
                  <a:cubicBezTo>
                    <a:pt x="2867" y="738551"/>
                    <a:pt x="8422" y="703300"/>
                    <a:pt x="15408" y="666719"/>
                  </a:cubicBezTo>
                  <a:cubicBezTo>
                    <a:pt x="16955" y="658516"/>
                    <a:pt x="16955" y="658516"/>
                    <a:pt x="18529" y="650165"/>
                  </a:cubicBezTo>
                  <a:cubicBezTo>
                    <a:pt x="21880" y="632429"/>
                    <a:pt x="25258" y="614693"/>
                    <a:pt x="28687" y="596883"/>
                  </a:cubicBezTo>
                  <a:cubicBezTo>
                    <a:pt x="31044" y="584467"/>
                    <a:pt x="33402" y="572052"/>
                    <a:pt x="35759" y="559637"/>
                  </a:cubicBezTo>
                  <a:cubicBezTo>
                    <a:pt x="50290" y="483519"/>
                    <a:pt x="65206" y="407401"/>
                    <a:pt x="80765" y="331283"/>
                  </a:cubicBezTo>
                  <a:cubicBezTo>
                    <a:pt x="96795" y="252209"/>
                    <a:pt x="112012" y="173135"/>
                    <a:pt x="127056" y="93322"/>
                  </a:cubicBezTo>
                  <a:cubicBezTo>
                    <a:pt x="128034" y="88223"/>
                    <a:pt x="129015" y="83124"/>
                    <a:pt x="130022" y="77877"/>
                  </a:cubicBezTo>
                  <a:cubicBezTo>
                    <a:pt x="132697" y="63984"/>
                    <a:pt x="135380" y="50016"/>
                    <a:pt x="138038" y="36123"/>
                  </a:cubicBezTo>
                  <a:cubicBezTo>
                    <a:pt x="142238" y="15135"/>
                    <a:pt x="142238" y="15135"/>
                    <a:pt x="146525" y="355"/>
                  </a:cubicBezTo>
                  <a:close/>
                </a:path>
              </a:pathLst>
            </a:custGeom>
            <a:noFill/>
            <a:ln w="12700" cap="flat">
              <a:solidFill>
                <a:schemeClr val="bg1"/>
              </a:solidFill>
              <a:prstDash val="solid"/>
              <a:miter/>
            </a:ln>
          </p:spPr>
          <p:txBody>
            <a:bodyPr rtlCol="0" anchor="ctr"/>
            <a:lstStyle/>
            <a:p>
              <a:endParaRPr lang="fr-FR"/>
            </a:p>
          </p:txBody>
        </p:sp>
        <p:cxnSp>
          <p:nvCxnSpPr>
            <p:cNvPr id="17" name="Straight Connector 16">
              <a:extLst>
                <a:ext uri="{FF2B5EF4-FFF2-40B4-BE49-F238E27FC236}">
                  <a16:creationId xmlns:a16="http://schemas.microsoft.com/office/drawing/2014/main" id="{D5EF7580-FF0D-BBFB-3AE9-86B06B57C488}"/>
                </a:ext>
              </a:extLst>
            </p:cNvPr>
            <p:cNvCxnSpPr>
              <a:cxnSpLocks/>
            </p:cNvCxnSpPr>
            <p:nvPr/>
          </p:nvCxnSpPr>
          <p:spPr>
            <a:xfrm>
              <a:off x="10843482" y="2505462"/>
              <a:ext cx="0" cy="146669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B89653DE-2D7F-12F9-625E-17286B31D9AD}"/>
              </a:ext>
            </a:extLst>
          </p:cNvPr>
          <p:cNvGrpSpPr/>
          <p:nvPr/>
        </p:nvGrpSpPr>
        <p:grpSpPr>
          <a:xfrm rot="16675169">
            <a:off x="6070244" y="2588814"/>
            <a:ext cx="108002" cy="2448000"/>
            <a:chOff x="10831536" y="2353939"/>
            <a:chExt cx="21953" cy="1618216"/>
          </a:xfrm>
        </p:grpSpPr>
        <p:sp>
          <p:nvSpPr>
            <p:cNvPr id="25" name="Freeform: Shape 24">
              <a:extLst>
                <a:ext uri="{FF2B5EF4-FFF2-40B4-BE49-F238E27FC236}">
                  <a16:creationId xmlns:a16="http://schemas.microsoft.com/office/drawing/2014/main" id="{08CA48E0-DB37-9CA4-539C-90F3ED68ADB1}"/>
                </a:ext>
              </a:extLst>
            </p:cNvPr>
            <p:cNvSpPr/>
            <p:nvPr/>
          </p:nvSpPr>
          <p:spPr>
            <a:xfrm>
              <a:off x="10831536" y="2353939"/>
              <a:ext cx="21953" cy="148619"/>
            </a:xfrm>
            <a:custGeom>
              <a:avLst/>
              <a:gdLst>
                <a:gd name="connsiteX0" fmla="*/ 146675 w 300037"/>
                <a:gd name="connsiteY0" fmla="*/ 649 h 784753"/>
                <a:gd name="connsiteX1" fmla="*/ 159533 w 300037"/>
                <a:gd name="connsiteY1" fmla="*/ 8039 h 784753"/>
                <a:gd name="connsiteX2" fmla="*/ 169777 w 300037"/>
                <a:gd name="connsiteY2" fmla="*/ 55040 h 784753"/>
                <a:gd name="connsiteX3" fmla="*/ 172653 w 300037"/>
                <a:gd name="connsiteY3" fmla="*/ 70116 h 784753"/>
                <a:gd name="connsiteX4" fmla="*/ 182040 w 300037"/>
                <a:gd name="connsiteY4" fmla="*/ 120294 h 784753"/>
                <a:gd name="connsiteX5" fmla="*/ 188727 w 300037"/>
                <a:gd name="connsiteY5" fmla="*/ 155693 h 784753"/>
                <a:gd name="connsiteX6" fmla="*/ 203172 w 300037"/>
                <a:gd name="connsiteY6" fmla="*/ 232550 h 784753"/>
                <a:gd name="connsiteX7" fmla="*/ 227732 w 300037"/>
                <a:gd name="connsiteY7" fmla="*/ 362615 h 784753"/>
                <a:gd name="connsiteX8" fmla="*/ 271452 w 300037"/>
                <a:gd name="connsiteY8" fmla="*/ 594664 h 784753"/>
                <a:gd name="connsiteX9" fmla="*/ 278952 w 300037"/>
                <a:gd name="connsiteY9" fmla="*/ 634423 h 784753"/>
                <a:gd name="connsiteX10" fmla="*/ 289882 w 300037"/>
                <a:gd name="connsiteY10" fmla="*/ 692731 h 784753"/>
                <a:gd name="connsiteX11" fmla="*/ 293243 w 300037"/>
                <a:gd name="connsiteY11" fmla="*/ 710393 h 784753"/>
                <a:gd name="connsiteX12" fmla="*/ 300830 w 300037"/>
                <a:gd name="connsiteY12" fmla="*/ 784220 h 784753"/>
                <a:gd name="connsiteX13" fmla="*/ 185529 w 300037"/>
                <a:gd name="connsiteY13" fmla="*/ 784603 h 784753"/>
                <a:gd name="connsiteX14" fmla="*/ 131951 w 300037"/>
                <a:gd name="connsiteY14" fmla="*/ 784777 h 784753"/>
                <a:gd name="connsiteX15" fmla="*/ 80088 w 300037"/>
                <a:gd name="connsiteY15" fmla="*/ 784920 h 784753"/>
                <a:gd name="connsiteX16" fmla="*/ 60328 w 300037"/>
                <a:gd name="connsiteY16" fmla="*/ 785001 h 784753"/>
                <a:gd name="connsiteX17" fmla="*/ 32725 w 300037"/>
                <a:gd name="connsiteY17" fmla="*/ 785059 h 784753"/>
                <a:gd name="connsiteX18" fmla="*/ 16823 w 300037"/>
                <a:gd name="connsiteY18" fmla="*/ 785108 h 784753"/>
                <a:gd name="connsiteX19" fmla="*/ 792 w 300037"/>
                <a:gd name="connsiteY19" fmla="*/ 776831 h 784753"/>
                <a:gd name="connsiteX20" fmla="*/ 15408 w 300037"/>
                <a:gd name="connsiteY20" fmla="*/ 666719 h 784753"/>
                <a:gd name="connsiteX21" fmla="*/ 18529 w 300037"/>
                <a:gd name="connsiteY21" fmla="*/ 650165 h 784753"/>
                <a:gd name="connsiteX22" fmla="*/ 28687 w 300037"/>
                <a:gd name="connsiteY22" fmla="*/ 596883 h 784753"/>
                <a:gd name="connsiteX23" fmla="*/ 35759 w 300037"/>
                <a:gd name="connsiteY23" fmla="*/ 559637 h 784753"/>
                <a:gd name="connsiteX24" fmla="*/ 80765 w 300037"/>
                <a:gd name="connsiteY24" fmla="*/ 331283 h 784753"/>
                <a:gd name="connsiteX25" fmla="*/ 127056 w 300037"/>
                <a:gd name="connsiteY25" fmla="*/ 93322 h 784753"/>
                <a:gd name="connsiteX26" fmla="*/ 130022 w 300037"/>
                <a:gd name="connsiteY26" fmla="*/ 77877 h 784753"/>
                <a:gd name="connsiteX27" fmla="*/ 138038 w 300037"/>
                <a:gd name="connsiteY27" fmla="*/ 36123 h 784753"/>
                <a:gd name="connsiteX28" fmla="*/ 146525 w 300037"/>
                <a:gd name="connsiteY28" fmla="*/ 355 h 7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0037" h="784753">
                  <a:moveTo>
                    <a:pt x="146675" y="649"/>
                  </a:moveTo>
                  <a:cubicBezTo>
                    <a:pt x="150918" y="3088"/>
                    <a:pt x="155161" y="5526"/>
                    <a:pt x="159533" y="8039"/>
                  </a:cubicBezTo>
                  <a:cubicBezTo>
                    <a:pt x="164677" y="27918"/>
                    <a:pt x="164677" y="27918"/>
                    <a:pt x="169777" y="55040"/>
                  </a:cubicBezTo>
                  <a:cubicBezTo>
                    <a:pt x="170725" y="60013"/>
                    <a:pt x="171676" y="65017"/>
                    <a:pt x="172653" y="70116"/>
                  </a:cubicBezTo>
                  <a:cubicBezTo>
                    <a:pt x="175830" y="86817"/>
                    <a:pt x="178911" y="103593"/>
                    <a:pt x="182040" y="120294"/>
                  </a:cubicBezTo>
                  <a:cubicBezTo>
                    <a:pt x="184269" y="132119"/>
                    <a:pt x="186498" y="143943"/>
                    <a:pt x="188727" y="155693"/>
                  </a:cubicBezTo>
                  <a:cubicBezTo>
                    <a:pt x="193570" y="181337"/>
                    <a:pt x="198371" y="206980"/>
                    <a:pt x="203172" y="232550"/>
                  </a:cubicBezTo>
                  <a:cubicBezTo>
                    <a:pt x="211273" y="275856"/>
                    <a:pt x="219502" y="319014"/>
                    <a:pt x="227732" y="362615"/>
                  </a:cubicBezTo>
                  <a:cubicBezTo>
                    <a:pt x="242434" y="440211"/>
                    <a:pt x="257093" y="517068"/>
                    <a:pt x="271452" y="594664"/>
                  </a:cubicBezTo>
                  <a:cubicBezTo>
                    <a:pt x="273942" y="607892"/>
                    <a:pt x="276424" y="621194"/>
                    <a:pt x="278952" y="634423"/>
                  </a:cubicBezTo>
                  <a:cubicBezTo>
                    <a:pt x="282626" y="653859"/>
                    <a:pt x="286282" y="673295"/>
                    <a:pt x="289882" y="692731"/>
                  </a:cubicBezTo>
                  <a:cubicBezTo>
                    <a:pt x="290993" y="698554"/>
                    <a:pt x="292103" y="704407"/>
                    <a:pt x="293243" y="710393"/>
                  </a:cubicBezTo>
                  <a:cubicBezTo>
                    <a:pt x="298086" y="736480"/>
                    <a:pt x="300830" y="756581"/>
                    <a:pt x="300830" y="784220"/>
                  </a:cubicBezTo>
                  <a:cubicBezTo>
                    <a:pt x="262339" y="784390"/>
                    <a:pt x="223677" y="784522"/>
                    <a:pt x="185529" y="784603"/>
                  </a:cubicBezTo>
                  <a:cubicBezTo>
                    <a:pt x="167656" y="784641"/>
                    <a:pt x="149782" y="784693"/>
                    <a:pt x="131951" y="784777"/>
                  </a:cubicBezTo>
                  <a:cubicBezTo>
                    <a:pt x="114721" y="784857"/>
                    <a:pt x="97490" y="784901"/>
                    <a:pt x="80088" y="784920"/>
                  </a:cubicBezTo>
                  <a:cubicBezTo>
                    <a:pt x="73487" y="784934"/>
                    <a:pt x="66929" y="784961"/>
                    <a:pt x="60328" y="785001"/>
                  </a:cubicBezTo>
                  <a:cubicBezTo>
                    <a:pt x="51113" y="785054"/>
                    <a:pt x="41940" y="785062"/>
                    <a:pt x="32725" y="785059"/>
                  </a:cubicBezTo>
                  <a:cubicBezTo>
                    <a:pt x="27495" y="785075"/>
                    <a:pt x="22223" y="785091"/>
                    <a:pt x="16823" y="785108"/>
                  </a:cubicBezTo>
                  <a:cubicBezTo>
                    <a:pt x="5078" y="784221"/>
                    <a:pt x="5078" y="784221"/>
                    <a:pt x="792" y="776831"/>
                  </a:cubicBezTo>
                  <a:cubicBezTo>
                    <a:pt x="2867" y="738551"/>
                    <a:pt x="8422" y="703300"/>
                    <a:pt x="15408" y="666719"/>
                  </a:cubicBezTo>
                  <a:cubicBezTo>
                    <a:pt x="16955" y="658516"/>
                    <a:pt x="16955" y="658516"/>
                    <a:pt x="18529" y="650165"/>
                  </a:cubicBezTo>
                  <a:cubicBezTo>
                    <a:pt x="21880" y="632429"/>
                    <a:pt x="25258" y="614693"/>
                    <a:pt x="28687" y="596883"/>
                  </a:cubicBezTo>
                  <a:cubicBezTo>
                    <a:pt x="31044" y="584467"/>
                    <a:pt x="33402" y="572052"/>
                    <a:pt x="35759" y="559637"/>
                  </a:cubicBezTo>
                  <a:cubicBezTo>
                    <a:pt x="50290" y="483519"/>
                    <a:pt x="65206" y="407401"/>
                    <a:pt x="80765" y="331283"/>
                  </a:cubicBezTo>
                  <a:cubicBezTo>
                    <a:pt x="96795" y="252209"/>
                    <a:pt x="112012" y="173135"/>
                    <a:pt x="127056" y="93322"/>
                  </a:cubicBezTo>
                  <a:cubicBezTo>
                    <a:pt x="128034" y="88223"/>
                    <a:pt x="129015" y="83124"/>
                    <a:pt x="130022" y="77877"/>
                  </a:cubicBezTo>
                  <a:cubicBezTo>
                    <a:pt x="132697" y="63984"/>
                    <a:pt x="135380" y="50016"/>
                    <a:pt x="138038" y="36123"/>
                  </a:cubicBezTo>
                  <a:cubicBezTo>
                    <a:pt x="142238" y="15135"/>
                    <a:pt x="142238" y="15135"/>
                    <a:pt x="146525" y="355"/>
                  </a:cubicBezTo>
                  <a:close/>
                </a:path>
              </a:pathLst>
            </a:custGeom>
            <a:noFill/>
            <a:ln w="12700" cap="flat">
              <a:solidFill>
                <a:schemeClr val="bg1"/>
              </a:solidFill>
              <a:prstDash val="solid"/>
              <a:miter/>
            </a:ln>
          </p:spPr>
          <p:txBody>
            <a:bodyPr rtlCol="0" anchor="ctr"/>
            <a:lstStyle/>
            <a:p>
              <a:endParaRPr lang="fr-FR"/>
            </a:p>
          </p:txBody>
        </p:sp>
        <p:cxnSp>
          <p:nvCxnSpPr>
            <p:cNvPr id="47" name="Straight Connector 46">
              <a:extLst>
                <a:ext uri="{FF2B5EF4-FFF2-40B4-BE49-F238E27FC236}">
                  <a16:creationId xmlns:a16="http://schemas.microsoft.com/office/drawing/2014/main" id="{CDEC6202-11AB-87A9-12E6-E461891B76C1}"/>
                </a:ext>
              </a:extLst>
            </p:cNvPr>
            <p:cNvCxnSpPr>
              <a:cxnSpLocks/>
            </p:cNvCxnSpPr>
            <p:nvPr/>
          </p:nvCxnSpPr>
          <p:spPr>
            <a:xfrm>
              <a:off x="10843482" y="2505462"/>
              <a:ext cx="0" cy="146669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091293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par>
                                <p:cTn id="24" presetID="2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233"/>
                                        </p:tgtEl>
                                        <p:attrNameLst>
                                          <p:attrName>style.visibility</p:attrName>
                                        </p:attrNameLst>
                                      </p:cBhvr>
                                      <p:to>
                                        <p:strVal val="visible"/>
                                      </p:to>
                                    </p:set>
                                    <p:animEffect transition="in" filter="wipe(left)">
                                      <p:cBhvr>
                                        <p:cTn id="30" dur="500"/>
                                        <p:tgtEl>
                                          <p:spTgt spid="233"/>
                                        </p:tgtEl>
                                      </p:cBhvr>
                                    </p:animEffect>
                                  </p:childTnLst>
                                </p:cTn>
                              </p:par>
                              <p:par>
                                <p:cTn id="31" presetID="22" presetClass="entr" presetSubtype="8" fill="hold" nodeType="withEffect">
                                  <p:stCondLst>
                                    <p:cond delay="0"/>
                                  </p:stCondLst>
                                  <p:childTnLst>
                                    <p:set>
                                      <p:cBhvr>
                                        <p:cTn id="32" dur="1" fill="hold">
                                          <p:stCondLst>
                                            <p:cond delay="0"/>
                                          </p:stCondLst>
                                        </p:cTn>
                                        <p:tgtEl>
                                          <p:spTgt spid="213"/>
                                        </p:tgtEl>
                                        <p:attrNameLst>
                                          <p:attrName>style.visibility</p:attrName>
                                        </p:attrNameLst>
                                      </p:cBhvr>
                                      <p:to>
                                        <p:strVal val="visible"/>
                                      </p:to>
                                    </p:set>
                                    <p:animEffect transition="in" filter="wipe(left)">
                                      <p:cBhvr>
                                        <p:cTn id="33" dur="500"/>
                                        <p:tgtEl>
                                          <p:spTgt spid="213"/>
                                        </p:tgtEl>
                                      </p:cBhvr>
                                    </p:animEffect>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192"/>
                                        </p:tgtEl>
                                        <p:attrNameLst>
                                          <p:attrName>style.visibility</p:attrName>
                                        </p:attrNameLst>
                                      </p:cBhvr>
                                      <p:to>
                                        <p:strVal val="visible"/>
                                      </p:to>
                                    </p:set>
                                    <p:animEffect transition="in" filter="wipe(right)">
                                      <p:cBhvr>
                                        <p:cTn id="37" dur="500"/>
                                        <p:tgtEl>
                                          <p:spTgt spid="192"/>
                                        </p:tgtEl>
                                      </p:cBhvr>
                                    </p:animEffect>
                                  </p:childTnLst>
                                </p:cTn>
                              </p:par>
                              <p:par>
                                <p:cTn id="38" presetID="22" presetClass="entr" presetSubtype="2"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right)">
                                      <p:cBhvr>
                                        <p:cTn id="40" dur="500"/>
                                        <p:tgtEl>
                                          <p:spTgt spid="14"/>
                                        </p:tgtEl>
                                      </p:cBhvr>
                                    </p:animEffect>
                                  </p:childTnLst>
                                </p:cTn>
                              </p:par>
                              <p:par>
                                <p:cTn id="41" presetID="22" presetClass="entr" presetSubtype="4"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down)">
                                      <p:cBhvr>
                                        <p:cTn id="43" dur="500"/>
                                        <p:tgtEl>
                                          <p:spTgt spid="23"/>
                                        </p:tgtEl>
                                      </p:cBhvr>
                                    </p:animEffec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par>
                                <p:cTn id="48" presetID="22" presetClass="entr" presetSubtype="8" fill="hold"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wipe(left)">
                                      <p:cBhvr>
                                        <p:cTn id="50" dur="500"/>
                                        <p:tgtEl>
                                          <p:spTgt spid="37"/>
                                        </p:tgtEl>
                                      </p:cBhvr>
                                    </p:animEffect>
                                  </p:childTnLst>
                                </p:cTn>
                              </p:par>
                              <p:par>
                                <p:cTn id="51" presetID="22" presetClass="entr" presetSubtype="8"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p:bldP spid="6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Google Shape;542;p39">
            <a:extLst>
              <a:ext uri="{FF2B5EF4-FFF2-40B4-BE49-F238E27FC236}">
                <a16:creationId xmlns:a16="http://schemas.microsoft.com/office/drawing/2014/main" id="{39E4D3B4-4779-A1AC-3FC8-E4F7FF669BF0}"/>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MA" sz="2000" b="1" spc="300" dirty="0">
                <a:solidFill>
                  <a:schemeClr val="bg1"/>
                </a:solidFill>
                <a:effectLst/>
                <a:latin typeface="Nunito Sans" pitchFamily="2" charset="0"/>
                <a:ea typeface="Calibri" panose="020F0502020204030204" pitchFamily="34" charset="0"/>
              </a:rPr>
              <a:t>Diagrammes de </a:t>
            </a:r>
            <a:r>
              <a:rPr lang="fr-MA" sz="2000" b="1" spc="300" dirty="0">
                <a:solidFill>
                  <a:schemeClr val="bg1"/>
                </a:solidFill>
                <a:latin typeface="Nunito Sans" pitchFamily="2" charset="0"/>
                <a:ea typeface="Calibri" panose="020F0502020204030204" pitchFamily="34" charset="0"/>
              </a:rPr>
              <a:t>classes</a:t>
            </a:r>
            <a:endParaRPr lang="fr-MA" sz="2000" b="1" spc="300" dirty="0">
              <a:solidFill>
                <a:schemeClr val="bg1"/>
              </a:solidFill>
              <a:effectLst/>
              <a:latin typeface="Nunito Sans" pitchFamily="2" charset="0"/>
              <a:ea typeface="Calibri" panose="020F0502020204030204" pitchFamily="34" charset="0"/>
            </a:endParaRPr>
          </a:p>
        </p:txBody>
      </p:sp>
      <p:grpSp>
        <p:nvGrpSpPr>
          <p:cNvPr id="38" name="Group 37">
            <a:extLst>
              <a:ext uri="{FF2B5EF4-FFF2-40B4-BE49-F238E27FC236}">
                <a16:creationId xmlns:a16="http://schemas.microsoft.com/office/drawing/2014/main" id="{B2E3281E-9562-7D7B-E6BA-E08965AFC907}"/>
              </a:ext>
            </a:extLst>
          </p:cNvPr>
          <p:cNvGrpSpPr/>
          <p:nvPr/>
        </p:nvGrpSpPr>
        <p:grpSpPr>
          <a:xfrm>
            <a:off x="490261" y="1611000"/>
            <a:ext cx="2649859" cy="3636000"/>
            <a:chOff x="490261" y="1273382"/>
            <a:chExt cx="2649859" cy="3636000"/>
          </a:xfrm>
        </p:grpSpPr>
        <p:sp>
          <p:nvSpPr>
            <p:cNvPr id="12" name="Rectangle 11">
              <a:extLst>
                <a:ext uri="{FF2B5EF4-FFF2-40B4-BE49-F238E27FC236}">
                  <a16:creationId xmlns:a16="http://schemas.microsoft.com/office/drawing/2014/main" id="{563DCD70-1DE0-2204-388A-782DEF0EBDE7}"/>
                </a:ext>
              </a:extLst>
            </p:cNvPr>
            <p:cNvSpPr/>
            <p:nvPr/>
          </p:nvSpPr>
          <p:spPr>
            <a:xfrm>
              <a:off x="490261" y="1273382"/>
              <a:ext cx="2592000" cy="3636000"/>
            </a:xfrm>
            <a:prstGeom prst="rect">
              <a:avLst/>
            </a:prstGeom>
            <a:solidFill>
              <a:srgbClr val="C9ADA7"/>
            </a:solidFill>
            <a:ln>
              <a:solidFill>
                <a:srgbClr val="FFEE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TextBox 12">
              <a:extLst>
                <a:ext uri="{FF2B5EF4-FFF2-40B4-BE49-F238E27FC236}">
                  <a16:creationId xmlns:a16="http://schemas.microsoft.com/office/drawing/2014/main" id="{5C0C70B3-CF61-DACA-2029-DB06C803FDC2}"/>
                </a:ext>
              </a:extLst>
            </p:cNvPr>
            <p:cNvSpPr txBox="1"/>
            <p:nvPr/>
          </p:nvSpPr>
          <p:spPr>
            <a:xfrm>
              <a:off x="1154071" y="1288691"/>
              <a:ext cx="1264381" cy="292388"/>
            </a:xfrm>
            <a:prstGeom prst="rect">
              <a:avLst/>
            </a:prstGeom>
            <a:noFill/>
          </p:spPr>
          <p:txBody>
            <a:bodyPr wrap="square" rtlCol="0">
              <a:spAutoFit/>
            </a:bodyPr>
            <a:lstStyle/>
            <a:p>
              <a:pPr algn="ctr"/>
              <a:r>
                <a:rPr lang="fr-FR" sz="1300" spc="300" dirty="0">
                  <a:solidFill>
                    <a:schemeClr val="bg1"/>
                  </a:solidFill>
                  <a:latin typeface="Oswald" pitchFamily="2" charset="0"/>
                </a:rPr>
                <a:t>Client</a:t>
              </a:r>
            </a:p>
          </p:txBody>
        </p:sp>
        <p:cxnSp>
          <p:nvCxnSpPr>
            <p:cNvPr id="15" name="Straight Connector 14">
              <a:extLst>
                <a:ext uri="{FF2B5EF4-FFF2-40B4-BE49-F238E27FC236}">
                  <a16:creationId xmlns:a16="http://schemas.microsoft.com/office/drawing/2014/main" id="{C40BD660-F2EE-BE7E-D7F5-1C04B8D878AE}"/>
                </a:ext>
              </a:extLst>
            </p:cNvPr>
            <p:cNvCxnSpPr/>
            <p:nvPr/>
          </p:nvCxnSpPr>
          <p:spPr>
            <a:xfrm>
              <a:off x="490261" y="1551834"/>
              <a:ext cx="259200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B69D540-0910-F3EA-50AB-71FD7CDEE1AB}"/>
                </a:ext>
              </a:extLst>
            </p:cNvPr>
            <p:cNvSpPr txBox="1"/>
            <p:nvPr/>
          </p:nvSpPr>
          <p:spPr>
            <a:xfrm>
              <a:off x="499425" y="1510530"/>
              <a:ext cx="181801" cy="252000"/>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23" name="TextBox 22">
              <a:extLst>
                <a:ext uri="{FF2B5EF4-FFF2-40B4-BE49-F238E27FC236}">
                  <a16:creationId xmlns:a16="http://schemas.microsoft.com/office/drawing/2014/main" id="{D82E9A37-746F-49B6-892A-EEF5540CB1A1}"/>
                </a:ext>
              </a:extLst>
            </p:cNvPr>
            <p:cNvSpPr txBox="1"/>
            <p:nvPr/>
          </p:nvSpPr>
          <p:spPr>
            <a:xfrm>
              <a:off x="499425" y="1741675"/>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25" name="TextBox 24">
              <a:extLst>
                <a:ext uri="{FF2B5EF4-FFF2-40B4-BE49-F238E27FC236}">
                  <a16:creationId xmlns:a16="http://schemas.microsoft.com/office/drawing/2014/main" id="{D4E5B88D-CE5A-AFBE-99EF-4A65AE65A411}"/>
                </a:ext>
              </a:extLst>
            </p:cNvPr>
            <p:cNvSpPr txBox="1"/>
            <p:nvPr/>
          </p:nvSpPr>
          <p:spPr>
            <a:xfrm>
              <a:off x="499425" y="2014125"/>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47" name="TextBox 46">
              <a:extLst>
                <a:ext uri="{FF2B5EF4-FFF2-40B4-BE49-F238E27FC236}">
                  <a16:creationId xmlns:a16="http://schemas.microsoft.com/office/drawing/2014/main" id="{E6B0BF3B-F3CB-63CA-1DB3-2F57E4FDAEDA}"/>
                </a:ext>
              </a:extLst>
            </p:cNvPr>
            <p:cNvSpPr txBox="1"/>
            <p:nvPr/>
          </p:nvSpPr>
          <p:spPr>
            <a:xfrm>
              <a:off x="499425" y="2184939"/>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48" name="TextBox 47">
              <a:extLst>
                <a:ext uri="{FF2B5EF4-FFF2-40B4-BE49-F238E27FC236}">
                  <a16:creationId xmlns:a16="http://schemas.microsoft.com/office/drawing/2014/main" id="{533ADF9A-62A5-143D-1FA4-A6863C2A70A9}"/>
                </a:ext>
              </a:extLst>
            </p:cNvPr>
            <p:cNvSpPr txBox="1"/>
            <p:nvPr/>
          </p:nvSpPr>
          <p:spPr>
            <a:xfrm>
              <a:off x="499425" y="2434228"/>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49" name="TextBox 48">
              <a:extLst>
                <a:ext uri="{FF2B5EF4-FFF2-40B4-BE49-F238E27FC236}">
                  <a16:creationId xmlns:a16="http://schemas.microsoft.com/office/drawing/2014/main" id="{303B996A-5FD2-A7FA-5EEB-A10E7D8C32BF}"/>
                </a:ext>
              </a:extLst>
            </p:cNvPr>
            <p:cNvSpPr txBox="1"/>
            <p:nvPr/>
          </p:nvSpPr>
          <p:spPr>
            <a:xfrm>
              <a:off x="499425" y="2660051"/>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cxnSp>
          <p:nvCxnSpPr>
            <p:cNvPr id="52" name="Straight Connector 51">
              <a:extLst>
                <a:ext uri="{FF2B5EF4-FFF2-40B4-BE49-F238E27FC236}">
                  <a16:creationId xmlns:a16="http://schemas.microsoft.com/office/drawing/2014/main" id="{914565AB-A598-DFCB-2A1C-EC7E05808113}"/>
                </a:ext>
              </a:extLst>
            </p:cNvPr>
            <p:cNvCxnSpPr/>
            <p:nvPr/>
          </p:nvCxnSpPr>
          <p:spPr>
            <a:xfrm>
              <a:off x="491753" y="2950033"/>
              <a:ext cx="259200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FE7B5819-6C34-6182-9B27-0A51FA6703CF}"/>
                </a:ext>
              </a:extLst>
            </p:cNvPr>
            <p:cNvSpPr txBox="1"/>
            <p:nvPr/>
          </p:nvSpPr>
          <p:spPr>
            <a:xfrm>
              <a:off x="499425" y="2939812"/>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63" name="TextBox 62">
              <a:extLst>
                <a:ext uri="{FF2B5EF4-FFF2-40B4-BE49-F238E27FC236}">
                  <a16:creationId xmlns:a16="http://schemas.microsoft.com/office/drawing/2014/main" id="{241D0432-E668-EBCA-BA1D-6A400CDE7598}"/>
                </a:ext>
              </a:extLst>
            </p:cNvPr>
            <p:cNvSpPr txBox="1"/>
            <p:nvPr/>
          </p:nvSpPr>
          <p:spPr>
            <a:xfrm>
              <a:off x="499425" y="3141366"/>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28" name="TextBox 127">
              <a:extLst>
                <a:ext uri="{FF2B5EF4-FFF2-40B4-BE49-F238E27FC236}">
                  <a16:creationId xmlns:a16="http://schemas.microsoft.com/office/drawing/2014/main" id="{DE746A5B-8865-9527-3D13-B8A1678E4AD4}"/>
                </a:ext>
              </a:extLst>
            </p:cNvPr>
            <p:cNvSpPr txBox="1"/>
            <p:nvPr/>
          </p:nvSpPr>
          <p:spPr>
            <a:xfrm>
              <a:off x="499425" y="3350291"/>
              <a:ext cx="181801" cy="251733"/>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29" name="TextBox 128">
              <a:extLst>
                <a:ext uri="{FF2B5EF4-FFF2-40B4-BE49-F238E27FC236}">
                  <a16:creationId xmlns:a16="http://schemas.microsoft.com/office/drawing/2014/main" id="{F3760A3A-8F8A-E4FF-2B63-9842D3FAC830}"/>
                </a:ext>
              </a:extLst>
            </p:cNvPr>
            <p:cNvSpPr txBox="1"/>
            <p:nvPr/>
          </p:nvSpPr>
          <p:spPr>
            <a:xfrm>
              <a:off x="499425" y="3594862"/>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30" name="TextBox 129">
              <a:extLst>
                <a:ext uri="{FF2B5EF4-FFF2-40B4-BE49-F238E27FC236}">
                  <a16:creationId xmlns:a16="http://schemas.microsoft.com/office/drawing/2014/main" id="{34B262A9-720B-C3D3-8D9B-D8A079CB1CEB}"/>
                </a:ext>
              </a:extLst>
            </p:cNvPr>
            <p:cNvSpPr txBox="1"/>
            <p:nvPr/>
          </p:nvSpPr>
          <p:spPr>
            <a:xfrm>
              <a:off x="499425" y="3798454"/>
              <a:ext cx="181801" cy="24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31" name="TextBox 130">
              <a:extLst>
                <a:ext uri="{FF2B5EF4-FFF2-40B4-BE49-F238E27FC236}">
                  <a16:creationId xmlns:a16="http://schemas.microsoft.com/office/drawing/2014/main" id="{6C796814-EB12-89B9-B4D3-6DF7664BFDE7}"/>
                </a:ext>
              </a:extLst>
            </p:cNvPr>
            <p:cNvSpPr txBox="1"/>
            <p:nvPr/>
          </p:nvSpPr>
          <p:spPr>
            <a:xfrm>
              <a:off x="499425" y="4008533"/>
              <a:ext cx="181801" cy="251733"/>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32" name="TextBox 131">
              <a:extLst>
                <a:ext uri="{FF2B5EF4-FFF2-40B4-BE49-F238E27FC236}">
                  <a16:creationId xmlns:a16="http://schemas.microsoft.com/office/drawing/2014/main" id="{C42EF535-9CBD-15B9-E654-B17B32BF57DF}"/>
                </a:ext>
              </a:extLst>
            </p:cNvPr>
            <p:cNvSpPr txBox="1"/>
            <p:nvPr/>
          </p:nvSpPr>
          <p:spPr>
            <a:xfrm>
              <a:off x="499425" y="4215037"/>
              <a:ext cx="181801" cy="251733"/>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33" name="TextBox 132">
              <a:extLst>
                <a:ext uri="{FF2B5EF4-FFF2-40B4-BE49-F238E27FC236}">
                  <a16:creationId xmlns:a16="http://schemas.microsoft.com/office/drawing/2014/main" id="{EB92825D-DCEA-6A2F-9628-78AC421C9582}"/>
                </a:ext>
              </a:extLst>
            </p:cNvPr>
            <p:cNvSpPr txBox="1"/>
            <p:nvPr/>
          </p:nvSpPr>
          <p:spPr>
            <a:xfrm>
              <a:off x="499425" y="4430322"/>
              <a:ext cx="181801" cy="251733"/>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34" name="TextBox 133">
              <a:extLst>
                <a:ext uri="{FF2B5EF4-FFF2-40B4-BE49-F238E27FC236}">
                  <a16:creationId xmlns:a16="http://schemas.microsoft.com/office/drawing/2014/main" id="{78B3F1C5-417D-6C27-FC03-CF2367B6CF32}"/>
                </a:ext>
              </a:extLst>
            </p:cNvPr>
            <p:cNvSpPr txBox="1"/>
            <p:nvPr/>
          </p:nvSpPr>
          <p:spPr>
            <a:xfrm>
              <a:off x="499425" y="4637365"/>
              <a:ext cx="181801" cy="251733"/>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35" name="TextBox 134">
              <a:extLst>
                <a:ext uri="{FF2B5EF4-FFF2-40B4-BE49-F238E27FC236}">
                  <a16:creationId xmlns:a16="http://schemas.microsoft.com/office/drawing/2014/main" id="{674237DD-6221-0448-A2F8-14F9C3FE21B5}"/>
                </a:ext>
              </a:extLst>
            </p:cNvPr>
            <p:cNvSpPr txBox="1"/>
            <p:nvPr/>
          </p:nvSpPr>
          <p:spPr>
            <a:xfrm>
              <a:off x="620119" y="1585614"/>
              <a:ext cx="1728000" cy="261610"/>
            </a:xfrm>
            <a:prstGeom prst="rect">
              <a:avLst/>
            </a:prstGeom>
            <a:noFill/>
          </p:spPr>
          <p:txBody>
            <a:bodyPr wrap="square" rtlCol="0">
              <a:spAutoFit/>
            </a:bodyPr>
            <a:lstStyle/>
            <a:p>
              <a:r>
                <a:rPr lang="fr-FR" sz="1100" spc="300" dirty="0">
                  <a:solidFill>
                    <a:schemeClr val="bg1"/>
                  </a:solidFill>
                  <a:latin typeface="Oswald" pitchFamily="2" charset="0"/>
                </a:rPr>
                <a:t>Id_client:int</a:t>
              </a:r>
            </a:p>
          </p:txBody>
        </p:sp>
        <p:sp>
          <p:nvSpPr>
            <p:cNvPr id="136" name="TextBox 135">
              <a:extLst>
                <a:ext uri="{FF2B5EF4-FFF2-40B4-BE49-F238E27FC236}">
                  <a16:creationId xmlns:a16="http://schemas.microsoft.com/office/drawing/2014/main" id="{4D0BCFC5-C87C-8C9B-BDFF-DB4073370966}"/>
                </a:ext>
              </a:extLst>
            </p:cNvPr>
            <p:cNvSpPr txBox="1"/>
            <p:nvPr/>
          </p:nvSpPr>
          <p:spPr>
            <a:xfrm>
              <a:off x="620119" y="1799896"/>
              <a:ext cx="1764000" cy="261610"/>
            </a:xfrm>
            <a:prstGeom prst="rect">
              <a:avLst/>
            </a:prstGeom>
            <a:noFill/>
          </p:spPr>
          <p:txBody>
            <a:bodyPr wrap="square" rtlCol="0">
              <a:spAutoFit/>
            </a:bodyPr>
            <a:lstStyle/>
            <a:p>
              <a:r>
                <a:rPr lang="fr-FR" sz="1100" spc="300" dirty="0">
                  <a:solidFill>
                    <a:schemeClr val="bg1"/>
                  </a:solidFill>
                  <a:latin typeface="Oswald" pitchFamily="2" charset="0"/>
                </a:rPr>
                <a:t>Nom:String</a:t>
              </a:r>
            </a:p>
          </p:txBody>
        </p:sp>
        <p:sp>
          <p:nvSpPr>
            <p:cNvPr id="137" name="TextBox 136">
              <a:extLst>
                <a:ext uri="{FF2B5EF4-FFF2-40B4-BE49-F238E27FC236}">
                  <a16:creationId xmlns:a16="http://schemas.microsoft.com/office/drawing/2014/main" id="{E0ACE313-2269-493A-651A-A129E2F2B6DB}"/>
                </a:ext>
              </a:extLst>
            </p:cNvPr>
            <p:cNvSpPr txBox="1"/>
            <p:nvPr/>
          </p:nvSpPr>
          <p:spPr>
            <a:xfrm>
              <a:off x="620119" y="2018278"/>
              <a:ext cx="1800000" cy="261610"/>
            </a:xfrm>
            <a:prstGeom prst="rect">
              <a:avLst/>
            </a:prstGeom>
            <a:noFill/>
          </p:spPr>
          <p:txBody>
            <a:bodyPr wrap="square" rtlCol="0">
              <a:spAutoFit/>
            </a:bodyPr>
            <a:lstStyle/>
            <a:p>
              <a:r>
                <a:rPr lang="fr-FR" sz="1100" spc="300" dirty="0">
                  <a:solidFill>
                    <a:schemeClr val="bg1"/>
                  </a:solidFill>
                  <a:latin typeface="Oswald" pitchFamily="2" charset="0"/>
                </a:rPr>
                <a:t>Email:String</a:t>
              </a:r>
            </a:p>
          </p:txBody>
        </p:sp>
        <p:sp>
          <p:nvSpPr>
            <p:cNvPr id="138" name="TextBox 137">
              <a:extLst>
                <a:ext uri="{FF2B5EF4-FFF2-40B4-BE49-F238E27FC236}">
                  <a16:creationId xmlns:a16="http://schemas.microsoft.com/office/drawing/2014/main" id="{30320DE0-1CC3-4339-F65E-A9BE4E5F827B}"/>
                </a:ext>
              </a:extLst>
            </p:cNvPr>
            <p:cNvSpPr txBox="1"/>
            <p:nvPr/>
          </p:nvSpPr>
          <p:spPr>
            <a:xfrm>
              <a:off x="620120" y="2233254"/>
              <a:ext cx="1944000" cy="252000"/>
            </a:xfrm>
            <a:prstGeom prst="rect">
              <a:avLst/>
            </a:prstGeom>
            <a:noFill/>
          </p:spPr>
          <p:txBody>
            <a:bodyPr wrap="square" rtlCol="0">
              <a:spAutoFit/>
            </a:bodyPr>
            <a:lstStyle/>
            <a:p>
              <a:r>
                <a:rPr lang="fr-FR" sz="1100" spc="300" dirty="0">
                  <a:solidFill>
                    <a:schemeClr val="bg1"/>
                  </a:solidFill>
                  <a:latin typeface="Oswald" pitchFamily="2" charset="0"/>
                </a:rPr>
                <a:t>Motpasse:String</a:t>
              </a:r>
            </a:p>
          </p:txBody>
        </p:sp>
        <p:sp>
          <p:nvSpPr>
            <p:cNvPr id="139" name="TextBox 138">
              <a:extLst>
                <a:ext uri="{FF2B5EF4-FFF2-40B4-BE49-F238E27FC236}">
                  <a16:creationId xmlns:a16="http://schemas.microsoft.com/office/drawing/2014/main" id="{D1CD4B1E-7638-535E-40B6-FB468DF220FB}"/>
                </a:ext>
              </a:extLst>
            </p:cNvPr>
            <p:cNvSpPr txBox="1"/>
            <p:nvPr/>
          </p:nvSpPr>
          <p:spPr>
            <a:xfrm>
              <a:off x="620119" y="2447612"/>
              <a:ext cx="1656000" cy="261610"/>
            </a:xfrm>
            <a:prstGeom prst="rect">
              <a:avLst/>
            </a:prstGeom>
            <a:noFill/>
          </p:spPr>
          <p:txBody>
            <a:bodyPr wrap="square" rtlCol="0">
              <a:spAutoFit/>
            </a:bodyPr>
            <a:lstStyle/>
            <a:p>
              <a:r>
                <a:rPr lang="fr-FR" sz="1100" spc="300" dirty="0">
                  <a:solidFill>
                    <a:schemeClr val="bg1"/>
                  </a:solidFill>
                  <a:latin typeface="Oswald" pitchFamily="2" charset="0"/>
                </a:rPr>
                <a:t>Telephone:int</a:t>
              </a:r>
            </a:p>
          </p:txBody>
        </p:sp>
        <p:sp>
          <p:nvSpPr>
            <p:cNvPr id="140" name="TextBox 139">
              <a:extLst>
                <a:ext uri="{FF2B5EF4-FFF2-40B4-BE49-F238E27FC236}">
                  <a16:creationId xmlns:a16="http://schemas.microsoft.com/office/drawing/2014/main" id="{789780EA-3CC0-EE67-5C2F-A5941614C0B0}"/>
                </a:ext>
              </a:extLst>
            </p:cNvPr>
            <p:cNvSpPr txBox="1"/>
            <p:nvPr/>
          </p:nvSpPr>
          <p:spPr>
            <a:xfrm>
              <a:off x="620119" y="2676857"/>
              <a:ext cx="1728000" cy="261610"/>
            </a:xfrm>
            <a:prstGeom prst="rect">
              <a:avLst/>
            </a:prstGeom>
            <a:noFill/>
          </p:spPr>
          <p:txBody>
            <a:bodyPr wrap="square" rtlCol="0">
              <a:spAutoFit/>
            </a:bodyPr>
            <a:lstStyle/>
            <a:p>
              <a:r>
                <a:rPr lang="fr-FR" sz="1100" spc="300" dirty="0">
                  <a:solidFill>
                    <a:schemeClr val="bg1"/>
                  </a:solidFill>
                  <a:latin typeface="Oswald" pitchFamily="2" charset="0"/>
                </a:rPr>
                <a:t>Date_nais:Date</a:t>
              </a:r>
            </a:p>
          </p:txBody>
        </p:sp>
        <p:sp>
          <p:nvSpPr>
            <p:cNvPr id="141" name="TextBox 140">
              <a:extLst>
                <a:ext uri="{FF2B5EF4-FFF2-40B4-BE49-F238E27FC236}">
                  <a16:creationId xmlns:a16="http://schemas.microsoft.com/office/drawing/2014/main" id="{8E05D638-9170-0220-8759-9BED7EFE7766}"/>
                </a:ext>
              </a:extLst>
            </p:cNvPr>
            <p:cNvSpPr txBox="1"/>
            <p:nvPr/>
          </p:nvSpPr>
          <p:spPr>
            <a:xfrm>
              <a:off x="620119" y="2961158"/>
              <a:ext cx="1763999" cy="252000"/>
            </a:xfrm>
            <a:prstGeom prst="rect">
              <a:avLst/>
            </a:prstGeom>
            <a:noFill/>
          </p:spPr>
          <p:txBody>
            <a:bodyPr wrap="square" rtlCol="0">
              <a:spAutoFit/>
            </a:bodyPr>
            <a:lstStyle/>
            <a:p>
              <a:r>
                <a:rPr lang="fr-FR" sz="1100" spc="300" dirty="0">
                  <a:solidFill>
                    <a:schemeClr val="bg1"/>
                  </a:solidFill>
                  <a:latin typeface="Oswald" pitchFamily="2" charset="0"/>
                </a:rPr>
                <a:t>S’authentifier()</a:t>
              </a:r>
            </a:p>
          </p:txBody>
        </p:sp>
        <p:sp>
          <p:nvSpPr>
            <p:cNvPr id="142" name="TextBox 141">
              <a:extLst>
                <a:ext uri="{FF2B5EF4-FFF2-40B4-BE49-F238E27FC236}">
                  <a16:creationId xmlns:a16="http://schemas.microsoft.com/office/drawing/2014/main" id="{AC3C199E-1CAB-F030-29E3-1AA0AF68472F}"/>
                </a:ext>
              </a:extLst>
            </p:cNvPr>
            <p:cNvSpPr txBox="1"/>
            <p:nvPr/>
          </p:nvSpPr>
          <p:spPr>
            <a:xfrm>
              <a:off x="620119" y="3176477"/>
              <a:ext cx="1619999" cy="252000"/>
            </a:xfrm>
            <a:prstGeom prst="rect">
              <a:avLst/>
            </a:prstGeom>
            <a:noFill/>
          </p:spPr>
          <p:txBody>
            <a:bodyPr wrap="square" rtlCol="0">
              <a:spAutoFit/>
            </a:bodyPr>
            <a:lstStyle/>
            <a:p>
              <a:r>
                <a:rPr lang="fr-FR" sz="1100" spc="300" dirty="0">
                  <a:solidFill>
                    <a:schemeClr val="bg1"/>
                  </a:solidFill>
                  <a:latin typeface="Oswald" pitchFamily="2" charset="0"/>
                </a:rPr>
                <a:t>S’inscrire()</a:t>
              </a:r>
            </a:p>
          </p:txBody>
        </p:sp>
        <p:sp>
          <p:nvSpPr>
            <p:cNvPr id="143" name="TextBox 142">
              <a:extLst>
                <a:ext uri="{FF2B5EF4-FFF2-40B4-BE49-F238E27FC236}">
                  <a16:creationId xmlns:a16="http://schemas.microsoft.com/office/drawing/2014/main" id="{A4FF437E-2016-0003-4EE4-CD232282CDD0}"/>
                </a:ext>
              </a:extLst>
            </p:cNvPr>
            <p:cNvSpPr txBox="1"/>
            <p:nvPr/>
          </p:nvSpPr>
          <p:spPr>
            <a:xfrm>
              <a:off x="620120" y="3379979"/>
              <a:ext cx="2196000" cy="252000"/>
            </a:xfrm>
            <a:prstGeom prst="rect">
              <a:avLst/>
            </a:prstGeom>
            <a:noFill/>
          </p:spPr>
          <p:txBody>
            <a:bodyPr wrap="square" rtlCol="0">
              <a:spAutoFit/>
            </a:bodyPr>
            <a:lstStyle/>
            <a:p>
              <a:r>
                <a:rPr lang="fr-FR" sz="1100" spc="300" dirty="0">
                  <a:solidFill>
                    <a:schemeClr val="bg1"/>
                  </a:solidFill>
                  <a:latin typeface="Oswald" pitchFamily="2" charset="0"/>
                </a:rPr>
                <a:t>Supprimer_acc():void</a:t>
              </a:r>
            </a:p>
          </p:txBody>
        </p:sp>
        <p:sp>
          <p:nvSpPr>
            <p:cNvPr id="144" name="TextBox 143">
              <a:extLst>
                <a:ext uri="{FF2B5EF4-FFF2-40B4-BE49-F238E27FC236}">
                  <a16:creationId xmlns:a16="http://schemas.microsoft.com/office/drawing/2014/main" id="{0E497F25-0B3E-81ED-0D69-0C27FBB6E9DD}"/>
                </a:ext>
              </a:extLst>
            </p:cNvPr>
            <p:cNvSpPr txBox="1"/>
            <p:nvPr/>
          </p:nvSpPr>
          <p:spPr>
            <a:xfrm>
              <a:off x="620119" y="3599567"/>
              <a:ext cx="2520001" cy="288000"/>
            </a:xfrm>
            <a:prstGeom prst="rect">
              <a:avLst/>
            </a:prstGeom>
            <a:noFill/>
          </p:spPr>
          <p:txBody>
            <a:bodyPr wrap="square" rtlCol="0">
              <a:spAutoFit/>
            </a:bodyPr>
            <a:lstStyle/>
            <a:p>
              <a:r>
                <a:rPr lang="fr-FR" sz="1100" spc="300" dirty="0">
                  <a:solidFill>
                    <a:schemeClr val="bg1"/>
                  </a:solidFill>
                  <a:latin typeface="Oswald" pitchFamily="2" charset="0"/>
                </a:rPr>
                <a:t>afficher_historique():void</a:t>
              </a:r>
            </a:p>
          </p:txBody>
        </p:sp>
        <p:sp>
          <p:nvSpPr>
            <p:cNvPr id="145" name="TextBox 144">
              <a:extLst>
                <a:ext uri="{FF2B5EF4-FFF2-40B4-BE49-F238E27FC236}">
                  <a16:creationId xmlns:a16="http://schemas.microsoft.com/office/drawing/2014/main" id="{006AE709-B46C-38BF-94EE-B513C7C28C02}"/>
                </a:ext>
              </a:extLst>
            </p:cNvPr>
            <p:cNvSpPr txBox="1"/>
            <p:nvPr/>
          </p:nvSpPr>
          <p:spPr>
            <a:xfrm>
              <a:off x="620119" y="3805515"/>
              <a:ext cx="1944000" cy="252000"/>
            </a:xfrm>
            <a:prstGeom prst="rect">
              <a:avLst/>
            </a:prstGeom>
            <a:noFill/>
          </p:spPr>
          <p:txBody>
            <a:bodyPr wrap="square" rtlCol="0">
              <a:spAutoFit/>
            </a:bodyPr>
            <a:lstStyle/>
            <a:p>
              <a:r>
                <a:rPr lang="fr-FR" sz="1100" spc="300" dirty="0">
                  <a:solidFill>
                    <a:schemeClr val="bg1"/>
                  </a:solidFill>
                  <a:latin typeface="Oswald" pitchFamily="2" charset="0"/>
                </a:rPr>
                <a:t>getNom():String</a:t>
              </a:r>
            </a:p>
          </p:txBody>
        </p:sp>
        <p:sp>
          <p:nvSpPr>
            <p:cNvPr id="146" name="TextBox 145">
              <a:extLst>
                <a:ext uri="{FF2B5EF4-FFF2-40B4-BE49-F238E27FC236}">
                  <a16:creationId xmlns:a16="http://schemas.microsoft.com/office/drawing/2014/main" id="{6E804385-0336-866A-9E09-2C92928C3A29}"/>
                </a:ext>
              </a:extLst>
            </p:cNvPr>
            <p:cNvSpPr txBox="1"/>
            <p:nvPr/>
          </p:nvSpPr>
          <p:spPr>
            <a:xfrm>
              <a:off x="625909" y="4016989"/>
              <a:ext cx="1764000" cy="261610"/>
            </a:xfrm>
            <a:prstGeom prst="rect">
              <a:avLst/>
            </a:prstGeom>
            <a:noFill/>
          </p:spPr>
          <p:txBody>
            <a:bodyPr wrap="square" rtlCol="0">
              <a:spAutoFit/>
            </a:bodyPr>
            <a:lstStyle/>
            <a:p>
              <a:r>
                <a:rPr lang="fr-FR" sz="1100" spc="300" dirty="0">
                  <a:solidFill>
                    <a:schemeClr val="bg1"/>
                  </a:solidFill>
                  <a:latin typeface="Oswald" pitchFamily="2" charset="0"/>
                </a:rPr>
                <a:t>setNom():void</a:t>
              </a:r>
            </a:p>
          </p:txBody>
        </p:sp>
        <p:sp>
          <p:nvSpPr>
            <p:cNvPr id="147" name="TextBox 146">
              <a:extLst>
                <a:ext uri="{FF2B5EF4-FFF2-40B4-BE49-F238E27FC236}">
                  <a16:creationId xmlns:a16="http://schemas.microsoft.com/office/drawing/2014/main" id="{81FA960D-FDB8-4EA1-678C-EF6F62093AFD}"/>
                </a:ext>
              </a:extLst>
            </p:cNvPr>
            <p:cNvSpPr txBox="1"/>
            <p:nvPr/>
          </p:nvSpPr>
          <p:spPr>
            <a:xfrm>
              <a:off x="616748" y="4229914"/>
              <a:ext cx="2376000" cy="252000"/>
            </a:xfrm>
            <a:prstGeom prst="rect">
              <a:avLst/>
            </a:prstGeom>
            <a:noFill/>
          </p:spPr>
          <p:txBody>
            <a:bodyPr wrap="square" rtlCol="0">
              <a:spAutoFit/>
            </a:bodyPr>
            <a:lstStyle/>
            <a:p>
              <a:r>
                <a:rPr lang="fr-FR" sz="1100" spc="300" dirty="0">
                  <a:solidFill>
                    <a:schemeClr val="bg1"/>
                  </a:solidFill>
                  <a:latin typeface="Oswald" pitchFamily="2" charset="0"/>
                </a:rPr>
                <a:t>setMotpasse():void</a:t>
              </a:r>
            </a:p>
          </p:txBody>
        </p:sp>
        <p:sp>
          <p:nvSpPr>
            <p:cNvPr id="148" name="TextBox 147">
              <a:extLst>
                <a:ext uri="{FF2B5EF4-FFF2-40B4-BE49-F238E27FC236}">
                  <a16:creationId xmlns:a16="http://schemas.microsoft.com/office/drawing/2014/main" id="{5ADAD64C-1E88-B9BB-A015-4876B17ABDB6}"/>
                </a:ext>
              </a:extLst>
            </p:cNvPr>
            <p:cNvSpPr txBox="1"/>
            <p:nvPr/>
          </p:nvSpPr>
          <p:spPr>
            <a:xfrm>
              <a:off x="625910" y="4438176"/>
              <a:ext cx="2412000" cy="252000"/>
            </a:xfrm>
            <a:prstGeom prst="rect">
              <a:avLst/>
            </a:prstGeom>
            <a:noFill/>
          </p:spPr>
          <p:txBody>
            <a:bodyPr wrap="square" rtlCol="0">
              <a:spAutoFit/>
            </a:bodyPr>
            <a:lstStyle/>
            <a:p>
              <a:r>
                <a:rPr lang="fr-FR" sz="1100" spc="300" dirty="0">
                  <a:solidFill>
                    <a:schemeClr val="bg1"/>
                  </a:solidFill>
                  <a:latin typeface="Oswald" pitchFamily="2" charset="0"/>
                </a:rPr>
                <a:t>setTelephone():void</a:t>
              </a:r>
            </a:p>
          </p:txBody>
        </p:sp>
        <p:sp>
          <p:nvSpPr>
            <p:cNvPr id="149" name="TextBox 148">
              <a:extLst>
                <a:ext uri="{FF2B5EF4-FFF2-40B4-BE49-F238E27FC236}">
                  <a16:creationId xmlns:a16="http://schemas.microsoft.com/office/drawing/2014/main" id="{B4C41A13-9EC4-064B-5ED2-18B97849DD39}"/>
                </a:ext>
              </a:extLst>
            </p:cNvPr>
            <p:cNvSpPr txBox="1"/>
            <p:nvPr/>
          </p:nvSpPr>
          <p:spPr>
            <a:xfrm>
              <a:off x="622512" y="4638431"/>
              <a:ext cx="2268000" cy="252000"/>
            </a:xfrm>
            <a:prstGeom prst="rect">
              <a:avLst/>
            </a:prstGeom>
            <a:noFill/>
          </p:spPr>
          <p:txBody>
            <a:bodyPr wrap="square" rtlCol="0">
              <a:spAutoFit/>
            </a:bodyPr>
            <a:lstStyle/>
            <a:p>
              <a:r>
                <a:rPr lang="fr-FR" sz="1100" spc="300" dirty="0">
                  <a:solidFill>
                    <a:schemeClr val="bg1"/>
                  </a:solidFill>
                  <a:latin typeface="Oswald" pitchFamily="2" charset="0"/>
                </a:rPr>
                <a:t>setDate_nais():void</a:t>
              </a:r>
            </a:p>
          </p:txBody>
        </p:sp>
      </p:grpSp>
      <p:grpSp>
        <p:nvGrpSpPr>
          <p:cNvPr id="36" name="Group 35">
            <a:extLst>
              <a:ext uri="{FF2B5EF4-FFF2-40B4-BE49-F238E27FC236}">
                <a16:creationId xmlns:a16="http://schemas.microsoft.com/office/drawing/2014/main" id="{723D0E3B-D465-3410-443A-883986027C1E}"/>
              </a:ext>
            </a:extLst>
          </p:cNvPr>
          <p:cNvGrpSpPr/>
          <p:nvPr/>
        </p:nvGrpSpPr>
        <p:grpSpPr>
          <a:xfrm>
            <a:off x="5098778" y="1267733"/>
            <a:ext cx="2381760" cy="2592000"/>
            <a:chOff x="5088145" y="1267733"/>
            <a:chExt cx="2381760" cy="2592000"/>
          </a:xfrm>
        </p:grpSpPr>
        <p:sp>
          <p:nvSpPr>
            <p:cNvPr id="152" name="Rectangle 151">
              <a:extLst>
                <a:ext uri="{FF2B5EF4-FFF2-40B4-BE49-F238E27FC236}">
                  <a16:creationId xmlns:a16="http://schemas.microsoft.com/office/drawing/2014/main" id="{D3445478-5399-3418-6924-D3166D5AFF0C}"/>
                </a:ext>
              </a:extLst>
            </p:cNvPr>
            <p:cNvSpPr/>
            <p:nvPr/>
          </p:nvSpPr>
          <p:spPr>
            <a:xfrm>
              <a:off x="5088145" y="1267733"/>
              <a:ext cx="2380114" cy="2592000"/>
            </a:xfrm>
            <a:prstGeom prst="rect">
              <a:avLst/>
            </a:prstGeom>
            <a:solidFill>
              <a:srgbClr val="C9ADA7"/>
            </a:solidFill>
            <a:ln>
              <a:solidFill>
                <a:srgbClr val="FFEE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TextBox 152">
              <a:extLst>
                <a:ext uri="{FF2B5EF4-FFF2-40B4-BE49-F238E27FC236}">
                  <a16:creationId xmlns:a16="http://schemas.microsoft.com/office/drawing/2014/main" id="{22F04A00-DEB3-7354-A36E-C152A79EADC9}"/>
                </a:ext>
              </a:extLst>
            </p:cNvPr>
            <p:cNvSpPr txBox="1"/>
            <p:nvPr/>
          </p:nvSpPr>
          <p:spPr>
            <a:xfrm>
              <a:off x="5580179" y="1284549"/>
              <a:ext cx="1396047" cy="276528"/>
            </a:xfrm>
            <a:prstGeom prst="rect">
              <a:avLst/>
            </a:prstGeom>
            <a:noFill/>
          </p:spPr>
          <p:txBody>
            <a:bodyPr wrap="square" rtlCol="0">
              <a:spAutoFit/>
            </a:bodyPr>
            <a:lstStyle/>
            <a:p>
              <a:pPr algn="ctr"/>
              <a:r>
                <a:rPr lang="fr-FR" sz="1300" spc="300" dirty="0">
                  <a:solidFill>
                    <a:schemeClr val="bg1"/>
                  </a:solidFill>
                  <a:latin typeface="Oswald" pitchFamily="2" charset="0"/>
                </a:rPr>
                <a:t>Voyage</a:t>
              </a:r>
            </a:p>
          </p:txBody>
        </p:sp>
        <p:cxnSp>
          <p:nvCxnSpPr>
            <p:cNvPr id="154" name="Straight Connector 153">
              <a:extLst>
                <a:ext uri="{FF2B5EF4-FFF2-40B4-BE49-F238E27FC236}">
                  <a16:creationId xmlns:a16="http://schemas.microsoft.com/office/drawing/2014/main" id="{706C42D3-AB87-CFF6-BC47-9F24367F3663}"/>
                </a:ext>
              </a:extLst>
            </p:cNvPr>
            <p:cNvCxnSpPr/>
            <p:nvPr/>
          </p:nvCxnSpPr>
          <p:spPr>
            <a:xfrm>
              <a:off x="5088145" y="1573611"/>
              <a:ext cx="2380114"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442C66C6-FD2E-AF9D-9953-240E632F2A06}"/>
                </a:ext>
              </a:extLst>
            </p:cNvPr>
            <p:cNvSpPr txBox="1"/>
            <p:nvPr/>
          </p:nvSpPr>
          <p:spPr>
            <a:xfrm>
              <a:off x="5098261" y="1530383"/>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156" name="TextBox 155">
              <a:extLst>
                <a:ext uri="{FF2B5EF4-FFF2-40B4-BE49-F238E27FC236}">
                  <a16:creationId xmlns:a16="http://schemas.microsoft.com/office/drawing/2014/main" id="{4619B562-893B-8174-083B-D2A91EC1B583}"/>
                </a:ext>
              </a:extLst>
            </p:cNvPr>
            <p:cNvSpPr txBox="1"/>
            <p:nvPr/>
          </p:nvSpPr>
          <p:spPr>
            <a:xfrm>
              <a:off x="5098261" y="1806067"/>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157" name="TextBox 156">
              <a:extLst>
                <a:ext uri="{FF2B5EF4-FFF2-40B4-BE49-F238E27FC236}">
                  <a16:creationId xmlns:a16="http://schemas.microsoft.com/office/drawing/2014/main" id="{1953CDC3-7151-91BA-B062-A18C10CEBB7E}"/>
                </a:ext>
              </a:extLst>
            </p:cNvPr>
            <p:cNvSpPr txBox="1"/>
            <p:nvPr/>
          </p:nvSpPr>
          <p:spPr>
            <a:xfrm>
              <a:off x="5098261" y="2081435"/>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58" name="TextBox 157">
              <a:extLst>
                <a:ext uri="{FF2B5EF4-FFF2-40B4-BE49-F238E27FC236}">
                  <a16:creationId xmlns:a16="http://schemas.microsoft.com/office/drawing/2014/main" id="{143E8844-80A6-15FB-307B-97609AE68956}"/>
                </a:ext>
              </a:extLst>
            </p:cNvPr>
            <p:cNvSpPr txBox="1"/>
            <p:nvPr/>
          </p:nvSpPr>
          <p:spPr>
            <a:xfrm>
              <a:off x="5098261" y="2292989"/>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59" name="TextBox 158">
              <a:extLst>
                <a:ext uri="{FF2B5EF4-FFF2-40B4-BE49-F238E27FC236}">
                  <a16:creationId xmlns:a16="http://schemas.microsoft.com/office/drawing/2014/main" id="{E457882D-9431-2FBF-F856-01D7736156E2}"/>
                </a:ext>
              </a:extLst>
            </p:cNvPr>
            <p:cNvSpPr txBox="1"/>
            <p:nvPr/>
          </p:nvSpPr>
          <p:spPr>
            <a:xfrm>
              <a:off x="5098261" y="2542915"/>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60" name="TextBox 159">
              <a:extLst>
                <a:ext uri="{FF2B5EF4-FFF2-40B4-BE49-F238E27FC236}">
                  <a16:creationId xmlns:a16="http://schemas.microsoft.com/office/drawing/2014/main" id="{24754682-EB74-D1A5-293B-C1E856271A51}"/>
                </a:ext>
              </a:extLst>
            </p:cNvPr>
            <p:cNvSpPr txBox="1"/>
            <p:nvPr/>
          </p:nvSpPr>
          <p:spPr>
            <a:xfrm>
              <a:off x="5098261" y="2790981"/>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cxnSp>
          <p:nvCxnSpPr>
            <p:cNvPr id="161" name="Straight Connector 160">
              <a:extLst>
                <a:ext uri="{FF2B5EF4-FFF2-40B4-BE49-F238E27FC236}">
                  <a16:creationId xmlns:a16="http://schemas.microsoft.com/office/drawing/2014/main" id="{1C6DD412-8FD1-66CF-BA58-4A57C1605C7D}"/>
                </a:ext>
              </a:extLst>
            </p:cNvPr>
            <p:cNvCxnSpPr/>
            <p:nvPr/>
          </p:nvCxnSpPr>
          <p:spPr>
            <a:xfrm>
              <a:off x="5089791" y="3555700"/>
              <a:ext cx="2380114"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52F5A827-D818-6F8C-DB79-9293782A2B63}"/>
                </a:ext>
              </a:extLst>
            </p:cNvPr>
            <p:cNvSpPr txBox="1"/>
            <p:nvPr/>
          </p:nvSpPr>
          <p:spPr>
            <a:xfrm>
              <a:off x="5098261" y="3021981"/>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63" name="TextBox 162">
              <a:extLst>
                <a:ext uri="{FF2B5EF4-FFF2-40B4-BE49-F238E27FC236}">
                  <a16:creationId xmlns:a16="http://schemas.microsoft.com/office/drawing/2014/main" id="{ACFBC1F9-CE16-2552-D1D7-A5CD8D1AB330}"/>
                </a:ext>
              </a:extLst>
            </p:cNvPr>
            <p:cNvSpPr txBox="1"/>
            <p:nvPr/>
          </p:nvSpPr>
          <p:spPr>
            <a:xfrm>
              <a:off x="5098261" y="3240013"/>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64" name="TextBox 163">
              <a:extLst>
                <a:ext uri="{FF2B5EF4-FFF2-40B4-BE49-F238E27FC236}">
                  <a16:creationId xmlns:a16="http://schemas.microsoft.com/office/drawing/2014/main" id="{D3932322-A1FA-A349-CD4F-2FBFEAF95952}"/>
                </a:ext>
              </a:extLst>
            </p:cNvPr>
            <p:cNvSpPr txBox="1"/>
            <p:nvPr/>
          </p:nvSpPr>
          <p:spPr>
            <a:xfrm>
              <a:off x="5098261" y="3557946"/>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71" name="TextBox 170">
              <a:extLst>
                <a:ext uri="{FF2B5EF4-FFF2-40B4-BE49-F238E27FC236}">
                  <a16:creationId xmlns:a16="http://schemas.microsoft.com/office/drawing/2014/main" id="{73B4C298-A3D4-0679-0270-1C0A06BC7544}"/>
                </a:ext>
              </a:extLst>
            </p:cNvPr>
            <p:cNvSpPr txBox="1"/>
            <p:nvPr/>
          </p:nvSpPr>
          <p:spPr>
            <a:xfrm>
              <a:off x="5231525" y="1610718"/>
              <a:ext cx="1577184" cy="247259"/>
            </a:xfrm>
            <a:prstGeom prst="rect">
              <a:avLst/>
            </a:prstGeom>
            <a:noFill/>
          </p:spPr>
          <p:txBody>
            <a:bodyPr wrap="square" rtlCol="0">
              <a:spAutoFit/>
            </a:bodyPr>
            <a:lstStyle/>
            <a:p>
              <a:r>
                <a:rPr lang="fr-FR" sz="1100" spc="300" dirty="0">
                  <a:solidFill>
                    <a:schemeClr val="bg1"/>
                  </a:solidFill>
                  <a:latin typeface="Oswald" pitchFamily="2" charset="0"/>
                </a:rPr>
                <a:t>Id_voyage:int</a:t>
              </a:r>
            </a:p>
          </p:txBody>
        </p:sp>
        <p:sp>
          <p:nvSpPr>
            <p:cNvPr id="172" name="TextBox 171">
              <a:extLst>
                <a:ext uri="{FF2B5EF4-FFF2-40B4-BE49-F238E27FC236}">
                  <a16:creationId xmlns:a16="http://schemas.microsoft.com/office/drawing/2014/main" id="{EC5F45D1-B38D-96B1-4DE2-F0201E70840E}"/>
                </a:ext>
              </a:extLst>
            </p:cNvPr>
            <p:cNvSpPr txBox="1"/>
            <p:nvPr/>
          </p:nvSpPr>
          <p:spPr>
            <a:xfrm>
              <a:off x="5231525" y="1846106"/>
              <a:ext cx="1871382" cy="238176"/>
            </a:xfrm>
            <a:prstGeom prst="rect">
              <a:avLst/>
            </a:prstGeom>
            <a:noFill/>
          </p:spPr>
          <p:txBody>
            <a:bodyPr wrap="square" rtlCol="0">
              <a:spAutoFit/>
            </a:bodyPr>
            <a:lstStyle/>
            <a:p>
              <a:r>
                <a:rPr lang="fr-FR" sz="1100" spc="300" dirty="0">
                  <a:solidFill>
                    <a:schemeClr val="bg1"/>
                  </a:solidFill>
                  <a:latin typeface="Oswald" pitchFamily="2" charset="0"/>
                </a:rPr>
                <a:t>LieuDepart:String</a:t>
              </a:r>
            </a:p>
          </p:txBody>
        </p:sp>
        <p:sp>
          <p:nvSpPr>
            <p:cNvPr id="173" name="TextBox 172">
              <a:extLst>
                <a:ext uri="{FF2B5EF4-FFF2-40B4-BE49-F238E27FC236}">
                  <a16:creationId xmlns:a16="http://schemas.microsoft.com/office/drawing/2014/main" id="{C7F76849-4BD3-A507-B498-B2C454B46F36}"/>
                </a:ext>
              </a:extLst>
            </p:cNvPr>
            <p:cNvSpPr txBox="1"/>
            <p:nvPr/>
          </p:nvSpPr>
          <p:spPr>
            <a:xfrm>
              <a:off x="5231524" y="2085996"/>
              <a:ext cx="1871382" cy="238176"/>
            </a:xfrm>
            <a:prstGeom prst="rect">
              <a:avLst/>
            </a:prstGeom>
            <a:noFill/>
          </p:spPr>
          <p:txBody>
            <a:bodyPr wrap="square" rtlCol="0">
              <a:spAutoFit/>
            </a:bodyPr>
            <a:lstStyle/>
            <a:p>
              <a:r>
                <a:rPr lang="fr-FR" sz="1100" spc="300" dirty="0">
                  <a:solidFill>
                    <a:schemeClr val="bg1"/>
                  </a:solidFill>
                  <a:latin typeface="Oswald" pitchFamily="2" charset="0"/>
                </a:rPr>
                <a:t>Destination:String</a:t>
              </a:r>
            </a:p>
          </p:txBody>
        </p:sp>
        <p:sp>
          <p:nvSpPr>
            <p:cNvPr id="174" name="TextBox 173">
              <a:extLst>
                <a:ext uri="{FF2B5EF4-FFF2-40B4-BE49-F238E27FC236}">
                  <a16:creationId xmlns:a16="http://schemas.microsoft.com/office/drawing/2014/main" id="{5612954C-5A50-0B36-094A-DB759A63725B}"/>
                </a:ext>
              </a:extLst>
            </p:cNvPr>
            <p:cNvSpPr txBox="1"/>
            <p:nvPr/>
          </p:nvSpPr>
          <p:spPr>
            <a:xfrm>
              <a:off x="5231525" y="2322146"/>
              <a:ext cx="1720564" cy="247259"/>
            </a:xfrm>
            <a:prstGeom prst="rect">
              <a:avLst/>
            </a:prstGeom>
            <a:noFill/>
          </p:spPr>
          <p:txBody>
            <a:bodyPr wrap="square" rtlCol="0">
              <a:spAutoFit/>
            </a:bodyPr>
            <a:lstStyle/>
            <a:p>
              <a:r>
                <a:rPr lang="fr-FR" sz="1100" spc="300" dirty="0">
                  <a:solidFill>
                    <a:schemeClr val="bg1"/>
                  </a:solidFill>
                  <a:latin typeface="Oswald" pitchFamily="2" charset="0"/>
                </a:rPr>
                <a:t>date:Date</a:t>
              </a:r>
            </a:p>
          </p:txBody>
        </p:sp>
        <p:sp>
          <p:nvSpPr>
            <p:cNvPr id="175" name="TextBox 174">
              <a:extLst>
                <a:ext uri="{FF2B5EF4-FFF2-40B4-BE49-F238E27FC236}">
                  <a16:creationId xmlns:a16="http://schemas.microsoft.com/office/drawing/2014/main" id="{F1851FD0-FC5F-BEC0-C4FD-9F4517B0738A}"/>
                </a:ext>
              </a:extLst>
            </p:cNvPr>
            <p:cNvSpPr txBox="1"/>
            <p:nvPr/>
          </p:nvSpPr>
          <p:spPr>
            <a:xfrm>
              <a:off x="5231525" y="2557617"/>
              <a:ext cx="1577184" cy="247259"/>
            </a:xfrm>
            <a:prstGeom prst="rect">
              <a:avLst/>
            </a:prstGeom>
            <a:noFill/>
          </p:spPr>
          <p:txBody>
            <a:bodyPr wrap="square" rtlCol="0">
              <a:spAutoFit/>
            </a:bodyPr>
            <a:lstStyle/>
            <a:p>
              <a:r>
                <a:rPr lang="fr-FR" sz="1100" spc="300" dirty="0">
                  <a:solidFill>
                    <a:schemeClr val="bg1"/>
                  </a:solidFill>
                  <a:latin typeface="Oswald" pitchFamily="2" charset="0"/>
                </a:rPr>
                <a:t>Duree:Date</a:t>
              </a:r>
            </a:p>
          </p:txBody>
        </p:sp>
        <p:sp>
          <p:nvSpPr>
            <p:cNvPr id="176" name="TextBox 175">
              <a:extLst>
                <a:ext uri="{FF2B5EF4-FFF2-40B4-BE49-F238E27FC236}">
                  <a16:creationId xmlns:a16="http://schemas.microsoft.com/office/drawing/2014/main" id="{455A5C3D-313D-12D2-09B5-A19757B3022A}"/>
                </a:ext>
              </a:extLst>
            </p:cNvPr>
            <p:cNvSpPr txBox="1"/>
            <p:nvPr/>
          </p:nvSpPr>
          <p:spPr>
            <a:xfrm>
              <a:off x="5231525" y="2809441"/>
              <a:ext cx="1691888" cy="247259"/>
            </a:xfrm>
            <a:prstGeom prst="rect">
              <a:avLst/>
            </a:prstGeom>
            <a:noFill/>
          </p:spPr>
          <p:txBody>
            <a:bodyPr wrap="square" rtlCol="0">
              <a:spAutoFit/>
            </a:bodyPr>
            <a:lstStyle/>
            <a:p>
              <a:r>
                <a:rPr lang="fr-FR" sz="1100" spc="300" dirty="0">
                  <a:solidFill>
                    <a:schemeClr val="bg1"/>
                  </a:solidFill>
                  <a:latin typeface="Oswald" pitchFamily="2" charset="0"/>
                </a:rPr>
                <a:t>SiegeDisp:int</a:t>
              </a:r>
            </a:p>
          </p:txBody>
        </p:sp>
        <p:sp>
          <p:nvSpPr>
            <p:cNvPr id="177" name="TextBox 176">
              <a:extLst>
                <a:ext uri="{FF2B5EF4-FFF2-40B4-BE49-F238E27FC236}">
                  <a16:creationId xmlns:a16="http://schemas.microsoft.com/office/drawing/2014/main" id="{9F56BD7D-043D-45EB-6515-D7987B714421}"/>
                </a:ext>
              </a:extLst>
            </p:cNvPr>
            <p:cNvSpPr txBox="1"/>
            <p:nvPr/>
          </p:nvSpPr>
          <p:spPr>
            <a:xfrm>
              <a:off x="5231490" y="3045313"/>
              <a:ext cx="1577184" cy="247259"/>
            </a:xfrm>
            <a:prstGeom prst="rect">
              <a:avLst/>
            </a:prstGeom>
            <a:noFill/>
          </p:spPr>
          <p:txBody>
            <a:bodyPr wrap="square" rtlCol="0">
              <a:spAutoFit/>
            </a:bodyPr>
            <a:lstStyle/>
            <a:p>
              <a:r>
                <a:rPr lang="fr-FR" sz="1100" spc="300" dirty="0">
                  <a:solidFill>
                    <a:schemeClr val="bg1"/>
                  </a:solidFill>
                  <a:latin typeface="Oswald" pitchFamily="2" charset="0"/>
                </a:rPr>
                <a:t>Prix:float</a:t>
              </a:r>
            </a:p>
          </p:txBody>
        </p:sp>
        <p:sp>
          <p:nvSpPr>
            <p:cNvPr id="178" name="TextBox 177">
              <a:extLst>
                <a:ext uri="{FF2B5EF4-FFF2-40B4-BE49-F238E27FC236}">
                  <a16:creationId xmlns:a16="http://schemas.microsoft.com/office/drawing/2014/main" id="{F730D560-C5DC-FF90-F7D2-8E2D20037B19}"/>
                </a:ext>
              </a:extLst>
            </p:cNvPr>
            <p:cNvSpPr txBox="1"/>
            <p:nvPr/>
          </p:nvSpPr>
          <p:spPr>
            <a:xfrm>
              <a:off x="5233940" y="3283501"/>
              <a:ext cx="1577184" cy="247259"/>
            </a:xfrm>
            <a:prstGeom prst="rect">
              <a:avLst/>
            </a:prstGeom>
            <a:noFill/>
          </p:spPr>
          <p:txBody>
            <a:bodyPr wrap="square" rtlCol="0">
              <a:spAutoFit/>
            </a:bodyPr>
            <a:lstStyle/>
            <a:p>
              <a:r>
                <a:rPr lang="fr-FR" sz="1100" spc="300" dirty="0">
                  <a:solidFill>
                    <a:schemeClr val="bg1"/>
                  </a:solidFill>
                  <a:latin typeface="Oswald" pitchFamily="2" charset="0"/>
                </a:rPr>
                <a:t>NumTrans:int</a:t>
              </a:r>
            </a:p>
          </p:txBody>
        </p:sp>
        <p:sp>
          <p:nvSpPr>
            <p:cNvPr id="179" name="TextBox 178">
              <a:extLst>
                <a:ext uri="{FF2B5EF4-FFF2-40B4-BE49-F238E27FC236}">
                  <a16:creationId xmlns:a16="http://schemas.microsoft.com/office/drawing/2014/main" id="{3D0798A0-D35D-191F-8D67-A9D26FC47283}"/>
                </a:ext>
              </a:extLst>
            </p:cNvPr>
            <p:cNvSpPr txBox="1"/>
            <p:nvPr/>
          </p:nvSpPr>
          <p:spPr>
            <a:xfrm>
              <a:off x="5231524" y="3573189"/>
              <a:ext cx="2088000" cy="247259"/>
            </a:xfrm>
            <a:prstGeom prst="rect">
              <a:avLst/>
            </a:prstGeom>
            <a:noFill/>
          </p:spPr>
          <p:txBody>
            <a:bodyPr wrap="square" rtlCol="0">
              <a:spAutoFit/>
            </a:bodyPr>
            <a:lstStyle/>
            <a:p>
              <a:r>
                <a:rPr lang="fr-FR" sz="1100" spc="300" dirty="0">
                  <a:solidFill>
                    <a:schemeClr val="bg1"/>
                  </a:solidFill>
                  <a:latin typeface="Oswald" pitchFamily="2" charset="0"/>
                </a:rPr>
                <a:t>Select_voyage():void</a:t>
              </a:r>
            </a:p>
          </p:txBody>
        </p:sp>
      </p:grpSp>
      <p:grpSp>
        <p:nvGrpSpPr>
          <p:cNvPr id="4" name="Group 3">
            <a:extLst>
              <a:ext uri="{FF2B5EF4-FFF2-40B4-BE49-F238E27FC236}">
                <a16:creationId xmlns:a16="http://schemas.microsoft.com/office/drawing/2014/main" id="{B471D935-8499-96F3-1A0B-83A8490A56AC}"/>
              </a:ext>
            </a:extLst>
          </p:cNvPr>
          <p:cNvGrpSpPr/>
          <p:nvPr/>
        </p:nvGrpSpPr>
        <p:grpSpPr>
          <a:xfrm>
            <a:off x="9393749" y="2305351"/>
            <a:ext cx="2372150" cy="2247299"/>
            <a:chOff x="9072550" y="3796135"/>
            <a:chExt cx="2372150" cy="2247299"/>
          </a:xfrm>
        </p:grpSpPr>
        <p:sp>
          <p:nvSpPr>
            <p:cNvPr id="194" name="Rectangle 193">
              <a:extLst>
                <a:ext uri="{FF2B5EF4-FFF2-40B4-BE49-F238E27FC236}">
                  <a16:creationId xmlns:a16="http://schemas.microsoft.com/office/drawing/2014/main" id="{1C792401-B915-104B-14D4-F6745B72D05D}"/>
                </a:ext>
              </a:extLst>
            </p:cNvPr>
            <p:cNvSpPr/>
            <p:nvPr/>
          </p:nvSpPr>
          <p:spPr>
            <a:xfrm>
              <a:off x="9072550" y="3796135"/>
              <a:ext cx="2370511" cy="2247299"/>
            </a:xfrm>
            <a:prstGeom prst="rect">
              <a:avLst/>
            </a:prstGeom>
            <a:solidFill>
              <a:srgbClr val="C9ADA7"/>
            </a:solidFill>
            <a:ln>
              <a:solidFill>
                <a:srgbClr val="FFEE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5" name="TextBox 194">
              <a:extLst>
                <a:ext uri="{FF2B5EF4-FFF2-40B4-BE49-F238E27FC236}">
                  <a16:creationId xmlns:a16="http://schemas.microsoft.com/office/drawing/2014/main" id="{DF9CF798-6573-0661-3FD6-0F909EEB4B5D}"/>
                </a:ext>
              </a:extLst>
            </p:cNvPr>
            <p:cNvSpPr txBox="1"/>
            <p:nvPr/>
          </p:nvSpPr>
          <p:spPr>
            <a:xfrm>
              <a:off x="9562598" y="3813984"/>
              <a:ext cx="1390414" cy="293531"/>
            </a:xfrm>
            <a:prstGeom prst="rect">
              <a:avLst/>
            </a:prstGeom>
            <a:noFill/>
          </p:spPr>
          <p:txBody>
            <a:bodyPr wrap="square" rtlCol="0">
              <a:spAutoFit/>
            </a:bodyPr>
            <a:lstStyle/>
            <a:p>
              <a:pPr algn="ctr"/>
              <a:r>
                <a:rPr lang="fr-FR" sz="1300" spc="300" dirty="0">
                  <a:solidFill>
                    <a:schemeClr val="bg1"/>
                  </a:solidFill>
                  <a:latin typeface="Oswald" pitchFamily="2" charset="0"/>
                </a:rPr>
                <a:t>Reservation</a:t>
              </a:r>
            </a:p>
          </p:txBody>
        </p:sp>
        <p:cxnSp>
          <p:nvCxnSpPr>
            <p:cNvPr id="196" name="Straight Connector 195">
              <a:extLst>
                <a:ext uri="{FF2B5EF4-FFF2-40B4-BE49-F238E27FC236}">
                  <a16:creationId xmlns:a16="http://schemas.microsoft.com/office/drawing/2014/main" id="{BC708B69-BC05-E708-93F2-86140F17F4CC}"/>
                </a:ext>
              </a:extLst>
            </p:cNvPr>
            <p:cNvCxnSpPr/>
            <p:nvPr/>
          </p:nvCxnSpPr>
          <p:spPr>
            <a:xfrm>
              <a:off x="9072550" y="4120819"/>
              <a:ext cx="237051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E42B469E-B54A-D66B-5332-099EDA81D080}"/>
                </a:ext>
              </a:extLst>
            </p:cNvPr>
            <p:cNvSpPr txBox="1"/>
            <p:nvPr/>
          </p:nvSpPr>
          <p:spPr>
            <a:xfrm>
              <a:off x="9082625" y="4076273"/>
              <a:ext cx="199923" cy="280912"/>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198" name="TextBox 197">
              <a:extLst>
                <a:ext uri="{FF2B5EF4-FFF2-40B4-BE49-F238E27FC236}">
                  <a16:creationId xmlns:a16="http://schemas.microsoft.com/office/drawing/2014/main" id="{4007035D-D254-2AB1-1408-80F8AB125052}"/>
                </a:ext>
              </a:extLst>
            </p:cNvPr>
            <p:cNvSpPr txBox="1"/>
            <p:nvPr/>
          </p:nvSpPr>
          <p:spPr>
            <a:xfrm>
              <a:off x="9082625" y="4345797"/>
              <a:ext cx="199923" cy="280912"/>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199" name="TextBox 198">
              <a:extLst>
                <a:ext uri="{FF2B5EF4-FFF2-40B4-BE49-F238E27FC236}">
                  <a16:creationId xmlns:a16="http://schemas.microsoft.com/office/drawing/2014/main" id="{1D6480BB-593E-CCFC-7787-E568363F2C14}"/>
                </a:ext>
              </a:extLst>
            </p:cNvPr>
            <p:cNvSpPr txBox="1"/>
            <p:nvPr/>
          </p:nvSpPr>
          <p:spPr>
            <a:xfrm>
              <a:off x="9082625" y="4638097"/>
              <a:ext cx="199923" cy="293531"/>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200" name="TextBox 199">
              <a:extLst>
                <a:ext uri="{FF2B5EF4-FFF2-40B4-BE49-F238E27FC236}">
                  <a16:creationId xmlns:a16="http://schemas.microsoft.com/office/drawing/2014/main" id="{A7BAC008-81ED-7A5F-20FB-5719768C60E6}"/>
                </a:ext>
              </a:extLst>
            </p:cNvPr>
            <p:cNvSpPr txBox="1"/>
            <p:nvPr/>
          </p:nvSpPr>
          <p:spPr>
            <a:xfrm>
              <a:off x="9082625" y="4884431"/>
              <a:ext cx="199923" cy="28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201" name="TextBox 200">
              <a:extLst>
                <a:ext uri="{FF2B5EF4-FFF2-40B4-BE49-F238E27FC236}">
                  <a16:creationId xmlns:a16="http://schemas.microsoft.com/office/drawing/2014/main" id="{5D44E0B7-8A75-8810-7186-A00669E5A4BB}"/>
                </a:ext>
              </a:extLst>
            </p:cNvPr>
            <p:cNvSpPr txBox="1"/>
            <p:nvPr/>
          </p:nvSpPr>
          <p:spPr>
            <a:xfrm>
              <a:off x="9082625" y="5149725"/>
              <a:ext cx="199923" cy="28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202" name="TextBox 201">
              <a:extLst>
                <a:ext uri="{FF2B5EF4-FFF2-40B4-BE49-F238E27FC236}">
                  <a16:creationId xmlns:a16="http://schemas.microsoft.com/office/drawing/2014/main" id="{810E94E1-7AF8-3A08-B77B-B7872A9A7CDF}"/>
                </a:ext>
              </a:extLst>
            </p:cNvPr>
            <p:cNvSpPr txBox="1"/>
            <p:nvPr/>
          </p:nvSpPr>
          <p:spPr>
            <a:xfrm>
              <a:off x="9082625" y="5413044"/>
              <a:ext cx="199923" cy="28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cxnSp>
          <p:nvCxnSpPr>
            <p:cNvPr id="203" name="Straight Connector 202">
              <a:extLst>
                <a:ext uri="{FF2B5EF4-FFF2-40B4-BE49-F238E27FC236}">
                  <a16:creationId xmlns:a16="http://schemas.microsoft.com/office/drawing/2014/main" id="{605815D5-4AB6-42F6-C3F3-260AFBED59DA}"/>
                </a:ext>
              </a:extLst>
            </p:cNvPr>
            <p:cNvCxnSpPr/>
            <p:nvPr/>
          </p:nvCxnSpPr>
          <p:spPr>
            <a:xfrm>
              <a:off x="9074190" y="5943545"/>
              <a:ext cx="237051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204" name="TextBox 203">
              <a:extLst>
                <a:ext uri="{FF2B5EF4-FFF2-40B4-BE49-F238E27FC236}">
                  <a16:creationId xmlns:a16="http://schemas.microsoft.com/office/drawing/2014/main" id="{33452944-7F21-8B33-7788-E917A9DB4745}"/>
                </a:ext>
              </a:extLst>
            </p:cNvPr>
            <p:cNvSpPr txBox="1"/>
            <p:nvPr/>
          </p:nvSpPr>
          <p:spPr>
            <a:xfrm>
              <a:off x="9082625" y="5658249"/>
              <a:ext cx="199923" cy="280912"/>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209" name="TextBox 208">
              <a:extLst>
                <a:ext uri="{FF2B5EF4-FFF2-40B4-BE49-F238E27FC236}">
                  <a16:creationId xmlns:a16="http://schemas.microsoft.com/office/drawing/2014/main" id="{BC63C579-BAA5-CC65-12C6-5F461D3865FF}"/>
                </a:ext>
              </a:extLst>
            </p:cNvPr>
            <p:cNvSpPr txBox="1"/>
            <p:nvPr/>
          </p:nvSpPr>
          <p:spPr>
            <a:xfrm>
              <a:off x="9215352" y="4160208"/>
              <a:ext cx="1570820" cy="261610"/>
            </a:xfrm>
            <a:prstGeom prst="rect">
              <a:avLst/>
            </a:prstGeom>
            <a:noFill/>
          </p:spPr>
          <p:txBody>
            <a:bodyPr wrap="square" rtlCol="0">
              <a:spAutoFit/>
            </a:bodyPr>
            <a:lstStyle/>
            <a:p>
              <a:r>
                <a:rPr lang="fr-FR" sz="1100" spc="300" dirty="0">
                  <a:solidFill>
                    <a:schemeClr val="bg1"/>
                  </a:solidFill>
                  <a:latin typeface="Oswald" pitchFamily="2" charset="0"/>
                </a:rPr>
                <a:t>Id_res:int</a:t>
              </a:r>
            </a:p>
          </p:txBody>
        </p:sp>
        <p:sp>
          <p:nvSpPr>
            <p:cNvPr id="214" name="TextBox 213">
              <a:extLst>
                <a:ext uri="{FF2B5EF4-FFF2-40B4-BE49-F238E27FC236}">
                  <a16:creationId xmlns:a16="http://schemas.microsoft.com/office/drawing/2014/main" id="{F0D15EFC-95A4-D0A7-AD5C-795E38A71E6C}"/>
                </a:ext>
              </a:extLst>
            </p:cNvPr>
            <p:cNvSpPr txBox="1"/>
            <p:nvPr/>
          </p:nvSpPr>
          <p:spPr>
            <a:xfrm>
              <a:off x="9215352" y="4410070"/>
              <a:ext cx="1570820" cy="261610"/>
            </a:xfrm>
            <a:prstGeom prst="rect">
              <a:avLst/>
            </a:prstGeom>
            <a:noFill/>
          </p:spPr>
          <p:txBody>
            <a:bodyPr wrap="square" rtlCol="0">
              <a:spAutoFit/>
            </a:bodyPr>
            <a:lstStyle/>
            <a:p>
              <a:r>
                <a:rPr lang="fr-FR" sz="1100" spc="300" dirty="0">
                  <a:solidFill>
                    <a:schemeClr val="bg1"/>
                  </a:solidFill>
                  <a:latin typeface="Oswald" pitchFamily="2" charset="0"/>
                </a:rPr>
                <a:t>Id_voyage:int</a:t>
              </a:r>
            </a:p>
          </p:txBody>
        </p:sp>
        <p:sp>
          <p:nvSpPr>
            <p:cNvPr id="217" name="TextBox 216">
              <a:extLst>
                <a:ext uri="{FF2B5EF4-FFF2-40B4-BE49-F238E27FC236}">
                  <a16:creationId xmlns:a16="http://schemas.microsoft.com/office/drawing/2014/main" id="{71BCE612-3229-22FB-4437-4705B1F9A638}"/>
                </a:ext>
              </a:extLst>
            </p:cNvPr>
            <p:cNvSpPr txBox="1"/>
            <p:nvPr/>
          </p:nvSpPr>
          <p:spPr>
            <a:xfrm>
              <a:off x="9215352" y="4664711"/>
              <a:ext cx="1656501" cy="261610"/>
            </a:xfrm>
            <a:prstGeom prst="rect">
              <a:avLst/>
            </a:prstGeom>
            <a:noFill/>
          </p:spPr>
          <p:txBody>
            <a:bodyPr wrap="square" rtlCol="0">
              <a:spAutoFit/>
            </a:bodyPr>
            <a:lstStyle/>
            <a:p>
              <a:r>
                <a:rPr lang="fr-FR" sz="1100" spc="300" dirty="0">
                  <a:solidFill>
                    <a:schemeClr val="bg1"/>
                  </a:solidFill>
                  <a:latin typeface="Oswald" pitchFamily="2" charset="0"/>
                </a:rPr>
                <a:t>Id_client:int</a:t>
              </a:r>
            </a:p>
          </p:txBody>
        </p:sp>
        <p:sp>
          <p:nvSpPr>
            <p:cNvPr id="220" name="TextBox 219">
              <a:extLst>
                <a:ext uri="{FF2B5EF4-FFF2-40B4-BE49-F238E27FC236}">
                  <a16:creationId xmlns:a16="http://schemas.microsoft.com/office/drawing/2014/main" id="{30A4695C-B032-AF63-D579-D01F8C7B3FEE}"/>
                </a:ext>
              </a:extLst>
            </p:cNvPr>
            <p:cNvSpPr txBox="1"/>
            <p:nvPr/>
          </p:nvSpPr>
          <p:spPr>
            <a:xfrm>
              <a:off x="9215352" y="4915382"/>
              <a:ext cx="1713622" cy="261610"/>
            </a:xfrm>
            <a:prstGeom prst="rect">
              <a:avLst/>
            </a:prstGeom>
            <a:noFill/>
          </p:spPr>
          <p:txBody>
            <a:bodyPr wrap="square" rtlCol="0">
              <a:spAutoFit/>
            </a:bodyPr>
            <a:lstStyle/>
            <a:p>
              <a:r>
                <a:rPr lang="fr-FR" sz="1100" spc="300" dirty="0">
                  <a:solidFill>
                    <a:schemeClr val="bg1"/>
                  </a:solidFill>
                  <a:latin typeface="Oswald" pitchFamily="2" charset="0"/>
                </a:rPr>
                <a:t>Date:Date</a:t>
              </a:r>
            </a:p>
          </p:txBody>
        </p:sp>
        <p:sp>
          <p:nvSpPr>
            <p:cNvPr id="221" name="TextBox 220">
              <a:extLst>
                <a:ext uri="{FF2B5EF4-FFF2-40B4-BE49-F238E27FC236}">
                  <a16:creationId xmlns:a16="http://schemas.microsoft.com/office/drawing/2014/main" id="{37073566-7459-9397-D9BB-7F1BC873759A}"/>
                </a:ext>
              </a:extLst>
            </p:cNvPr>
            <p:cNvSpPr txBox="1"/>
            <p:nvPr/>
          </p:nvSpPr>
          <p:spPr>
            <a:xfrm>
              <a:off x="9215352" y="5165331"/>
              <a:ext cx="1570820" cy="261610"/>
            </a:xfrm>
            <a:prstGeom prst="rect">
              <a:avLst/>
            </a:prstGeom>
            <a:noFill/>
          </p:spPr>
          <p:txBody>
            <a:bodyPr wrap="square" rtlCol="0">
              <a:spAutoFit/>
            </a:bodyPr>
            <a:lstStyle/>
            <a:p>
              <a:r>
                <a:rPr lang="fr-FR" sz="1100" spc="300" dirty="0">
                  <a:solidFill>
                    <a:schemeClr val="bg1"/>
                  </a:solidFill>
                  <a:latin typeface="Oswald" pitchFamily="2" charset="0"/>
                </a:rPr>
                <a:t>Passagers:int</a:t>
              </a:r>
            </a:p>
          </p:txBody>
        </p:sp>
        <p:sp>
          <p:nvSpPr>
            <p:cNvPr id="222" name="TextBox 221">
              <a:extLst>
                <a:ext uri="{FF2B5EF4-FFF2-40B4-BE49-F238E27FC236}">
                  <a16:creationId xmlns:a16="http://schemas.microsoft.com/office/drawing/2014/main" id="{4438D163-33E5-A345-B61C-2E712BC5020C}"/>
                </a:ext>
              </a:extLst>
            </p:cNvPr>
            <p:cNvSpPr txBox="1"/>
            <p:nvPr/>
          </p:nvSpPr>
          <p:spPr>
            <a:xfrm>
              <a:off x="9215351" y="5432639"/>
              <a:ext cx="1980000" cy="252000"/>
            </a:xfrm>
            <a:prstGeom prst="rect">
              <a:avLst/>
            </a:prstGeom>
            <a:noFill/>
          </p:spPr>
          <p:txBody>
            <a:bodyPr wrap="square" rtlCol="0">
              <a:spAutoFit/>
            </a:bodyPr>
            <a:lstStyle/>
            <a:p>
              <a:r>
                <a:rPr lang="fr-FR" sz="1100" spc="300" dirty="0">
                  <a:solidFill>
                    <a:schemeClr val="bg1"/>
                  </a:solidFill>
                  <a:latin typeface="Oswald" pitchFamily="2" charset="0"/>
                </a:rPr>
                <a:t>LieuDepart:String</a:t>
              </a:r>
            </a:p>
          </p:txBody>
        </p:sp>
        <p:sp>
          <p:nvSpPr>
            <p:cNvPr id="223" name="TextBox 222">
              <a:extLst>
                <a:ext uri="{FF2B5EF4-FFF2-40B4-BE49-F238E27FC236}">
                  <a16:creationId xmlns:a16="http://schemas.microsoft.com/office/drawing/2014/main" id="{0116DAD8-56CD-B144-AA72-76867EDF86A0}"/>
                </a:ext>
              </a:extLst>
            </p:cNvPr>
            <p:cNvSpPr txBox="1"/>
            <p:nvPr/>
          </p:nvSpPr>
          <p:spPr>
            <a:xfrm>
              <a:off x="9215316" y="5683015"/>
              <a:ext cx="2052000" cy="252000"/>
            </a:xfrm>
            <a:prstGeom prst="rect">
              <a:avLst/>
            </a:prstGeom>
            <a:noFill/>
          </p:spPr>
          <p:txBody>
            <a:bodyPr wrap="square" rtlCol="0">
              <a:spAutoFit/>
            </a:bodyPr>
            <a:lstStyle/>
            <a:p>
              <a:r>
                <a:rPr lang="fr-FR" sz="1100" spc="300" dirty="0">
                  <a:solidFill>
                    <a:schemeClr val="bg1"/>
                  </a:solidFill>
                  <a:latin typeface="Oswald" pitchFamily="2" charset="0"/>
                </a:rPr>
                <a:t>Destination:String</a:t>
              </a:r>
            </a:p>
          </p:txBody>
        </p:sp>
      </p:grpSp>
      <p:cxnSp>
        <p:nvCxnSpPr>
          <p:cNvPr id="228" name="Straight Connector 227">
            <a:extLst>
              <a:ext uri="{FF2B5EF4-FFF2-40B4-BE49-F238E27FC236}">
                <a16:creationId xmlns:a16="http://schemas.microsoft.com/office/drawing/2014/main" id="{DCD962FA-5692-AA59-FD14-43D6077A743D}"/>
              </a:ext>
            </a:extLst>
          </p:cNvPr>
          <p:cNvCxnSpPr>
            <a:cxnSpLocks/>
          </p:cNvCxnSpPr>
          <p:nvPr/>
        </p:nvCxnSpPr>
        <p:spPr>
          <a:xfrm>
            <a:off x="3085796" y="3038843"/>
            <a:ext cx="201600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9B80C776-3FB8-7E9D-E564-F627DB420FB3}"/>
              </a:ext>
            </a:extLst>
          </p:cNvPr>
          <p:cNvSpPr txBox="1"/>
          <p:nvPr/>
        </p:nvSpPr>
        <p:spPr>
          <a:xfrm>
            <a:off x="3081610" y="3109794"/>
            <a:ext cx="321216" cy="307777"/>
          </a:xfrm>
          <a:prstGeom prst="rect">
            <a:avLst/>
          </a:prstGeom>
          <a:noFill/>
        </p:spPr>
        <p:txBody>
          <a:bodyPr wrap="square" rtlCol="0">
            <a:spAutoFit/>
          </a:bodyPr>
          <a:lstStyle/>
          <a:p>
            <a:pPr algn="ctr"/>
            <a:r>
              <a:rPr lang="fr-FR" sz="1400" dirty="0">
                <a:solidFill>
                  <a:schemeClr val="bg1"/>
                </a:solidFill>
                <a:latin typeface="Oswald" pitchFamily="2" charset="0"/>
              </a:rPr>
              <a:t>1</a:t>
            </a:r>
          </a:p>
        </p:txBody>
      </p:sp>
      <p:sp>
        <p:nvSpPr>
          <p:cNvPr id="244" name="TextBox 243">
            <a:extLst>
              <a:ext uri="{FF2B5EF4-FFF2-40B4-BE49-F238E27FC236}">
                <a16:creationId xmlns:a16="http://schemas.microsoft.com/office/drawing/2014/main" id="{2CEEEAB3-13DF-F725-AAFD-F2E9DD69F0E6}"/>
              </a:ext>
            </a:extLst>
          </p:cNvPr>
          <p:cNvSpPr txBox="1"/>
          <p:nvPr/>
        </p:nvSpPr>
        <p:spPr>
          <a:xfrm>
            <a:off x="4672131" y="3104638"/>
            <a:ext cx="432000" cy="307777"/>
          </a:xfrm>
          <a:prstGeom prst="rect">
            <a:avLst/>
          </a:prstGeom>
          <a:noFill/>
        </p:spPr>
        <p:txBody>
          <a:bodyPr wrap="square" rtlCol="0">
            <a:spAutoFit/>
          </a:bodyPr>
          <a:lstStyle/>
          <a:p>
            <a:pPr algn="ctr"/>
            <a:r>
              <a:rPr lang="fr-FR" sz="1400" dirty="0">
                <a:solidFill>
                  <a:schemeClr val="bg1"/>
                </a:solidFill>
                <a:latin typeface="Oswald" pitchFamily="2" charset="0"/>
              </a:rPr>
              <a:t>1..*</a:t>
            </a:r>
          </a:p>
        </p:txBody>
      </p:sp>
      <p:sp>
        <p:nvSpPr>
          <p:cNvPr id="245" name="TextBox 244">
            <a:extLst>
              <a:ext uri="{FF2B5EF4-FFF2-40B4-BE49-F238E27FC236}">
                <a16:creationId xmlns:a16="http://schemas.microsoft.com/office/drawing/2014/main" id="{9624C609-9D20-620D-467E-8667706D4471}"/>
              </a:ext>
            </a:extLst>
          </p:cNvPr>
          <p:cNvSpPr txBox="1"/>
          <p:nvPr/>
        </p:nvSpPr>
        <p:spPr>
          <a:xfrm>
            <a:off x="7435413" y="3120128"/>
            <a:ext cx="432000" cy="307777"/>
          </a:xfrm>
          <a:prstGeom prst="rect">
            <a:avLst/>
          </a:prstGeom>
          <a:noFill/>
        </p:spPr>
        <p:txBody>
          <a:bodyPr wrap="square" rtlCol="0">
            <a:spAutoFit/>
          </a:bodyPr>
          <a:lstStyle/>
          <a:p>
            <a:pPr algn="ctr"/>
            <a:r>
              <a:rPr lang="fr-FR" sz="1400" dirty="0">
                <a:solidFill>
                  <a:schemeClr val="bg1"/>
                </a:solidFill>
                <a:latin typeface="Oswald" pitchFamily="2" charset="0"/>
              </a:rPr>
              <a:t>1</a:t>
            </a:r>
          </a:p>
        </p:txBody>
      </p:sp>
      <p:sp>
        <p:nvSpPr>
          <p:cNvPr id="246" name="TextBox 245">
            <a:extLst>
              <a:ext uri="{FF2B5EF4-FFF2-40B4-BE49-F238E27FC236}">
                <a16:creationId xmlns:a16="http://schemas.microsoft.com/office/drawing/2014/main" id="{8B923D65-825D-8979-8772-E01342ADCA89}"/>
              </a:ext>
            </a:extLst>
          </p:cNvPr>
          <p:cNvSpPr txBox="1"/>
          <p:nvPr/>
        </p:nvSpPr>
        <p:spPr>
          <a:xfrm>
            <a:off x="8940846" y="3114773"/>
            <a:ext cx="432000" cy="307777"/>
          </a:xfrm>
          <a:prstGeom prst="rect">
            <a:avLst/>
          </a:prstGeom>
          <a:noFill/>
        </p:spPr>
        <p:txBody>
          <a:bodyPr wrap="square" rtlCol="0">
            <a:spAutoFit/>
          </a:bodyPr>
          <a:lstStyle/>
          <a:p>
            <a:pPr algn="ctr"/>
            <a:r>
              <a:rPr lang="fr-FR" sz="1400" dirty="0">
                <a:solidFill>
                  <a:schemeClr val="bg1"/>
                </a:solidFill>
                <a:latin typeface="Oswald" pitchFamily="2" charset="0"/>
              </a:rPr>
              <a:t>0..*</a:t>
            </a:r>
          </a:p>
        </p:txBody>
      </p:sp>
      <p:sp>
        <p:nvSpPr>
          <p:cNvPr id="247" name="Slide Number Placeholder 246">
            <a:extLst>
              <a:ext uri="{FF2B5EF4-FFF2-40B4-BE49-F238E27FC236}">
                <a16:creationId xmlns:a16="http://schemas.microsoft.com/office/drawing/2014/main" id="{10A6E0EE-AD52-EEDA-D01A-D97DEB17A5C3}"/>
              </a:ext>
            </a:extLst>
          </p:cNvPr>
          <p:cNvSpPr>
            <a:spLocks noGrp="1"/>
          </p:cNvSpPr>
          <p:nvPr>
            <p:ph type="sldNum" sz="quarter" idx="12"/>
          </p:nvPr>
        </p:nvSpPr>
        <p:spPr/>
        <p:txBody>
          <a:bodyPr/>
          <a:lstStyle/>
          <a:p>
            <a:pPr algn="ctr"/>
            <a:fld id="{DD31AE6B-CDAB-407E-9BC6-E294FE5CDB12}" type="slidenum">
              <a:rPr lang="fr-FR" smtClean="0"/>
              <a:pPr algn="ctr"/>
              <a:t>18</a:t>
            </a:fld>
            <a:endParaRPr lang="fr-FR"/>
          </a:p>
        </p:txBody>
      </p:sp>
      <p:sp>
        <p:nvSpPr>
          <p:cNvPr id="248" name="Rectangle: Rounded Corners 247">
            <a:extLst>
              <a:ext uri="{FF2B5EF4-FFF2-40B4-BE49-F238E27FC236}">
                <a16:creationId xmlns:a16="http://schemas.microsoft.com/office/drawing/2014/main" id="{19E128D3-E780-E25F-2427-3047B53CE8AE}"/>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grpSp>
        <p:nvGrpSpPr>
          <p:cNvPr id="39" name="Group 38">
            <a:extLst>
              <a:ext uri="{FF2B5EF4-FFF2-40B4-BE49-F238E27FC236}">
                <a16:creationId xmlns:a16="http://schemas.microsoft.com/office/drawing/2014/main" id="{327E8187-F191-AB74-719E-0FFB127E98E3}"/>
              </a:ext>
            </a:extLst>
          </p:cNvPr>
          <p:cNvGrpSpPr/>
          <p:nvPr/>
        </p:nvGrpSpPr>
        <p:grpSpPr>
          <a:xfrm>
            <a:off x="5044484" y="4130932"/>
            <a:ext cx="2483345" cy="2397921"/>
            <a:chOff x="5088145" y="4034590"/>
            <a:chExt cx="2483345" cy="2397921"/>
          </a:xfrm>
        </p:grpSpPr>
        <p:sp>
          <p:nvSpPr>
            <p:cNvPr id="6" name="Rectangle 5">
              <a:extLst>
                <a:ext uri="{FF2B5EF4-FFF2-40B4-BE49-F238E27FC236}">
                  <a16:creationId xmlns:a16="http://schemas.microsoft.com/office/drawing/2014/main" id="{C4D540A4-3839-983D-8722-F327D8EE6F99}"/>
                </a:ext>
              </a:extLst>
            </p:cNvPr>
            <p:cNvSpPr/>
            <p:nvPr/>
          </p:nvSpPr>
          <p:spPr>
            <a:xfrm>
              <a:off x="5088145" y="4034590"/>
              <a:ext cx="2448000" cy="2358000"/>
            </a:xfrm>
            <a:prstGeom prst="rect">
              <a:avLst/>
            </a:prstGeom>
            <a:solidFill>
              <a:srgbClr val="C9ADA7"/>
            </a:solidFill>
            <a:ln>
              <a:solidFill>
                <a:srgbClr val="FFEE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extBox 7">
              <a:extLst>
                <a:ext uri="{FF2B5EF4-FFF2-40B4-BE49-F238E27FC236}">
                  <a16:creationId xmlns:a16="http://schemas.microsoft.com/office/drawing/2014/main" id="{56971CDB-53E0-C8D1-204F-0AAE9839AC02}"/>
                </a:ext>
              </a:extLst>
            </p:cNvPr>
            <p:cNvSpPr txBox="1"/>
            <p:nvPr/>
          </p:nvSpPr>
          <p:spPr>
            <a:xfrm>
              <a:off x="5580179" y="4051405"/>
              <a:ext cx="1396047" cy="292388"/>
            </a:xfrm>
            <a:prstGeom prst="rect">
              <a:avLst/>
            </a:prstGeom>
            <a:noFill/>
          </p:spPr>
          <p:txBody>
            <a:bodyPr wrap="square" rtlCol="0">
              <a:spAutoFit/>
            </a:bodyPr>
            <a:lstStyle/>
            <a:p>
              <a:pPr algn="ctr"/>
              <a:r>
                <a:rPr lang="fr-FR" sz="1300" spc="300" dirty="0">
                  <a:solidFill>
                    <a:schemeClr val="bg1"/>
                  </a:solidFill>
                  <a:latin typeface="Oswald" pitchFamily="2" charset="0"/>
                </a:rPr>
                <a:t>Admin</a:t>
              </a:r>
            </a:p>
          </p:txBody>
        </p:sp>
        <p:cxnSp>
          <p:nvCxnSpPr>
            <p:cNvPr id="9" name="Straight Connector 8">
              <a:extLst>
                <a:ext uri="{FF2B5EF4-FFF2-40B4-BE49-F238E27FC236}">
                  <a16:creationId xmlns:a16="http://schemas.microsoft.com/office/drawing/2014/main" id="{BB685157-AD56-36E3-3245-B7B0C8F1A969}"/>
                </a:ext>
              </a:extLst>
            </p:cNvPr>
            <p:cNvCxnSpPr/>
            <p:nvPr/>
          </p:nvCxnSpPr>
          <p:spPr>
            <a:xfrm>
              <a:off x="5088145" y="4340467"/>
              <a:ext cx="244800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84F405B-47CB-40BA-35AB-CA5793698F71}"/>
                </a:ext>
              </a:extLst>
            </p:cNvPr>
            <p:cNvSpPr txBox="1"/>
            <p:nvPr/>
          </p:nvSpPr>
          <p:spPr>
            <a:xfrm>
              <a:off x="5098261" y="4297239"/>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11" name="TextBox 10">
              <a:extLst>
                <a:ext uri="{FF2B5EF4-FFF2-40B4-BE49-F238E27FC236}">
                  <a16:creationId xmlns:a16="http://schemas.microsoft.com/office/drawing/2014/main" id="{21961663-9A7A-2AF4-9A5C-418DAE93EAF4}"/>
                </a:ext>
              </a:extLst>
            </p:cNvPr>
            <p:cNvSpPr txBox="1"/>
            <p:nvPr/>
          </p:nvSpPr>
          <p:spPr>
            <a:xfrm>
              <a:off x="5098261" y="4572923"/>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r>
                <a:rPr lang="fr-FR" spc="300" dirty="0">
                  <a:solidFill>
                    <a:schemeClr val="bg1"/>
                  </a:solidFill>
                  <a:latin typeface="Oswald" pitchFamily="2" charset="0"/>
                </a:rPr>
                <a:t> </a:t>
              </a:r>
            </a:p>
          </p:txBody>
        </p:sp>
        <p:sp>
          <p:nvSpPr>
            <p:cNvPr id="14" name="TextBox 13">
              <a:extLst>
                <a:ext uri="{FF2B5EF4-FFF2-40B4-BE49-F238E27FC236}">
                  <a16:creationId xmlns:a16="http://schemas.microsoft.com/office/drawing/2014/main" id="{BDCA51D7-C161-5794-2513-2CC9BE89FF28}"/>
                </a:ext>
              </a:extLst>
            </p:cNvPr>
            <p:cNvSpPr txBox="1"/>
            <p:nvPr/>
          </p:nvSpPr>
          <p:spPr>
            <a:xfrm>
              <a:off x="5098261" y="4804747"/>
              <a:ext cx="200732" cy="32400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6" name="TextBox 15">
              <a:extLst>
                <a:ext uri="{FF2B5EF4-FFF2-40B4-BE49-F238E27FC236}">
                  <a16:creationId xmlns:a16="http://schemas.microsoft.com/office/drawing/2014/main" id="{529777F3-3649-6F9F-FE02-AFC4812BB7CA}"/>
                </a:ext>
              </a:extLst>
            </p:cNvPr>
            <p:cNvSpPr txBox="1"/>
            <p:nvPr/>
          </p:nvSpPr>
          <p:spPr>
            <a:xfrm>
              <a:off x="5098261" y="5125161"/>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8" name="TextBox 17">
              <a:extLst>
                <a:ext uri="{FF2B5EF4-FFF2-40B4-BE49-F238E27FC236}">
                  <a16:creationId xmlns:a16="http://schemas.microsoft.com/office/drawing/2014/main" id="{2787C941-B158-FF95-5553-6AD94CD189FF}"/>
                </a:ext>
              </a:extLst>
            </p:cNvPr>
            <p:cNvSpPr txBox="1"/>
            <p:nvPr/>
          </p:nvSpPr>
          <p:spPr>
            <a:xfrm>
              <a:off x="5098261" y="5375087"/>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19" name="TextBox 18">
              <a:extLst>
                <a:ext uri="{FF2B5EF4-FFF2-40B4-BE49-F238E27FC236}">
                  <a16:creationId xmlns:a16="http://schemas.microsoft.com/office/drawing/2014/main" id="{831C79B3-CC0B-584A-2060-FA597E778453}"/>
                </a:ext>
              </a:extLst>
            </p:cNvPr>
            <p:cNvSpPr txBox="1"/>
            <p:nvPr/>
          </p:nvSpPr>
          <p:spPr>
            <a:xfrm>
              <a:off x="5098261" y="5623153"/>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cxnSp>
          <p:nvCxnSpPr>
            <p:cNvPr id="20" name="Straight Connector 19">
              <a:extLst>
                <a:ext uri="{FF2B5EF4-FFF2-40B4-BE49-F238E27FC236}">
                  <a16:creationId xmlns:a16="http://schemas.microsoft.com/office/drawing/2014/main" id="{C0530C34-6DD1-F716-0364-9FE41EB67E6E}"/>
                </a:ext>
              </a:extLst>
            </p:cNvPr>
            <p:cNvCxnSpPr/>
            <p:nvPr/>
          </p:nvCxnSpPr>
          <p:spPr>
            <a:xfrm>
              <a:off x="5089791" y="5125131"/>
              <a:ext cx="244800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F0DE6F3-9DC2-18FF-858D-9EEF90B68DD8}"/>
                </a:ext>
              </a:extLst>
            </p:cNvPr>
            <p:cNvSpPr txBox="1"/>
            <p:nvPr/>
          </p:nvSpPr>
          <p:spPr>
            <a:xfrm>
              <a:off x="5098261" y="5854153"/>
              <a:ext cx="200732" cy="264640"/>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22" name="TextBox 21">
              <a:extLst>
                <a:ext uri="{FF2B5EF4-FFF2-40B4-BE49-F238E27FC236}">
                  <a16:creationId xmlns:a16="http://schemas.microsoft.com/office/drawing/2014/main" id="{B8C140C6-69B2-04E6-E09F-C1929C058A78}"/>
                </a:ext>
              </a:extLst>
            </p:cNvPr>
            <p:cNvSpPr txBox="1"/>
            <p:nvPr/>
          </p:nvSpPr>
          <p:spPr>
            <a:xfrm>
              <a:off x="5098261" y="6093957"/>
              <a:ext cx="200732" cy="338554"/>
            </a:xfrm>
            <a:prstGeom prst="rect">
              <a:avLst/>
            </a:prstGeom>
            <a:noFill/>
          </p:spPr>
          <p:txBody>
            <a:bodyPr wrap="square" rtlCol="0">
              <a:spAutoFit/>
            </a:bodyPr>
            <a:lstStyle/>
            <a:p>
              <a:pPr algn="ctr"/>
              <a:r>
                <a:rPr lang="fr-FR" sz="1600" spc="300" dirty="0">
                  <a:solidFill>
                    <a:schemeClr val="bg1"/>
                  </a:solidFill>
                  <a:latin typeface="Oswald" pitchFamily="2" charset="0"/>
                </a:rPr>
                <a:t>+</a:t>
              </a:r>
              <a:endParaRPr lang="fr-FR" spc="300" dirty="0">
                <a:solidFill>
                  <a:schemeClr val="bg1"/>
                </a:solidFill>
                <a:latin typeface="Oswald" pitchFamily="2" charset="0"/>
              </a:endParaRPr>
            </a:p>
          </p:txBody>
        </p:sp>
        <p:sp>
          <p:nvSpPr>
            <p:cNvPr id="26" name="TextBox 25">
              <a:extLst>
                <a:ext uri="{FF2B5EF4-FFF2-40B4-BE49-F238E27FC236}">
                  <a16:creationId xmlns:a16="http://schemas.microsoft.com/office/drawing/2014/main" id="{40EFB1C5-57EB-1149-6557-FDFE931D821C}"/>
                </a:ext>
              </a:extLst>
            </p:cNvPr>
            <p:cNvSpPr txBox="1"/>
            <p:nvPr/>
          </p:nvSpPr>
          <p:spPr>
            <a:xfrm>
              <a:off x="5231525" y="4377574"/>
              <a:ext cx="1577184" cy="261610"/>
            </a:xfrm>
            <a:prstGeom prst="rect">
              <a:avLst/>
            </a:prstGeom>
            <a:noFill/>
          </p:spPr>
          <p:txBody>
            <a:bodyPr wrap="square" rtlCol="0">
              <a:spAutoFit/>
            </a:bodyPr>
            <a:lstStyle/>
            <a:p>
              <a:r>
                <a:rPr lang="fr-FR" sz="1100" spc="300" dirty="0">
                  <a:solidFill>
                    <a:schemeClr val="bg1"/>
                  </a:solidFill>
                  <a:latin typeface="Oswald" pitchFamily="2" charset="0"/>
                </a:rPr>
                <a:t>Id_admin:int</a:t>
              </a:r>
            </a:p>
          </p:txBody>
        </p:sp>
        <p:sp>
          <p:nvSpPr>
            <p:cNvPr id="27" name="TextBox 26">
              <a:extLst>
                <a:ext uri="{FF2B5EF4-FFF2-40B4-BE49-F238E27FC236}">
                  <a16:creationId xmlns:a16="http://schemas.microsoft.com/office/drawing/2014/main" id="{6F8727CF-3C1A-0A35-F27D-D2AF12A06CC1}"/>
                </a:ext>
              </a:extLst>
            </p:cNvPr>
            <p:cNvSpPr txBox="1"/>
            <p:nvPr/>
          </p:nvSpPr>
          <p:spPr>
            <a:xfrm>
              <a:off x="5231525" y="4612962"/>
              <a:ext cx="1871382" cy="261610"/>
            </a:xfrm>
            <a:prstGeom prst="rect">
              <a:avLst/>
            </a:prstGeom>
            <a:noFill/>
          </p:spPr>
          <p:txBody>
            <a:bodyPr wrap="square" rtlCol="0">
              <a:spAutoFit/>
            </a:bodyPr>
            <a:lstStyle/>
            <a:p>
              <a:r>
                <a:rPr lang="fr-FR" sz="1100" spc="300" dirty="0">
                  <a:solidFill>
                    <a:schemeClr val="bg1"/>
                  </a:solidFill>
                  <a:latin typeface="Oswald" pitchFamily="2" charset="0"/>
                </a:rPr>
                <a:t>Email:String</a:t>
              </a:r>
            </a:p>
          </p:txBody>
        </p:sp>
        <p:sp>
          <p:nvSpPr>
            <p:cNvPr id="28" name="TextBox 27">
              <a:extLst>
                <a:ext uri="{FF2B5EF4-FFF2-40B4-BE49-F238E27FC236}">
                  <a16:creationId xmlns:a16="http://schemas.microsoft.com/office/drawing/2014/main" id="{1877F79A-5DEC-3D10-7487-CA4F1C5BEA20}"/>
                </a:ext>
              </a:extLst>
            </p:cNvPr>
            <p:cNvSpPr txBox="1"/>
            <p:nvPr/>
          </p:nvSpPr>
          <p:spPr>
            <a:xfrm>
              <a:off x="5231524" y="4852852"/>
              <a:ext cx="1871382" cy="261610"/>
            </a:xfrm>
            <a:prstGeom prst="rect">
              <a:avLst/>
            </a:prstGeom>
            <a:noFill/>
          </p:spPr>
          <p:txBody>
            <a:bodyPr wrap="square" rtlCol="0">
              <a:spAutoFit/>
            </a:bodyPr>
            <a:lstStyle/>
            <a:p>
              <a:r>
                <a:rPr lang="fr-FR" sz="1100" spc="300" dirty="0">
                  <a:solidFill>
                    <a:schemeClr val="bg1"/>
                  </a:solidFill>
                  <a:latin typeface="Oswald" pitchFamily="2" charset="0"/>
                </a:rPr>
                <a:t>Motpasse:String</a:t>
              </a:r>
            </a:p>
          </p:txBody>
        </p:sp>
        <p:sp>
          <p:nvSpPr>
            <p:cNvPr id="29" name="TextBox 28">
              <a:extLst>
                <a:ext uri="{FF2B5EF4-FFF2-40B4-BE49-F238E27FC236}">
                  <a16:creationId xmlns:a16="http://schemas.microsoft.com/office/drawing/2014/main" id="{CF6C598B-0344-E568-2C4E-EDAF0FE4E8BF}"/>
                </a:ext>
              </a:extLst>
            </p:cNvPr>
            <p:cNvSpPr txBox="1"/>
            <p:nvPr/>
          </p:nvSpPr>
          <p:spPr>
            <a:xfrm>
              <a:off x="5231525" y="5154318"/>
              <a:ext cx="2124000" cy="261610"/>
            </a:xfrm>
            <a:prstGeom prst="rect">
              <a:avLst/>
            </a:prstGeom>
            <a:noFill/>
          </p:spPr>
          <p:txBody>
            <a:bodyPr wrap="square" rtlCol="0">
              <a:spAutoFit/>
            </a:bodyPr>
            <a:lstStyle/>
            <a:p>
              <a:r>
                <a:rPr lang="fr-FR" sz="1100" spc="300" dirty="0">
                  <a:solidFill>
                    <a:schemeClr val="bg1"/>
                  </a:solidFill>
                  <a:latin typeface="Oswald" pitchFamily="2" charset="0"/>
                </a:rPr>
                <a:t>S’authentifier():void</a:t>
              </a:r>
            </a:p>
          </p:txBody>
        </p:sp>
        <p:sp>
          <p:nvSpPr>
            <p:cNvPr id="30" name="TextBox 29">
              <a:extLst>
                <a:ext uri="{FF2B5EF4-FFF2-40B4-BE49-F238E27FC236}">
                  <a16:creationId xmlns:a16="http://schemas.microsoft.com/office/drawing/2014/main" id="{6E2CC30F-8823-D262-52EA-E7F5E716EB99}"/>
                </a:ext>
              </a:extLst>
            </p:cNvPr>
            <p:cNvSpPr txBox="1"/>
            <p:nvPr/>
          </p:nvSpPr>
          <p:spPr>
            <a:xfrm>
              <a:off x="5231525" y="5389789"/>
              <a:ext cx="2088000" cy="261610"/>
            </a:xfrm>
            <a:prstGeom prst="rect">
              <a:avLst/>
            </a:prstGeom>
            <a:noFill/>
          </p:spPr>
          <p:txBody>
            <a:bodyPr wrap="square" rtlCol="0">
              <a:spAutoFit/>
            </a:bodyPr>
            <a:lstStyle/>
            <a:p>
              <a:r>
                <a:rPr lang="fr-FR" sz="1100" spc="300" dirty="0">
                  <a:solidFill>
                    <a:schemeClr val="bg1"/>
                  </a:solidFill>
                  <a:latin typeface="Oswald" pitchFamily="2" charset="0"/>
                </a:rPr>
                <a:t>ajouter_voyage():void</a:t>
              </a:r>
            </a:p>
          </p:txBody>
        </p:sp>
        <p:sp>
          <p:nvSpPr>
            <p:cNvPr id="31" name="TextBox 30">
              <a:extLst>
                <a:ext uri="{FF2B5EF4-FFF2-40B4-BE49-F238E27FC236}">
                  <a16:creationId xmlns:a16="http://schemas.microsoft.com/office/drawing/2014/main" id="{D250B2F9-4CF9-B5A7-E7E8-338A334F3725}"/>
                </a:ext>
              </a:extLst>
            </p:cNvPr>
            <p:cNvSpPr txBox="1"/>
            <p:nvPr/>
          </p:nvSpPr>
          <p:spPr>
            <a:xfrm>
              <a:off x="5231525" y="5641613"/>
              <a:ext cx="2196000" cy="252000"/>
            </a:xfrm>
            <a:prstGeom prst="rect">
              <a:avLst/>
            </a:prstGeom>
            <a:noFill/>
          </p:spPr>
          <p:txBody>
            <a:bodyPr wrap="square" rtlCol="0">
              <a:spAutoFit/>
            </a:bodyPr>
            <a:lstStyle/>
            <a:p>
              <a:r>
                <a:rPr lang="fr-FR" sz="1100" spc="300" dirty="0">
                  <a:solidFill>
                    <a:schemeClr val="bg1"/>
                  </a:solidFill>
                  <a:latin typeface="Oswald" pitchFamily="2" charset="0"/>
                </a:rPr>
                <a:t>modifier_voyage():void</a:t>
              </a:r>
            </a:p>
          </p:txBody>
        </p:sp>
        <p:sp>
          <p:nvSpPr>
            <p:cNvPr id="32" name="TextBox 31">
              <a:extLst>
                <a:ext uri="{FF2B5EF4-FFF2-40B4-BE49-F238E27FC236}">
                  <a16:creationId xmlns:a16="http://schemas.microsoft.com/office/drawing/2014/main" id="{3B3AF948-C320-FFB1-9CCF-28E0CAEC9E7C}"/>
                </a:ext>
              </a:extLst>
            </p:cNvPr>
            <p:cNvSpPr txBox="1"/>
            <p:nvPr/>
          </p:nvSpPr>
          <p:spPr>
            <a:xfrm>
              <a:off x="5231490" y="5877485"/>
              <a:ext cx="2340000" cy="252000"/>
            </a:xfrm>
            <a:prstGeom prst="rect">
              <a:avLst/>
            </a:prstGeom>
            <a:noFill/>
          </p:spPr>
          <p:txBody>
            <a:bodyPr wrap="square" rtlCol="0">
              <a:spAutoFit/>
            </a:bodyPr>
            <a:lstStyle/>
            <a:p>
              <a:r>
                <a:rPr lang="fr-FR" sz="1100" spc="300" dirty="0">
                  <a:solidFill>
                    <a:schemeClr val="bg1"/>
                  </a:solidFill>
                  <a:latin typeface="Oswald" pitchFamily="2" charset="0"/>
                </a:rPr>
                <a:t>supprimer_voyage():void</a:t>
              </a:r>
            </a:p>
            <a:p>
              <a:endParaRPr lang="fr-FR" sz="1100" spc="300" dirty="0">
                <a:solidFill>
                  <a:schemeClr val="bg1"/>
                </a:solidFill>
                <a:latin typeface="Oswald" pitchFamily="2" charset="0"/>
              </a:endParaRPr>
            </a:p>
          </p:txBody>
        </p:sp>
        <p:sp>
          <p:nvSpPr>
            <p:cNvPr id="33" name="TextBox 32">
              <a:extLst>
                <a:ext uri="{FF2B5EF4-FFF2-40B4-BE49-F238E27FC236}">
                  <a16:creationId xmlns:a16="http://schemas.microsoft.com/office/drawing/2014/main" id="{4577D02A-8DD3-F647-A5EE-42C6F25CE06B}"/>
                </a:ext>
              </a:extLst>
            </p:cNvPr>
            <p:cNvSpPr txBox="1"/>
            <p:nvPr/>
          </p:nvSpPr>
          <p:spPr>
            <a:xfrm>
              <a:off x="5233940" y="6115673"/>
              <a:ext cx="2196000" cy="261610"/>
            </a:xfrm>
            <a:prstGeom prst="rect">
              <a:avLst/>
            </a:prstGeom>
            <a:noFill/>
          </p:spPr>
          <p:txBody>
            <a:bodyPr wrap="square" rtlCol="0">
              <a:spAutoFit/>
            </a:bodyPr>
            <a:lstStyle/>
            <a:p>
              <a:r>
                <a:rPr lang="fr-FR" sz="1100" spc="300" dirty="0">
                  <a:solidFill>
                    <a:schemeClr val="bg1"/>
                  </a:solidFill>
                  <a:latin typeface="Oswald" pitchFamily="2" charset="0"/>
                </a:rPr>
                <a:t>Supprimer_user():void</a:t>
              </a:r>
            </a:p>
          </p:txBody>
        </p:sp>
      </p:grpSp>
      <p:cxnSp>
        <p:nvCxnSpPr>
          <p:cNvPr id="50" name="Straight Connector 49">
            <a:extLst>
              <a:ext uri="{FF2B5EF4-FFF2-40B4-BE49-F238E27FC236}">
                <a16:creationId xmlns:a16="http://schemas.microsoft.com/office/drawing/2014/main" id="{B2416D94-92B8-C3CB-51D2-73BE08FE28DD}"/>
              </a:ext>
            </a:extLst>
          </p:cNvPr>
          <p:cNvCxnSpPr>
            <a:cxnSpLocks/>
          </p:cNvCxnSpPr>
          <p:nvPr/>
        </p:nvCxnSpPr>
        <p:spPr>
          <a:xfrm>
            <a:off x="7484394" y="3044653"/>
            <a:ext cx="1908000" cy="0"/>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60E58CA3-84C8-0291-0929-D8C6A902B669}"/>
              </a:ext>
            </a:extLst>
          </p:cNvPr>
          <p:cNvGrpSpPr/>
          <p:nvPr/>
        </p:nvGrpSpPr>
        <p:grpSpPr>
          <a:xfrm rot="16200000">
            <a:off x="4017303" y="3998887"/>
            <a:ext cx="108002" cy="1947600"/>
            <a:chOff x="10831536" y="2353939"/>
            <a:chExt cx="21953" cy="1618216"/>
          </a:xfrm>
        </p:grpSpPr>
        <p:sp>
          <p:nvSpPr>
            <p:cNvPr id="53" name="Freeform: Shape 52">
              <a:extLst>
                <a:ext uri="{FF2B5EF4-FFF2-40B4-BE49-F238E27FC236}">
                  <a16:creationId xmlns:a16="http://schemas.microsoft.com/office/drawing/2014/main" id="{5A133A1C-8B80-08FD-FA42-74D1F7081D4D}"/>
                </a:ext>
              </a:extLst>
            </p:cNvPr>
            <p:cNvSpPr/>
            <p:nvPr/>
          </p:nvSpPr>
          <p:spPr>
            <a:xfrm>
              <a:off x="10831536" y="2353939"/>
              <a:ext cx="21953" cy="148619"/>
            </a:xfrm>
            <a:custGeom>
              <a:avLst/>
              <a:gdLst>
                <a:gd name="connsiteX0" fmla="*/ 146675 w 300037"/>
                <a:gd name="connsiteY0" fmla="*/ 649 h 784753"/>
                <a:gd name="connsiteX1" fmla="*/ 159533 w 300037"/>
                <a:gd name="connsiteY1" fmla="*/ 8039 h 784753"/>
                <a:gd name="connsiteX2" fmla="*/ 169777 w 300037"/>
                <a:gd name="connsiteY2" fmla="*/ 55040 h 784753"/>
                <a:gd name="connsiteX3" fmla="*/ 172653 w 300037"/>
                <a:gd name="connsiteY3" fmla="*/ 70116 h 784753"/>
                <a:gd name="connsiteX4" fmla="*/ 182040 w 300037"/>
                <a:gd name="connsiteY4" fmla="*/ 120294 h 784753"/>
                <a:gd name="connsiteX5" fmla="*/ 188727 w 300037"/>
                <a:gd name="connsiteY5" fmla="*/ 155693 h 784753"/>
                <a:gd name="connsiteX6" fmla="*/ 203172 w 300037"/>
                <a:gd name="connsiteY6" fmla="*/ 232550 h 784753"/>
                <a:gd name="connsiteX7" fmla="*/ 227732 w 300037"/>
                <a:gd name="connsiteY7" fmla="*/ 362615 h 784753"/>
                <a:gd name="connsiteX8" fmla="*/ 271452 w 300037"/>
                <a:gd name="connsiteY8" fmla="*/ 594664 h 784753"/>
                <a:gd name="connsiteX9" fmla="*/ 278952 w 300037"/>
                <a:gd name="connsiteY9" fmla="*/ 634423 h 784753"/>
                <a:gd name="connsiteX10" fmla="*/ 289882 w 300037"/>
                <a:gd name="connsiteY10" fmla="*/ 692731 h 784753"/>
                <a:gd name="connsiteX11" fmla="*/ 293243 w 300037"/>
                <a:gd name="connsiteY11" fmla="*/ 710393 h 784753"/>
                <a:gd name="connsiteX12" fmla="*/ 300830 w 300037"/>
                <a:gd name="connsiteY12" fmla="*/ 784220 h 784753"/>
                <a:gd name="connsiteX13" fmla="*/ 185529 w 300037"/>
                <a:gd name="connsiteY13" fmla="*/ 784603 h 784753"/>
                <a:gd name="connsiteX14" fmla="*/ 131951 w 300037"/>
                <a:gd name="connsiteY14" fmla="*/ 784777 h 784753"/>
                <a:gd name="connsiteX15" fmla="*/ 80088 w 300037"/>
                <a:gd name="connsiteY15" fmla="*/ 784920 h 784753"/>
                <a:gd name="connsiteX16" fmla="*/ 60328 w 300037"/>
                <a:gd name="connsiteY16" fmla="*/ 785001 h 784753"/>
                <a:gd name="connsiteX17" fmla="*/ 32725 w 300037"/>
                <a:gd name="connsiteY17" fmla="*/ 785059 h 784753"/>
                <a:gd name="connsiteX18" fmla="*/ 16823 w 300037"/>
                <a:gd name="connsiteY18" fmla="*/ 785108 h 784753"/>
                <a:gd name="connsiteX19" fmla="*/ 792 w 300037"/>
                <a:gd name="connsiteY19" fmla="*/ 776831 h 784753"/>
                <a:gd name="connsiteX20" fmla="*/ 15408 w 300037"/>
                <a:gd name="connsiteY20" fmla="*/ 666719 h 784753"/>
                <a:gd name="connsiteX21" fmla="*/ 18529 w 300037"/>
                <a:gd name="connsiteY21" fmla="*/ 650165 h 784753"/>
                <a:gd name="connsiteX22" fmla="*/ 28687 w 300037"/>
                <a:gd name="connsiteY22" fmla="*/ 596883 h 784753"/>
                <a:gd name="connsiteX23" fmla="*/ 35759 w 300037"/>
                <a:gd name="connsiteY23" fmla="*/ 559637 h 784753"/>
                <a:gd name="connsiteX24" fmla="*/ 80765 w 300037"/>
                <a:gd name="connsiteY24" fmla="*/ 331283 h 784753"/>
                <a:gd name="connsiteX25" fmla="*/ 127056 w 300037"/>
                <a:gd name="connsiteY25" fmla="*/ 93322 h 784753"/>
                <a:gd name="connsiteX26" fmla="*/ 130022 w 300037"/>
                <a:gd name="connsiteY26" fmla="*/ 77877 h 784753"/>
                <a:gd name="connsiteX27" fmla="*/ 138038 w 300037"/>
                <a:gd name="connsiteY27" fmla="*/ 36123 h 784753"/>
                <a:gd name="connsiteX28" fmla="*/ 146525 w 300037"/>
                <a:gd name="connsiteY28" fmla="*/ 355 h 7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0037" h="784753">
                  <a:moveTo>
                    <a:pt x="146675" y="649"/>
                  </a:moveTo>
                  <a:cubicBezTo>
                    <a:pt x="150918" y="3088"/>
                    <a:pt x="155161" y="5526"/>
                    <a:pt x="159533" y="8039"/>
                  </a:cubicBezTo>
                  <a:cubicBezTo>
                    <a:pt x="164677" y="27918"/>
                    <a:pt x="164677" y="27918"/>
                    <a:pt x="169777" y="55040"/>
                  </a:cubicBezTo>
                  <a:cubicBezTo>
                    <a:pt x="170725" y="60013"/>
                    <a:pt x="171676" y="65017"/>
                    <a:pt x="172653" y="70116"/>
                  </a:cubicBezTo>
                  <a:cubicBezTo>
                    <a:pt x="175830" y="86817"/>
                    <a:pt x="178911" y="103593"/>
                    <a:pt x="182040" y="120294"/>
                  </a:cubicBezTo>
                  <a:cubicBezTo>
                    <a:pt x="184269" y="132119"/>
                    <a:pt x="186498" y="143943"/>
                    <a:pt x="188727" y="155693"/>
                  </a:cubicBezTo>
                  <a:cubicBezTo>
                    <a:pt x="193570" y="181337"/>
                    <a:pt x="198371" y="206980"/>
                    <a:pt x="203172" y="232550"/>
                  </a:cubicBezTo>
                  <a:cubicBezTo>
                    <a:pt x="211273" y="275856"/>
                    <a:pt x="219502" y="319014"/>
                    <a:pt x="227732" y="362615"/>
                  </a:cubicBezTo>
                  <a:cubicBezTo>
                    <a:pt x="242434" y="440211"/>
                    <a:pt x="257093" y="517068"/>
                    <a:pt x="271452" y="594664"/>
                  </a:cubicBezTo>
                  <a:cubicBezTo>
                    <a:pt x="273942" y="607892"/>
                    <a:pt x="276424" y="621194"/>
                    <a:pt x="278952" y="634423"/>
                  </a:cubicBezTo>
                  <a:cubicBezTo>
                    <a:pt x="282626" y="653859"/>
                    <a:pt x="286282" y="673295"/>
                    <a:pt x="289882" y="692731"/>
                  </a:cubicBezTo>
                  <a:cubicBezTo>
                    <a:pt x="290993" y="698554"/>
                    <a:pt x="292103" y="704407"/>
                    <a:pt x="293243" y="710393"/>
                  </a:cubicBezTo>
                  <a:cubicBezTo>
                    <a:pt x="298086" y="736480"/>
                    <a:pt x="300830" y="756581"/>
                    <a:pt x="300830" y="784220"/>
                  </a:cubicBezTo>
                  <a:cubicBezTo>
                    <a:pt x="262339" y="784390"/>
                    <a:pt x="223677" y="784522"/>
                    <a:pt x="185529" y="784603"/>
                  </a:cubicBezTo>
                  <a:cubicBezTo>
                    <a:pt x="167656" y="784641"/>
                    <a:pt x="149782" y="784693"/>
                    <a:pt x="131951" y="784777"/>
                  </a:cubicBezTo>
                  <a:cubicBezTo>
                    <a:pt x="114721" y="784857"/>
                    <a:pt x="97490" y="784901"/>
                    <a:pt x="80088" y="784920"/>
                  </a:cubicBezTo>
                  <a:cubicBezTo>
                    <a:pt x="73487" y="784934"/>
                    <a:pt x="66929" y="784961"/>
                    <a:pt x="60328" y="785001"/>
                  </a:cubicBezTo>
                  <a:cubicBezTo>
                    <a:pt x="51113" y="785054"/>
                    <a:pt x="41940" y="785062"/>
                    <a:pt x="32725" y="785059"/>
                  </a:cubicBezTo>
                  <a:cubicBezTo>
                    <a:pt x="27495" y="785075"/>
                    <a:pt x="22223" y="785091"/>
                    <a:pt x="16823" y="785108"/>
                  </a:cubicBezTo>
                  <a:cubicBezTo>
                    <a:pt x="5078" y="784221"/>
                    <a:pt x="5078" y="784221"/>
                    <a:pt x="792" y="776831"/>
                  </a:cubicBezTo>
                  <a:cubicBezTo>
                    <a:pt x="2867" y="738551"/>
                    <a:pt x="8422" y="703300"/>
                    <a:pt x="15408" y="666719"/>
                  </a:cubicBezTo>
                  <a:cubicBezTo>
                    <a:pt x="16955" y="658516"/>
                    <a:pt x="16955" y="658516"/>
                    <a:pt x="18529" y="650165"/>
                  </a:cubicBezTo>
                  <a:cubicBezTo>
                    <a:pt x="21880" y="632429"/>
                    <a:pt x="25258" y="614693"/>
                    <a:pt x="28687" y="596883"/>
                  </a:cubicBezTo>
                  <a:cubicBezTo>
                    <a:pt x="31044" y="584467"/>
                    <a:pt x="33402" y="572052"/>
                    <a:pt x="35759" y="559637"/>
                  </a:cubicBezTo>
                  <a:cubicBezTo>
                    <a:pt x="50290" y="483519"/>
                    <a:pt x="65206" y="407401"/>
                    <a:pt x="80765" y="331283"/>
                  </a:cubicBezTo>
                  <a:cubicBezTo>
                    <a:pt x="96795" y="252209"/>
                    <a:pt x="112012" y="173135"/>
                    <a:pt x="127056" y="93322"/>
                  </a:cubicBezTo>
                  <a:cubicBezTo>
                    <a:pt x="128034" y="88223"/>
                    <a:pt x="129015" y="83124"/>
                    <a:pt x="130022" y="77877"/>
                  </a:cubicBezTo>
                  <a:cubicBezTo>
                    <a:pt x="132697" y="63984"/>
                    <a:pt x="135380" y="50016"/>
                    <a:pt x="138038" y="36123"/>
                  </a:cubicBezTo>
                  <a:cubicBezTo>
                    <a:pt x="142238" y="15135"/>
                    <a:pt x="142238" y="15135"/>
                    <a:pt x="146525" y="355"/>
                  </a:cubicBezTo>
                  <a:close/>
                </a:path>
              </a:pathLst>
            </a:custGeom>
            <a:noFill/>
            <a:ln w="12700" cap="flat">
              <a:solidFill>
                <a:srgbClr val="FFEEDD"/>
              </a:solidFill>
              <a:prstDash val="solid"/>
              <a:miter/>
            </a:ln>
          </p:spPr>
          <p:txBody>
            <a:bodyPr rtlCol="0" anchor="ctr"/>
            <a:lstStyle/>
            <a:p>
              <a:endParaRPr lang="fr-FR"/>
            </a:p>
          </p:txBody>
        </p:sp>
        <p:cxnSp>
          <p:nvCxnSpPr>
            <p:cNvPr id="54" name="Straight Connector 53">
              <a:extLst>
                <a:ext uri="{FF2B5EF4-FFF2-40B4-BE49-F238E27FC236}">
                  <a16:creationId xmlns:a16="http://schemas.microsoft.com/office/drawing/2014/main" id="{FAD5D2E4-5305-9939-0C89-249305DA1B4E}"/>
                </a:ext>
              </a:extLst>
            </p:cNvPr>
            <p:cNvCxnSpPr>
              <a:cxnSpLocks/>
            </p:cNvCxnSpPr>
            <p:nvPr/>
          </p:nvCxnSpPr>
          <p:spPr>
            <a:xfrm>
              <a:off x="10843482" y="2505462"/>
              <a:ext cx="0" cy="1466693"/>
            </a:xfrm>
            <a:prstGeom prst="line">
              <a:avLst/>
            </a:prstGeom>
            <a:ln w="12700">
              <a:solidFill>
                <a:srgbClr val="FFEEDD"/>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2239093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750"/>
                                        <p:tgtEl>
                                          <p:spTgt spid="38"/>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750"/>
                                        <p:tgtEl>
                                          <p:spTgt spid="36"/>
                                        </p:tgtEl>
                                      </p:cBhvr>
                                    </p:animEffect>
                                  </p:childTnLst>
                                </p:cTn>
                              </p:par>
                            </p:childTnLst>
                          </p:cTn>
                        </p:par>
                        <p:par>
                          <p:cTn id="16" fill="hold">
                            <p:stCondLst>
                              <p:cond delay="20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750"/>
                                        <p:tgtEl>
                                          <p:spTgt spid="39"/>
                                        </p:tgtEl>
                                      </p:cBhvr>
                                    </p:animEffect>
                                  </p:childTnLst>
                                </p:cTn>
                              </p:par>
                            </p:childTnLst>
                          </p:cTn>
                        </p:par>
                        <p:par>
                          <p:cTn id="20" fill="hold">
                            <p:stCondLst>
                              <p:cond delay="2750"/>
                            </p:stCondLst>
                            <p:childTnLst>
                              <p:par>
                                <p:cTn id="21" presetID="10"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750"/>
                                        <p:tgtEl>
                                          <p:spTgt spid="4"/>
                                        </p:tgtEl>
                                      </p:cBhvr>
                                    </p:animEffect>
                                  </p:childTnLst>
                                </p:cTn>
                              </p:par>
                            </p:childTnLst>
                          </p:cTn>
                        </p:par>
                        <p:par>
                          <p:cTn id="24" fill="hold">
                            <p:stCondLst>
                              <p:cond delay="3500"/>
                            </p:stCondLst>
                            <p:childTnLst>
                              <p:par>
                                <p:cTn id="25" presetID="22" presetClass="entr" presetSubtype="8" fill="hold" nodeType="afterEffect">
                                  <p:stCondLst>
                                    <p:cond delay="0"/>
                                  </p:stCondLst>
                                  <p:childTnLst>
                                    <p:set>
                                      <p:cBhvr>
                                        <p:cTn id="26" dur="1" fill="hold">
                                          <p:stCondLst>
                                            <p:cond delay="0"/>
                                          </p:stCondLst>
                                        </p:cTn>
                                        <p:tgtEl>
                                          <p:spTgt spid="228"/>
                                        </p:tgtEl>
                                        <p:attrNameLst>
                                          <p:attrName>style.visibility</p:attrName>
                                        </p:attrNameLst>
                                      </p:cBhvr>
                                      <p:to>
                                        <p:strVal val="visible"/>
                                      </p:to>
                                    </p:set>
                                    <p:animEffect transition="in" filter="wipe(left)">
                                      <p:cBhvr>
                                        <p:cTn id="27" dur="500"/>
                                        <p:tgtEl>
                                          <p:spTgt spid="228"/>
                                        </p:tgtEl>
                                      </p:cBhvr>
                                    </p:animEffect>
                                  </p:childTnLst>
                                </p:cTn>
                              </p:par>
                            </p:childTnLst>
                          </p:cTn>
                        </p:par>
                        <p:par>
                          <p:cTn id="28" fill="hold">
                            <p:stCondLst>
                              <p:cond delay="4000"/>
                            </p:stCondLst>
                            <p:childTnLst>
                              <p:par>
                                <p:cTn id="29" presetID="10" presetClass="entr" presetSubtype="0" fill="hold" grpId="0" nodeType="afterEffect">
                                  <p:stCondLst>
                                    <p:cond delay="0"/>
                                  </p:stCondLst>
                                  <p:childTnLst>
                                    <p:set>
                                      <p:cBhvr>
                                        <p:cTn id="30" dur="1" fill="hold">
                                          <p:stCondLst>
                                            <p:cond delay="0"/>
                                          </p:stCondLst>
                                        </p:cTn>
                                        <p:tgtEl>
                                          <p:spTgt spid="243"/>
                                        </p:tgtEl>
                                        <p:attrNameLst>
                                          <p:attrName>style.visibility</p:attrName>
                                        </p:attrNameLst>
                                      </p:cBhvr>
                                      <p:to>
                                        <p:strVal val="visible"/>
                                      </p:to>
                                    </p:set>
                                    <p:animEffect transition="in" filter="fade">
                                      <p:cBhvr>
                                        <p:cTn id="31" dur="500"/>
                                        <p:tgtEl>
                                          <p:spTgt spid="243"/>
                                        </p:tgtEl>
                                      </p:cBhvr>
                                    </p:animEffect>
                                  </p:childTnLst>
                                </p:cTn>
                              </p:par>
                            </p:childTnLst>
                          </p:cTn>
                        </p:par>
                        <p:par>
                          <p:cTn id="32" fill="hold">
                            <p:stCondLst>
                              <p:cond delay="4500"/>
                            </p:stCondLst>
                            <p:childTnLst>
                              <p:par>
                                <p:cTn id="33" presetID="10" presetClass="entr" presetSubtype="0" fill="hold" grpId="0" nodeType="afterEffect">
                                  <p:stCondLst>
                                    <p:cond delay="0"/>
                                  </p:stCondLst>
                                  <p:childTnLst>
                                    <p:set>
                                      <p:cBhvr>
                                        <p:cTn id="34" dur="1" fill="hold">
                                          <p:stCondLst>
                                            <p:cond delay="0"/>
                                          </p:stCondLst>
                                        </p:cTn>
                                        <p:tgtEl>
                                          <p:spTgt spid="244"/>
                                        </p:tgtEl>
                                        <p:attrNameLst>
                                          <p:attrName>style.visibility</p:attrName>
                                        </p:attrNameLst>
                                      </p:cBhvr>
                                      <p:to>
                                        <p:strVal val="visible"/>
                                      </p:to>
                                    </p:set>
                                    <p:animEffect transition="in" filter="fade">
                                      <p:cBhvr>
                                        <p:cTn id="35" dur="500"/>
                                        <p:tgtEl>
                                          <p:spTgt spid="244"/>
                                        </p:tgtEl>
                                      </p:cBhvr>
                                    </p:animEffect>
                                  </p:childTnLst>
                                </p:cTn>
                              </p:par>
                            </p:childTnLst>
                          </p:cTn>
                        </p:par>
                        <p:par>
                          <p:cTn id="36" fill="hold">
                            <p:stCondLst>
                              <p:cond delay="5000"/>
                            </p:stCondLst>
                            <p:childTnLst>
                              <p:par>
                                <p:cTn id="37" presetID="22" presetClass="entr" presetSubtype="2" fill="hold" nodeType="after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right)">
                                      <p:cBhvr>
                                        <p:cTn id="39" dur="500"/>
                                        <p:tgtEl>
                                          <p:spTgt spid="51"/>
                                        </p:tgtEl>
                                      </p:cBhvr>
                                    </p:animEffect>
                                  </p:childTnLst>
                                </p:cTn>
                              </p:par>
                            </p:childTnLst>
                          </p:cTn>
                        </p:par>
                        <p:par>
                          <p:cTn id="40" fill="hold">
                            <p:stCondLst>
                              <p:cond delay="5500"/>
                            </p:stCondLst>
                            <p:childTnLst>
                              <p:par>
                                <p:cTn id="41" presetID="22" presetClass="entr" presetSubtype="8" fill="hold"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wipe(left)">
                                      <p:cBhvr>
                                        <p:cTn id="43" dur="500"/>
                                        <p:tgtEl>
                                          <p:spTgt spid="50"/>
                                        </p:tgtEl>
                                      </p:cBhvr>
                                    </p:animEffect>
                                  </p:childTnLst>
                                </p:cTn>
                              </p:par>
                            </p:childTnLst>
                          </p:cTn>
                        </p:par>
                        <p:par>
                          <p:cTn id="44" fill="hold">
                            <p:stCondLst>
                              <p:cond delay="6000"/>
                            </p:stCondLst>
                            <p:childTnLst>
                              <p:par>
                                <p:cTn id="45" presetID="10" presetClass="entr" presetSubtype="0" fill="hold" grpId="0" nodeType="afterEffect">
                                  <p:stCondLst>
                                    <p:cond delay="0"/>
                                  </p:stCondLst>
                                  <p:childTnLst>
                                    <p:set>
                                      <p:cBhvr>
                                        <p:cTn id="46" dur="1" fill="hold">
                                          <p:stCondLst>
                                            <p:cond delay="0"/>
                                          </p:stCondLst>
                                        </p:cTn>
                                        <p:tgtEl>
                                          <p:spTgt spid="245"/>
                                        </p:tgtEl>
                                        <p:attrNameLst>
                                          <p:attrName>style.visibility</p:attrName>
                                        </p:attrNameLst>
                                      </p:cBhvr>
                                      <p:to>
                                        <p:strVal val="visible"/>
                                      </p:to>
                                    </p:set>
                                    <p:animEffect transition="in" filter="fade">
                                      <p:cBhvr>
                                        <p:cTn id="47" dur="500"/>
                                        <p:tgtEl>
                                          <p:spTgt spid="245"/>
                                        </p:tgtEl>
                                      </p:cBhvr>
                                    </p:animEffect>
                                  </p:childTnLst>
                                </p:cTn>
                              </p:par>
                            </p:childTnLst>
                          </p:cTn>
                        </p:par>
                        <p:par>
                          <p:cTn id="48" fill="hold">
                            <p:stCondLst>
                              <p:cond delay="6500"/>
                            </p:stCondLst>
                            <p:childTnLst>
                              <p:par>
                                <p:cTn id="49" presetID="10" presetClass="entr" presetSubtype="0" fill="hold" grpId="0" nodeType="afterEffect">
                                  <p:stCondLst>
                                    <p:cond delay="0"/>
                                  </p:stCondLst>
                                  <p:childTnLst>
                                    <p:set>
                                      <p:cBhvr>
                                        <p:cTn id="50" dur="1" fill="hold">
                                          <p:stCondLst>
                                            <p:cond delay="0"/>
                                          </p:stCondLst>
                                        </p:cTn>
                                        <p:tgtEl>
                                          <p:spTgt spid="246"/>
                                        </p:tgtEl>
                                        <p:attrNameLst>
                                          <p:attrName>style.visibility</p:attrName>
                                        </p:attrNameLst>
                                      </p:cBhvr>
                                      <p:to>
                                        <p:strVal val="visible"/>
                                      </p:to>
                                    </p:set>
                                    <p:animEffect transition="in" filter="fade">
                                      <p:cBhvr>
                                        <p:cTn id="51" dur="500"/>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43" grpId="0"/>
      <p:bldP spid="244" grpId="0"/>
      <p:bldP spid="245" grpId="0"/>
      <p:bldP spid="24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337631" y="1525793"/>
            <a:ext cx="1440000" cy="802687"/>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417275" y="3332094"/>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7971913" y="2459149"/>
            <a:ext cx="2445362" cy="2445357"/>
            <a:chOff x="10069482" y="2356046"/>
            <a:chExt cx="1440000" cy="1440000"/>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5" cstate="hqprint">
              <a:extLst>
                <a:ext uri="{BEBA8EAE-BF5A-486C-A8C5-ECC9F3942E4B}">
                  <a14:imgProps xmlns:a14="http://schemas.microsoft.com/office/drawing/2010/main">
                    <a14:imgLayer r:embed="rId6">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357055"/>
              <a:ext cx="1346200" cy="280420"/>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grpSp>
        <p:nvGrpSpPr>
          <p:cNvPr id="21" name="Group 20">
            <a:extLst>
              <a:ext uri="{FF2B5EF4-FFF2-40B4-BE49-F238E27FC236}">
                <a16:creationId xmlns:a16="http://schemas.microsoft.com/office/drawing/2014/main" id="{371467B9-4306-044E-37F2-D43219957A10}"/>
              </a:ext>
            </a:extLst>
          </p:cNvPr>
          <p:cNvGrpSpPr/>
          <p:nvPr/>
        </p:nvGrpSpPr>
        <p:grpSpPr>
          <a:xfrm>
            <a:off x="6672938" y="2921467"/>
            <a:ext cx="1346200" cy="1523066"/>
            <a:chOff x="8436781" y="2326788"/>
            <a:chExt cx="1346200" cy="1523066"/>
          </a:xfrm>
        </p:grpSpPr>
        <p:pic>
          <p:nvPicPr>
            <p:cNvPr id="15" name="Picture 14">
              <a:extLst>
                <a:ext uri="{FF2B5EF4-FFF2-40B4-BE49-F238E27FC236}">
                  <a16:creationId xmlns:a16="http://schemas.microsoft.com/office/drawing/2014/main" id="{5A7934A7-4F6A-D7CC-58BA-54C61B48A7FE}"/>
                </a:ext>
              </a:extLst>
            </p:cNvPr>
            <p:cNvPicPr>
              <a:picLocks noChangeAspect="1"/>
            </p:cNvPicPr>
            <p:nvPr/>
          </p:nvPicPr>
          <p:blipFill>
            <a:blip r:embed="rId7" cstate="hqprint">
              <a:extLst>
                <a:ext uri="{BEBA8EAE-BF5A-486C-A8C5-ECC9F3942E4B}">
                  <a14:imgProps xmlns:a14="http://schemas.microsoft.com/office/drawing/2010/main">
                    <a14:imgLayer r:embed="rId8">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20" name="TextBox 19">
              <a:extLst>
                <a:ext uri="{FF2B5EF4-FFF2-40B4-BE49-F238E27FC236}">
                  <a16:creationId xmlns:a16="http://schemas.microsoft.com/office/drawing/2014/main" id="{72563C92-52DC-1DA4-8578-F0B07BF507CB}"/>
                </a:ext>
              </a:extLst>
            </p:cNvPr>
            <p:cNvSpPr txBox="1"/>
            <p:nvPr/>
          </p:nvSpPr>
          <p:spPr>
            <a:xfrm>
              <a:off x="8436781" y="2326788"/>
              <a:ext cx="1346200" cy="360000"/>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488875" y="1005966"/>
            <a:ext cx="1440000" cy="144000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8623150" y="1365791"/>
            <a:ext cx="1080000" cy="108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4A261"/>
                </a:solidFill>
                <a:effectLst/>
              </a:rPr>
              <a:t>Frontend</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E76F51"/>
                </a:solidFill>
                <a:effectLst/>
              </a:rPr>
              <a:t>HTML5</a:t>
            </a:r>
            <a:r>
              <a:rPr lang="fr-FR" sz="3200" dirty="0">
                <a:solidFill>
                  <a:srgbClr val="C9ADA7"/>
                </a:solidFill>
                <a:effectLst/>
              </a:rPr>
              <a:t>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96917" y="3899290"/>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structurer le contenu des pages web de notre site de réservation de Sièges de Transport.</a:t>
            </a:r>
          </a:p>
        </p:txBody>
      </p:sp>
      <p:pic>
        <p:nvPicPr>
          <p:cNvPr id="33" name="Picture 32">
            <a:extLst>
              <a:ext uri="{FF2B5EF4-FFF2-40B4-BE49-F238E27FC236}">
                <a16:creationId xmlns:a16="http://schemas.microsoft.com/office/drawing/2014/main" id="{29858701-E396-3280-53CD-092A0299515F}"/>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84556" y="5178635"/>
            <a:ext cx="1440000" cy="745200"/>
          </a:xfrm>
          <a:prstGeom prst="rect">
            <a:avLst/>
          </a:prstGeom>
        </p:spPr>
      </p:pic>
      <p:pic>
        <p:nvPicPr>
          <p:cNvPr id="34" name="Graphic 33">
            <a:extLst>
              <a:ext uri="{FF2B5EF4-FFF2-40B4-BE49-F238E27FC236}">
                <a16:creationId xmlns:a16="http://schemas.microsoft.com/office/drawing/2014/main" id="{A4E6D178-B5F1-F9A2-6841-664CEF693DC0}"/>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8596872" y="5018807"/>
            <a:ext cx="1080000" cy="1080000"/>
          </a:xfrm>
          <a:prstGeom prst="rect">
            <a:avLst/>
          </a:prstGeom>
        </p:spPr>
      </p:pic>
      <p:pic>
        <p:nvPicPr>
          <p:cNvPr id="35" name="Picture 34">
            <a:extLst>
              <a:ext uri="{FF2B5EF4-FFF2-40B4-BE49-F238E27FC236}">
                <a16:creationId xmlns:a16="http://schemas.microsoft.com/office/drawing/2014/main" id="{1A87DF76-8FE0-6A31-7E3D-7D2A42EB86AA}"/>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36" name="TextBox 35">
            <a:extLst>
              <a:ext uri="{FF2B5EF4-FFF2-40B4-BE49-F238E27FC236}">
                <a16:creationId xmlns:a16="http://schemas.microsoft.com/office/drawing/2014/main" id="{52910E30-620D-1CC0-D544-0016EDA71218}"/>
              </a:ext>
            </a:extLst>
          </p:cNvPr>
          <p:cNvSpPr txBox="1"/>
          <p:nvPr/>
        </p:nvSpPr>
        <p:spPr>
          <a:xfrm>
            <a:off x="-5988586" y="28513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219EBC"/>
                </a:solidFill>
                <a:effectLst/>
              </a:rPr>
              <a:t>CSS3</a:t>
            </a:r>
            <a:r>
              <a:rPr lang="fr-FR" sz="3200" dirty="0">
                <a:solidFill>
                  <a:srgbClr val="C9ADA7"/>
                </a:solidFill>
                <a:effectLst/>
              </a:rPr>
              <a:t> </a:t>
            </a:r>
          </a:p>
        </p:txBody>
      </p:sp>
      <p:sp>
        <p:nvSpPr>
          <p:cNvPr id="37" name="TextBox 36">
            <a:extLst>
              <a:ext uri="{FF2B5EF4-FFF2-40B4-BE49-F238E27FC236}">
                <a16:creationId xmlns:a16="http://schemas.microsoft.com/office/drawing/2014/main" id="{917CB967-605F-74F6-5E0D-0F0EBD66FF65}"/>
              </a:ext>
            </a:extLst>
          </p:cNvPr>
          <p:cNvSpPr txBox="1"/>
          <p:nvPr/>
        </p:nvSpPr>
        <p:spPr>
          <a:xfrm>
            <a:off x="-5930883" y="4051690"/>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le design et la mise en page de notre site de réservation de Sièges de Transport.</a:t>
            </a:r>
          </a:p>
        </p:txBody>
      </p:sp>
      <p:sp>
        <p:nvSpPr>
          <p:cNvPr id="38" name="Slide Number Placeholder 37">
            <a:extLst>
              <a:ext uri="{FF2B5EF4-FFF2-40B4-BE49-F238E27FC236}">
                <a16:creationId xmlns:a16="http://schemas.microsoft.com/office/drawing/2014/main" id="{95D1F247-3737-A86C-5C06-3C9DAFA8FA14}"/>
              </a:ext>
            </a:extLst>
          </p:cNvPr>
          <p:cNvSpPr>
            <a:spLocks noGrp="1"/>
          </p:cNvSpPr>
          <p:nvPr>
            <p:ph type="sldNum" sz="quarter" idx="12"/>
          </p:nvPr>
        </p:nvSpPr>
        <p:spPr/>
        <p:txBody>
          <a:bodyPr/>
          <a:lstStyle/>
          <a:p>
            <a:pPr algn="ctr"/>
            <a:fld id="{DD31AE6B-CDAB-407E-9BC6-E294FE5CDB12}" type="slidenum">
              <a:rPr lang="fr-FR" smtClean="0"/>
              <a:pPr algn="ctr"/>
              <a:t>19</a:t>
            </a:fld>
            <a:endParaRPr lang="fr-FR"/>
          </a:p>
        </p:txBody>
      </p:sp>
      <p:sp>
        <p:nvSpPr>
          <p:cNvPr id="39" name="Rectangle: Rounded Corners 38">
            <a:extLst>
              <a:ext uri="{FF2B5EF4-FFF2-40B4-BE49-F238E27FC236}">
                <a16:creationId xmlns:a16="http://schemas.microsoft.com/office/drawing/2014/main" id="{A1064C05-46D1-0915-F098-8F7AA42194F0}"/>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50157039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337631" y="1525793"/>
            <a:ext cx="1440000" cy="802687"/>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417275" y="3332094"/>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5" cstate="hqprint">
              <a:extLst>
                <a:ext uri="{BEBA8EAE-BF5A-486C-A8C5-ECC9F3942E4B}">
                  <a14:imgProps xmlns:a14="http://schemas.microsoft.com/office/drawing/2010/main">
                    <a14:imgLayer r:embed="rId6">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488875" y="1005966"/>
            <a:ext cx="1440000" cy="144000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8623150" y="1365791"/>
            <a:ext cx="1080000" cy="108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4A261"/>
                </a:solidFill>
                <a:effectLst/>
              </a:rPr>
              <a:t>Frontend</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219EBC"/>
                </a:solidFill>
                <a:effectLst/>
              </a:rPr>
              <a:t>CSS3</a:t>
            </a:r>
            <a:r>
              <a:rPr lang="fr-FR" sz="3200" dirty="0">
                <a:solidFill>
                  <a:srgbClr val="C9ADA7"/>
                </a:solidFill>
                <a:effectLst/>
              </a:rPr>
              <a:t>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96917" y="3899290"/>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le design et la mise en page de notre site de réservation de Sièges de Transport.</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8135820" y="2428796"/>
            <a:ext cx="2165412" cy="2316297"/>
            <a:chOff x="8436781" y="2409854"/>
            <a:chExt cx="1346200" cy="1440000"/>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1" cstate="hqprint">
              <a:extLst>
                <a:ext uri="{BEBA8EAE-BF5A-486C-A8C5-ECC9F3942E4B}">
                  <a14:imgProps xmlns:a14="http://schemas.microsoft.com/office/drawing/2010/main">
                    <a14:imgLayer r:embed="rId12">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461007"/>
              <a:ext cx="1346200" cy="223806"/>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10" name="Picture 9">
            <a:extLst>
              <a:ext uri="{FF2B5EF4-FFF2-40B4-BE49-F238E27FC236}">
                <a16:creationId xmlns:a16="http://schemas.microsoft.com/office/drawing/2014/main" id="{FF3AE7F1-6882-8E30-C05D-B6CC65A79DC0}"/>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84556" y="5178635"/>
            <a:ext cx="1440000" cy="745200"/>
          </a:xfrm>
          <a:prstGeom prst="rect">
            <a:avLst/>
          </a:prstGeom>
        </p:spPr>
      </p:pic>
      <p:pic>
        <p:nvPicPr>
          <p:cNvPr id="12" name="Graphic 11">
            <a:extLst>
              <a:ext uri="{FF2B5EF4-FFF2-40B4-BE49-F238E27FC236}">
                <a16:creationId xmlns:a16="http://schemas.microsoft.com/office/drawing/2014/main" id="{903A65A7-998F-24A3-54EE-684688B19853}"/>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8596872" y="5018807"/>
            <a:ext cx="1080000" cy="1080000"/>
          </a:xfrm>
          <a:prstGeom prst="rect">
            <a:avLst/>
          </a:prstGeom>
        </p:spPr>
      </p:pic>
      <p:pic>
        <p:nvPicPr>
          <p:cNvPr id="13" name="Picture 12">
            <a:extLst>
              <a:ext uri="{FF2B5EF4-FFF2-40B4-BE49-F238E27FC236}">
                <a16:creationId xmlns:a16="http://schemas.microsoft.com/office/drawing/2014/main" id="{A4F6C294-DA44-F661-33CB-3CC1A540A302}"/>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14" name="TextBox 13">
            <a:extLst>
              <a:ext uri="{FF2B5EF4-FFF2-40B4-BE49-F238E27FC236}">
                <a16:creationId xmlns:a16="http://schemas.microsoft.com/office/drawing/2014/main" id="{9C11D61A-8519-9925-AB49-15F6B0457B3B}"/>
              </a:ext>
            </a:extLst>
          </p:cNvPr>
          <p:cNvSpPr txBox="1"/>
          <p:nvPr/>
        </p:nvSpPr>
        <p:spPr>
          <a:xfrm>
            <a:off x="-5607586"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FEEDD"/>
                </a:solidFill>
                <a:effectLst/>
              </a:rPr>
              <a:t>JavaScript</a:t>
            </a:r>
            <a:r>
              <a:rPr lang="fr-FR" sz="3200" dirty="0">
                <a:solidFill>
                  <a:srgbClr val="C9ADA7"/>
                </a:solidFill>
                <a:effectLst/>
              </a:rPr>
              <a:t> </a:t>
            </a:r>
          </a:p>
        </p:txBody>
      </p:sp>
      <p:sp>
        <p:nvSpPr>
          <p:cNvPr id="16" name="TextBox 15">
            <a:extLst>
              <a:ext uri="{FF2B5EF4-FFF2-40B4-BE49-F238E27FC236}">
                <a16:creationId xmlns:a16="http://schemas.microsoft.com/office/drawing/2014/main" id="{FC530047-3E57-6192-0ABC-8C4461D0CCAE}"/>
              </a:ext>
            </a:extLst>
          </p:cNvPr>
          <p:cNvSpPr txBox="1"/>
          <p:nvPr/>
        </p:nvSpPr>
        <p:spPr>
          <a:xfrm>
            <a:off x="-5548181" y="3899290"/>
            <a:ext cx="5112000" cy="1512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ajouter des fonctionnalités interactives à notre site. Par exemple, </a:t>
            </a:r>
            <a:r>
              <a:rPr lang="fr-FR" sz="2200" dirty="0">
                <a:solidFill>
                  <a:srgbClr val="FFEEDD"/>
                </a:solidFill>
                <a:latin typeface="Oswald ExtraLight" pitchFamily="2" charset="0"/>
              </a:rPr>
              <a:t>JavaScript</a:t>
            </a:r>
            <a:r>
              <a:rPr lang="fr-FR" sz="2200" dirty="0">
                <a:latin typeface="Oswald ExtraLight" pitchFamily="2" charset="0"/>
              </a:rPr>
              <a:t> peut être utilisé pour valider les formulaires de réservation.</a:t>
            </a:r>
          </a:p>
        </p:txBody>
      </p:sp>
      <p:sp>
        <p:nvSpPr>
          <p:cNvPr id="19" name="Slide Number Placeholder 18">
            <a:extLst>
              <a:ext uri="{FF2B5EF4-FFF2-40B4-BE49-F238E27FC236}">
                <a16:creationId xmlns:a16="http://schemas.microsoft.com/office/drawing/2014/main" id="{777F9C36-2669-846E-4B3C-0D42E9AAC94D}"/>
              </a:ext>
            </a:extLst>
          </p:cNvPr>
          <p:cNvSpPr>
            <a:spLocks noGrp="1"/>
          </p:cNvSpPr>
          <p:nvPr>
            <p:ph type="sldNum" sz="quarter" idx="12"/>
          </p:nvPr>
        </p:nvSpPr>
        <p:spPr/>
        <p:txBody>
          <a:bodyPr/>
          <a:lstStyle/>
          <a:p>
            <a:pPr algn="ctr"/>
            <a:fld id="{DD31AE6B-CDAB-407E-9BC6-E294FE5CDB12}" type="slidenum">
              <a:rPr lang="fr-FR" smtClean="0"/>
              <a:pPr algn="ctr"/>
              <a:t>20</a:t>
            </a:fld>
            <a:endParaRPr lang="fr-FR"/>
          </a:p>
        </p:txBody>
      </p:sp>
      <p:sp>
        <p:nvSpPr>
          <p:cNvPr id="24" name="Rectangle: Rounded Corners 23">
            <a:extLst>
              <a:ext uri="{FF2B5EF4-FFF2-40B4-BE49-F238E27FC236}">
                <a16:creationId xmlns:a16="http://schemas.microsoft.com/office/drawing/2014/main" id="{3E7BA997-E74B-6F53-0BC1-0F2FE5418DB4}"/>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5912949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337631" y="1525793"/>
            <a:ext cx="1440000" cy="802687"/>
          </a:xfrm>
          <a:prstGeom prst="rect">
            <a:avLst/>
          </a:prstGeom>
        </p:spPr>
      </p:pic>
      <p:pic>
        <p:nvPicPr>
          <p:cNvPr id="9" name="Picture 8">
            <a:extLst>
              <a:ext uri="{FF2B5EF4-FFF2-40B4-BE49-F238E27FC236}">
                <a16:creationId xmlns:a16="http://schemas.microsoft.com/office/drawing/2014/main" id="{C0C7B0B0-EE4E-C45A-BCFC-E0523641DDC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384556" y="5178635"/>
            <a:ext cx="1440000" cy="745200"/>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0417275" y="3332094"/>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6" cstate="hqprint">
              <a:extLst>
                <a:ext uri="{BEBA8EAE-BF5A-486C-A8C5-ECC9F3942E4B}">
                  <a14:imgProps xmlns:a14="http://schemas.microsoft.com/office/drawing/2010/main">
                    <a14:imgLayer r:embed="rId7">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7606854" y="1887094"/>
            <a:ext cx="2614120" cy="261412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8623150" y="1365791"/>
            <a:ext cx="1080000" cy="1080000"/>
          </a:xfrm>
          <a:prstGeom prst="rect">
            <a:avLst/>
          </a:prstGeom>
        </p:spPr>
      </p:pic>
      <p:pic>
        <p:nvPicPr>
          <p:cNvPr id="26" name="Graphic 25">
            <a:extLst>
              <a:ext uri="{FF2B5EF4-FFF2-40B4-BE49-F238E27FC236}">
                <a16:creationId xmlns:a16="http://schemas.microsoft.com/office/drawing/2014/main" id="{3E25F3EF-E54A-57FD-1EB2-11B8221D7F27}"/>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8596872" y="5018807"/>
            <a:ext cx="1080000" cy="1080000"/>
          </a:xfrm>
          <a:prstGeom prst="rect">
            <a:avLst/>
          </a:prstGeom>
        </p:spPr>
      </p:pic>
      <p:pic>
        <p:nvPicPr>
          <p:cNvPr id="27" name="Picture 26">
            <a:extLst>
              <a:ext uri="{FF2B5EF4-FFF2-40B4-BE49-F238E27FC236}">
                <a16:creationId xmlns:a16="http://schemas.microsoft.com/office/drawing/2014/main" id="{257616BB-B5A0-9960-D855-ABFBAFA7C4BF}"/>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4A261"/>
                </a:solidFill>
                <a:effectLst/>
              </a:rPr>
              <a:t>Frontend</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FEEDD"/>
                </a:solidFill>
                <a:effectLst/>
              </a:rPr>
              <a:t>JavaScript</a:t>
            </a:r>
            <a:r>
              <a:rPr lang="fr-FR" sz="3200" dirty="0">
                <a:solidFill>
                  <a:srgbClr val="C9ADA7"/>
                </a:solidFill>
                <a:effectLst/>
              </a:rPr>
              <a:t>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98619" y="3899290"/>
            <a:ext cx="5112000" cy="1512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ajouter des fonctionnalités interactives à notre site. Par exemple, </a:t>
            </a:r>
            <a:r>
              <a:rPr lang="fr-FR" sz="2200" dirty="0">
                <a:solidFill>
                  <a:srgbClr val="FFEEDD"/>
                </a:solidFill>
                <a:latin typeface="Oswald ExtraLight" pitchFamily="2" charset="0"/>
              </a:rPr>
              <a:t>JavaScript</a:t>
            </a:r>
            <a:r>
              <a:rPr lang="fr-FR" sz="2200" dirty="0">
                <a:latin typeface="Oswald ExtraLight" pitchFamily="2" charset="0"/>
              </a:rPr>
              <a:t> peut être utilisé pour valider les formulaires de réservation.</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5" cstate="hqprint">
              <a:extLst>
                <a:ext uri="{BEBA8EAE-BF5A-486C-A8C5-ECC9F3942E4B}">
                  <a14:imgProps xmlns:a14="http://schemas.microsoft.com/office/drawing/2010/main">
                    <a14:imgLayer r:embed="rId16">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sp>
        <p:nvSpPr>
          <p:cNvPr id="12" name="TextBox 11">
            <a:extLst>
              <a:ext uri="{FF2B5EF4-FFF2-40B4-BE49-F238E27FC236}">
                <a16:creationId xmlns:a16="http://schemas.microsoft.com/office/drawing/2014/main" id="{AE13FDA3-09A1-B457-99A8-4F7339479A8D}"/>
              </a:ext>
            </a:extLst>
          </p:cNvPr>
          <p:cNvSpPr txBox="1"/>
          <p:nvPr/>
        </p:nvSpPr>
        <p:spPr>
          <a:xfrm>
            <a:off x="-6355164"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6B6F9E"/>
                </a:solidFill>
                <a:effectLst/>
              </a:rPr>
              <a:t>Backend</a:t>
            </a:r>
          </a:p>
        </p:txBody>
      </p:sp>
      <p:sp>
        <p:nvSpPr>
          <p:cNvPr id="13" name="TextBox 12">
            <a:extLst>
              <a:ext uri="{FF2B5EF4-FFF2-40B4-BE49-F238E27FC236}">
                <a16:creationId xmlns:a16="http://schemas.microsoft.com/office/drawing/2014/main" id="{00D121B7-C4A1-CDF5-C991-977B231EE103}"/>
              </a:ext>
            </a:extLst>
          </p:cNvPr>
          <p:cNvSpPr txBox="1"/>
          <p:nvPr/>
        </p:nvSpPr>
        <p:spPr>
          <a:xfrm>
            <a:off x="-6394986"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888CAA"/>
                </a:solidFill>
                <a:effectLst/>
              </a:rPr>
              <a:t>PHP </a:t>
            </a:r>
          </a:p>
        </p:txBody>
      </p:sp>
      <p:sp>
        <p:nvSpPr>
          <p:cNvPr id="14" name="TextBox 13">
            <a:extLst>
              <a:ext uri="{FF2B5EF4-FFF2-40B4-BE49-F238E27FC236}">
                <a16:creationId xmlns:a16="http://schemas.microsoft.com/office/drawing/2014/main" id="{91FC2A74-F8B3-1F2B-C747-876B86FA82C5}"/>
              </a:ext>
            </a:extLst>
          </p:cNvPr>
          <p:cNvSpPr txBox="1"/>
          <p:nvPr/>
        </p:nvSpPr>
        <p:spPr>
          <a:xfrm>
            <a:off x="-6338120" y="3899290"/>
            <a:ext cx="5112000" cy="1692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le traitement côté serveur. Par exemple, </a:t>
            </a:r>
            <a:r>
              <a:rPr lang="fr-FR" sz="2200" dirty="0">
                <a:solidFill>
                  <a:srgbClr val="777BB3"/>
                </a:solidFill>
                <a:latin typeface="Oswald ExtraLight" pitchFamily="2" charset="0"/>
              </a:rPr>
              <a:t>PHP</a:t>
            </a:r>
            <a:r>
              <a:rPr lang="fr-FR" sz="2200" dirty="0">
                <a:latin typeface="Oswald ExtraLight" pitchFamily="2" charset="0"/>
              </a:rPr>
              <a:t> peut être utilisé pour interagir avec la base de données </a:t>
            </a:r>
            <a:r>
              <a:rPr lang="fr-FR" sz="2200" dirty="0">
                <a:solidFill>
                  <a:srgbClr val="ABB4C4"/>
                </a:solidFill>
                <a:latin typeface="Oswald ExtraLight" pitchFamily="2" charset="0"/>
              </a:rPr>
              <a:t>MySQL</a:t>
            </a:r>
            <a:r>
              <a:rPr lang="fr-FR" sz="2200" dirty="0">
                <a:latin typeface="Oswald ExtraLight" pitchFamily="2" charset="0"/>
              </a:rPr>
              <a:t> pour stocker et récupérer les informations de réservation.</a:t>
            </a:r>
          </a:p>
        </p:txBody>
      </p:sp>
      <p:sp>
        <p:nvSpPr>
          <p:cNvPr id="15" name="Slide Number Placeholder 14">
            <a:extLst>
              <a:ext uri="{FF2B5EF4-FFF2-40B4-BE49-F238E27FC236}">
                <a16:creationId xmlns:a16="http://schemas.microsoft.com/office/drawing/2014/main" id="{A3BA6324-CB7C-1C94-EE28-EAAF2FD95AF0}"/>
              </a:ext>
            </a:extLst>
          </p:cNvPr>
          <p:cNvSpPr>
            <a:spLocks noGrp="1"/>
          </p:cNvSpPr>
          <p:nvPr>
            <p:ph type="sldNum" sz="quarter" idx="12"/>
          </p:nvPr>
        </p:nvSpPr>
        <p:spPr/>
        <p:txBody>
          <a:bodyPr/>
          <a:lstStyle/>
          <a:p>
            <a:pPr algn="ctr"/>
            <a:fld id="{DD31AE6B-CDAB-407E-9BC6-E294FE5CDB12}" type="slidenum">
              <a:rPr lang="fr-FR" smtClean="0"/>
              <a:pPr algn="ctr"/>
              <a:t>21</a:t>
            </a:fld>
            <a:endParaRPr lang="fr-FR"/>
          </a:p>
        </p:txBody>
      </p:sp>
      <p:sp>
        <p:nvSpPr>
          <p:cNvPr id="16" name="Rectangle: Rounded Corners 15">
            <a:extLst>
              <a:ext uri="{FF2B5EF4-FFF2-40B4-BE49-F238E27FC236}">
                <a16:creationId xmlns:a16="http://schemas.microsoft.com/office/drawing/2014/main" id="{18FD67AC-3BC2-0738-5454-5D0E5249E8CC}"/>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93261002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337631" y="1525793"/>
            <a:ext cx="1440000" cy="802687"/>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11128" y="3039537"/>
            <a:ext cx="2520000" cy="1361392"/>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5" cstate="hqprint">
              <a:extLst>
                <a:ext uri="{BEBA8EAE-BF5A-486C-A8C5-ECC9F3942E4B}">
                  <a14:imgProps xmlns:a14="http://schemas.microsoft.com/office/drawing/2010/main">
                    <a14:imgLayer r:embed="rId6">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10453119" y="2723864"/>
            <a:ext cx="1440000" cy="144000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8623150" y="1365791"/>
            <a:ext cx="1080000" cy="108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6B6F9E"/>
                </a:solidFill>
                <a:effectLst/>
              </a:rPr>
              <a:t>Backend</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888CAA"/>
                </a:solidFill>
                <a:effectLst/>
              </a:rPr>
              <a:t>PHP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96080" y="3899290"/>
            <a:ext cx="5112000" cy="1692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le traitement côté serveur. Par exemple, </a:t>
            </a:r>
            <a:r>
              <a:rPr lang="fr-FR" sz="2200" dirty="0">
                <a:solidFill>
                  <a:srgbClr val="777BB3"/>
                </a:solidFill>
                <a:latin typeface="Oswald ExtraLight" pitchFamily="2" charset="0"/>
              </a:rPr>
              <a:t>PHP</a:t>
            </a:r>
            <a:r>
              <a:rPr lang="fr-FR" sz="2200" dirty="0">
                <a:latin typeface="Oswald ExtraLight" pitchFamily="2" charset="0"/>
              </a:rPr>
              <a:t> peut être utilisé pour interagir avec la base de données </a:t>
            </a:r>
            <a:r>
              <a:rPr lang="fr-FR" sz="2200" dirty="0">
                <a:solidFill>
                  <a:srgbClr val="ABB4C4"/>
                </a:solidFill>
                <a:latin typeface="Oswald ExtraLight" pitchFamily="2" charset="0"/>
              </a:rPr>
              <a:t>MySQL</a:t>
            </a:r>
            <a:r>
              <a:rPr lang="fr-FR" sz="2200" dirty="0">
                <a:latin typeface="Oswald ExtraLight" pitchFamily="2" charset="0"/>
              </a:rPr>
              <a:t> pour stocker et récupérer les informations de réservation.</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1" cstate="hqprint">
              <a:extLst>
                <a:ext uri="{BEBA8EAE-BF5A-486C-A8C5-ECC9F3942E4B}">
                  <a14:imgProps xmlns:a14="http://schemas.microsoft.com/office/drawing/2010/main">
                    <a14:imgLayer r:embed="rId12">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12" name="Picture 11">
            <a:extLst>
              <a:ext uri="{FF2B5EF4-FFF2-40B4-BE49-F238E27FC236}">
                <a16:creationId xmlns:a16="http://schemas.microsoft.com/office/drawing/2014/main" id="{B6CD7B6C-7019-3A9B-61FE-05CC886428CB}"/>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84556" y="5178635"/>
            <a:ext cx="1440000" cy="745200"/>
          </a:xfrm>
          <a:prstGeom prst="rect">
            <a:avLst/>
          </a:prstGeom>
        </p:spPr>
      </p:pic>
      <p:pic>
        <p:nvPicPr>
          <p:cNvPr id="13" name="Graphic 12">
            <a:extLst>
              <a:ext uri="{FF2B5EF4-FFF2-40B4-BE49-F238E27FC236}">
                <a16:creationId xmlns:a16="http://schemas.microsoft.com/office/drawing/2014/main" id="{2B16739E-8E35-C776-E046-4DBD6FC70406}"/>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8596872" y="5018807"/>
            <a:ext cx="1080000" cy="1080000"/>
          </a:xfrm>
          <a:prstGeom prst="rect">
            <a:avLst/>
          </a:prstGeom>
        </p:spPr>
      </p:pic>
      <p:pic>
        <p:nvPicPr>
          <p:cNvPr id="14" name="Picture 13">
            <a:extLst>
              <a:ext uri="{FF2B5EF4-FFF2-40B4-BE49-F238E27FC236}">
                <a16:creationId xmlns:a16="http://schemas.microsoft.com/office/drawing/2014/main" id="{8968BBB7-9085-4F63-2B61-F96724565B23}"/>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16" name="TextBox 15">
            <a:extLst>
              <a:ext uri="{FF2B5EF4-FFF2-40B4-BE49-F238E27FC236}">
                <a16:creationId xmlns:a16="http://schemas.microsoft.com/office/drawing/2014/main" id="{80740CE7-C0FA-0335-5857-31A76AD68E8A}"/>
              </a:ext>
            </a:extLst>
          </p:cNvPr>
          <p:cNvSpPr txBox="1"/>
          <p:nvPr/>
        </p:nvSpPr>
        <p:spPr>
          <a:xfrm>
            <a:off x="-6902986"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949FB3"/>
                </a:solidFill>
                <a:effectLst/>
              </a:rPr>
              <a:t>SQL </a:t>
            </a:r>
          </a:p>
        </p:txBody>
      </p:sp>
      <p:sp>
        <p:nvSpPr>
          <p:cNvPr id="19" name="TextBox 18">
            <a:extLst>
              <a:ext uri="{FF2B5EF4-FFF2-40B4-BE49-F238E27FC236}">
                <a16:creationId xmlns:a16="http://schemas.microsoft.com/office/drawing/2014/main" id="{1D0A7021-F458-6561-B9F4-4C5D37D7940D}"/>
              </a:ext>
            </a:extLst>
          </p:cNvPr>
          <p:cNvSpPr txBox="1"/>
          <p:nvPr/>
        </p:nvSpPr>
        <p:spPr>
          <a:xfrm>
            <a:off x="-6868124" y="3899290"/>
            <a:ext cx="5112000" cy="1980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interagir avec la base de données. Par exemple, </a:t>
            </a:r>
            <a:r>
              <a:rPr lang="fr-FR" sz="2200" dirty="0">
                <a:solidFill>
                  <a:srgbClr val="949FB3"/>
                </a:solidFill>
                <a:latin typeface="Oswald ExtraLight" pitchFamily="2" charset="0"/>
              </a:rPr>
              <a:t>SQL</a:t>
            </a:r>
            <a:r>
              <a:rPr lang="fr-FR" sz="2200" dirty="0">
                <a:latin typeface="Oswald ExtraLight" pitchFamily="2" charset="0"/>
              </a:rPr>
              <a:t> est utilisé pour écrire des requêtes pour créer, lire, mettre à jour et supprimer des données dans la base de données </a:t>
            </a:r>
            <a:r>
              <a:rPr lang="fr-FR" sz="2200" dirty="0">
                <a:solidFill>
                  <a:srgbClr val="ABB4C4"/>
                </a:solidFill>
                <a:latin typeface="Oswald ExtraLight" pitchFamily="2" charset="0"/>
              </a:rPr>
              <a:t>MySQL</a:t>
            </a:r>
            <a:r>
              <a:rPr lang="fr-FR" sz="2200" dirty="0">
                <a:latin typeface="Oswald ExtraLight" pitchFamily="2" charset="0"/>
              </a:rPr>
              <a:t>.</a:t>
            </a:r>
          </a:p>
        </p:txBody>
      </p:sp>
      <p:sp>
        <p:nvSpPr>
          <p:cNvPr id="20" name="Slide Number Placeholder 19">
            <a:extLst>
              <a:ext uri="{FF2B5EF4-FFF2-40B4-BE49-F238E27FC236}">
                <a16:creationId xmlns:a16="http://schemas.microsoft.com/office/drawing/2014/main" id="{507959C1-DEFB-7295-F85E-8EA42AD1085B}"/>
              </a:ext>
            </a:extLst>
          </p:cNvPr>
          <p:cNvSpPr>
            <a:spLocks noGrp="1"/>
          </p:cNvSpPr>
          <p:nvPr>
            <p:ph type="sldNum" sz="quarter" idx="12"/>
          </p:nvPr>
        </p:nvSpPr>
        <p:spPr/>
        <p:txBody>
          <a:bodyPr/>
          <a:lstStyle/>
          <a:p>
            <a:pPr algn="ctr"/>
            <a:fld id="{DD31AE6B-CDAB-407E-9BC6-E294FE5CDB12}" type="slidenum">
              <a:rPr lang="fr-FR" smtClean="0"/>
              <a:pPr algn="ctr"/>
              <a:t>22</a:t>
            </a:fld>
            <a:endParaRPr lang="fr-FR"/>
          </a:p>
        </p:txBody>
      </p:sp>
      <p:sp>
        <p:nvSpPr>
          <p:cNvPr id="21" name="Rectangle: Rounded Corners 20">
            <a:extLst>
              <a:ext uri="{FF2B5EF4-FFF2-40B4-BE49-F238E27FC236}">
                <a16:creationId xmlns:a16="http://schemas.microsoft.com/office/drawing/2014/main" id="{9ADFFCA6-A4AC-7DCF-1F09-C0312C70BF43}"/>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292271729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337631" y="1525793"/>
            <a:ext cx="1440000" cy="802687"/>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416872" y="1612466"/>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5" cstate="hqprint">
              <a:extLst>
                <a:ext uri="{BEBA8EAE-BF5A-486C-A8C5-ECC9F3942E4B}">
                  <a14:imgProps xmlns:a14="http://schemas.microsoft.com/office/drawing/2010/main">
                    <a14:imgLayer r:embed="rId6">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10453119" y="2723864"/>
            <a:ext cx="1440000" cy="144000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8204565" y="2660605"/>
            <a:ext cx="2088000" cy="2088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6B6F9E"/>
                </a:solidFill>
                <a:effectLst/>
              </a:rPr>
              <a:t>Backend</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949FB3"/>
                </a:solidFill>
                <a:effectLst/>
              </a:rPr>
              <a:t>SQL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74076" y="3899290"/>
            <a:ext cx="5112000" cy="1980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interagir avec la base de données. Par exemple, </a:t>
            </a:r>
            <a:r>
              <a:rPr lang="fr-FR" sz="2200" dirty="0">
                <a:solidFill>
                  <a:srgbClr val="949FB3"/>
                </a:solidFill>
                <a:latin typeface="Oswald ExtraLight" pitchFamily="2" charset="0"/>
              </a:rPr>
              <a:t>SQL</a:t>
            </a:r>
            <a:r>
              <a:rPr lang="fr-FR" sz="2200" dirty="0">
                <a:latin typeface="Oswald ExtraLight" pitchFamily="2" charset="0"/>
              </a:rPr>
              <a:t> est utilisé pour écrire des requêtes pour créer, lire, mettre à jour et supprimer des données dans la base de données </a:t>
            </a:r>
            <a:r>
              <a:rPr lang="fr-FR" sz="2200" dirty="0">
                <a:solidFill>
                  <a:srgbClr val="ABB4C4"/>
                </a:solidFill>
                <a:latin typeface="Oswald ExtraLight" pitchFamily="2" charset="0"/>
              </a:rPr>
              <a:t>MySQL</a:t>
            </a:r>
            <a:r>
              <a:rPr lang="fr-FR" sz="2200" dirty="0">
                <a:latin typeface="Oswald ExtraLight" pitchFamily="2" charset="0"/>
              </a:rPr>
              <a:t>.</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1" cstate="hqprint">
              <a:extLst>
                <a:ext uri="{BEBA8EAE-BF5A-486C-A8C5-ECC9F3942E4B}">
                  <a14:imgProps xmlns:a14="http://schemas.microsoft.com/office/drawing/2010/main">
                    <a14:imgLayer r:embed="rId12">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7" name="Picture 6">
            <a:extLst>
              <a:ext uri="{FF2B5EF4-FFF2-40B4-BE49-F238E27FC236}">
                <a16:creationId xmlns:a16="http://schemas.microsoft.com/office/drawing/2014/main" id="{25DF69D7-5A6B-189D-A69E-281B78C8FC24}"/>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84556" y="5178635"/>
            <a:ext cx="1440000" cy="745200"/>
          </a:xfrm>
          <a:prstGeom prst="rect">
            <a:avLst/>
          </a:prstGeom>
        </p:spPr>
      </p:pic>
      <p:pic>
        <p:nvPicPr>
          <p:cNvPr id="8" name="Graphic 7">
            <a:extLst>
              <a:ext uri="{FF2B5EF4-FFF2-40B4-BE49-F238E27FC236}">
                <a16:creationId xmlns:a16="http://schemas.microsoft.com/office/drawing/2014/main" id="{46E949A1-974E-C4A9-7D85-45408AEF94CD}"/>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8596872" y="5018807"/>
            <a:ext cx="1080000" cy="1080000"/>
          </a:xfrm>
          <a:prstGeom prst="rect">
            <a:avLst/>
          </a:prstGeom>
        </p:spPr>
      </p:pic>
      <p:pic>
        <p:nvPicPr>
          <p:cNvPr id="10" name="Picture 9">
            <a:extLst>
              <a:ext uri="{FF2B5EF4-FFF2-40B4-BE49-F238E27FC236}">
                <a16:creationId xmlns:a16="http://schemas.microsoft.com/office/drawing/2014/main" id="{F8F663DB-3276-43B6-E12D-A11A358865CE}"/>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15" name="TextBox 14">
            <a:extLst>
              <a:ext uri="{FF2B5EF4-FFF2-40B4-BE49-F238E27FC236}">
                <a16:creationId xmlns:a16="http://schemas.microsoft.com/office/drawing/2014/main" id="{D7FAC293-8421-6CDC-F244-1BF250553AFB}"/>
              </a:ext>
            </a:extLst>
          </p:cNvPr>
          <p:cNvSpPr txBox="1"/>
          <p:nvPr/>
        </p:nvSpPr>
        <p:spPr>
          <a:xfrm>
            <a:off x="-6013986"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ABB4C4"/>
                </a:solidFill>
                <a:effectLst/>
              </a:rPr>
              <a:t>MySQL </a:t>
            </a:r>
          </a:p>
        </p:txBody>
      </p:sp>
      <p:sp>
        <p:nvSpPr>
          <p:cNvPr id="16" name="TextBox 15">
            <a:extLst>
              <a:ext uri="{FF2B5EF4-FFF2-40B4-BE49-F238E27FC236}">
                <a16:creationId xmlns:a16="http://schemas.microsoft.com/office/drawing/2014/main" id="{18C0DB9E-F46F-B992-F599-ACFC3795C247}"/>
              </a:ext>
            </a:extLst>
          </p:cNvPr>
          <p:cNvSpPr txBox="1"/>
          <p:nvPr/>
        </p:nvSpPr>
        <p:spPr>
          <a:xfrm>
            <a:off x="-5994075" y="3899290"/>
            <a:ext cx="5112000" cy="1656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Système de gestion de base de données utilisé pour stocker toutes les données relatives à notre site de réservation de Sièges de Transport.</a:t>
            </a:r>
          </a:p>
        </p:txBody>
      </p:sp>
      <p:sp>
        <p:nvSpPr>
          <p:cNvPr id="19" name="Slide Number Placeholder 18">
            <a:extLst>
              <a:ext uri="{FF2B5EF4-FFF2-40B4-BE49-F238E27FC236}">
                <a16:creationId xmlns:a16="http://schemas.microsoft.com/office/drawing/2014/main" id="{F57BD79D-E0B0-6BB1-E2B9-AFDE47362CF0}"/>
              </a:ext>
            </a:extLst>
          </p:cNvPr>
          <p:cNvSpPr>
            <a:spLocks noGrp="1"/>
          </p:cNvSpPr>
          <p:nvPr>
            <p:ph type="sldNum" sz="quarter" idx="12"/>
          </p:nvPr>
        </p:nvSpPr>
        <p:spPr/>
        <p:txBody>
          <a:bodyPr/>
          <a:lstStyle/>
          <a:p>
            <a:pPr algn="ctr"/>
            <a:fld id="{DD31AE6B-CDAB-407E-9BC6-E294FE5CDB12}" type="slidenum">
              <a:rPr lang="fr-FR" smtClean="0"/>
              <a:pPr algn="ctr"/>
              <a:t>23</a:t>
            </a:fld>
            <a:endParaRPr lang="fr-FR"/>
          </a:p>
        </p:txBody>
      </p:sp>
      <p:sp>
        <p:nvSpPr>
          <p:cNvPr id="20" name="Rectangle: Rounded Corners 19">
            <a:extLst>
              <a:ext uri="{FF2B5EF4-FFF2-40B4-BE49-F238E27FC236}">
                <a16:creationId xmlns:a16="http://schemas.microsoft.com/office/drawing/2014/main" id="{EF684E2E-8837-B9B7-4376-5F8CB80DE344}"/>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81847627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337631" y="1525793"/>
            <a:ext cx="1440000" cy="802687"/>
          </a:xfrm>
          <a:prstGeom prst="rect">
            <a:avLst/>
          </a:prstGeom>
        </p:spPr>
      </p:pic>
      <p:pic>
        <p:nvPicPr>
          <p:cNvPr id="9" name="Picture 8">
            <a:extLst>
              <a:ext uri="{FF2B5EF4-FFF2-40B4-BE49-F238E27FC236}">
                <a16:creationId xmlns:a16="http://schemas.microsoft.com/office/drawing/2014/main" id="{C0C7B0B0-EE4E-C45A-BCFC-E0523641DDC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11128" y="3114465"/>
            <a:ext cx="2520000" cy="1304100"/>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416872" y="1612466"/>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6" cstate="hqprint">
              <a:extLst>
                <a:ext uri="{BEBA8EAE-BF5A-486C-A8C5-ECC9F3942E4B}">
                  <a14:imgProps xmlns:a14="http://schemas.microsoft.com/office/drawing/2010/main">
                    <a14:imgLayer r:embed="rId7">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453119" y="2723864"/>
            <a:ext cx="1440000" cy="144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6B6F9E"/>
                </a:solidFill>
                <a:effectLst/>
              </a:rPr>
              <a:t>Backend</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698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ABB4C4"/>
                </a:solidFill>
                <a:effectLst/>
              </a:rPr>
              <a:t>MySQL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59125" y="3899290"/>
            <a:ext cx="5112000" cy="1656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Système de gestion de base de données utilisé pour stocker toutes les données relatives à notre site de réservation de Sièges de Transport.</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0" cstate="hqprint">
              <a:extLst>
                <a:ext uri="{BEBA8EAE-BF5A-486C-A8C5-ECC9F3942E4B}">
                  <a14:imgProps xmlns:a14="http://schemas.microsoft.com/office/drawing/2010/main">
                    <a14:imgLayer r:embed="rId11">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8" name="Graphic 7">
            <a:extLst>
              <a:ext uri="{FF2B5EF4-FFF2-40B4-BE49-F238E27FC236}">
                <a16:creationId xmlns:a16="http://schemas.microsoft.com/office/drawing/2014/main" id="{7B8C8C55-2610-CA74-FC42-5D2346E04A8B}"/>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8596872" y="5018807"/>
            <a:ext cx="1080000" cy="1080000"/>
          </a:xfrm>
          <a:prstGeom prst="rect">
            <a:avLst/>
          </a:prstGeom>
        </p:spPr>
      </p:pic>
      <p:pic>
        <p:nvPicPr>
          <p:cNvPr id="10" name="Picture 9">
            <a:extLst>
              <a:ext uri="{FF2B5EF4-FFF2-40B4-BE49-F238E27FC236}">
                <a16:creationId xmlns:a16="http://schemas.microsoft.com/office/drawing/2014/main" id="{CB977397-A366-B3B9-2FCE-A517AADAAA9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12" name="TextBox 11">
            <a:extLst>
              <a:ext uri="{FF2B5EF4-FFF2-40B4-BE49-F238E27FC236}">
                <a16:creationId xmlns:a16="http://schemas.microsoft.com/office/drawing/2014/main" id="{1352FB16-210A-C808-0077-3C3B391D0EF5}"/>
              </a:ext>
            </a:extLst>
          </p:cNvPr>
          <p:cNvSpPr txBox="1"/>
          <p:nvPr/>
        </p:nvSpPr>
        <p:spPr>
          <a:xfrm>
            <a:off x="-6990164"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9A8C98"/>
                </a:solidFill>
                <a:effectLst/>
              </a:rPr>
              <a:t>Outils de gestion de bases de données</a:t>
            </a:r>
          </a:p>
        </p:txBody>
      </p:sp>
      <p:sp>
        <p:nvSpPr>
          <p:cNvPr id="13" name="TextBox 12">
            <a:extLst>
              <a:ext uri="{FF2B5EF4-FFF2-40B4-BE49-F238E27FC236}">
                <a16:creationId xmlns:a16="http://schemas.microsoft.com/office/drawing/2014/main" id="{AA9F0CB2-ACF0-AF56-1C98-3CFC3EBC318A}"/>
              </a:ext>
            </a:extLst>
          </p:cNvPr>
          <p:cNvSpPr txBox="1"/>
          <p:nvPr/>
        </p:nvSpPr>
        <p:spPr>
          <a:xfrm>
            <a:off x="-7029986" y="2825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C9ADA7"/>
                </a:solidFill>
                <a:effectLst/>
              </a:rPr>
              <a:t>phpMyAdmin </a:t>
            </a:r>
          </a:p>
        </p:txBody>
      </p:sp>
      <p:sp>
        <p:nvSpPr>
          <p:cNvPr id="14" name="TextBox 13">
            <a:extLst>
              <a:ext uri="{FF2B5EF4-FFF2-40B4-BE49-F238E27FC236}">
                <a16:creationId xmlns:a16="http://schemas.microsoft.com/office/drawing/2014/main" id="{6074AFE4-CD75-BE02-AE53-A7C3FCECE1E5}"/>
              </a:ext>
            </a:extLst>
          </p:cNvPr>
          <p:cNvSpPr txBox="1"/>
          <p:nvPr/>
        </p:nvSpPr>
        <p:spPr>
          <a:xfrm>
            <a:off x="-7029986" y="3899290"/>
            <a:ext cx="5112000" cy="1080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gérer notre base de données MySQL via une interface web. </a:t>
            </a:r>
          </a:p>
        </p:txBody>
      </p:sp>
      <p:pic>
        <p:nvPicPr>
          <p:cNvPr id="15" name="Graphic 14">
            <a:extLst>
              <a:ext uri="{FF2B5EF4-FFF2-40B4-BE49-F238E27FC236}">
                <a16:creationId xmlns:a16="http://schemas.microsoft.com/office/drawing/2014/main" id="{9D770023-CB23-8B6E-9E8C-1C7963C50DAE}"/>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10633119" y="5018807"/>
            <a:ext cx="1080000" cy="1080000"/>
          </a:xfrm>
          <a:prstGeom prst="rect">
            <a:avLst/>
          </a:prstGeom>
        </p:spPr>
      </p:pic>
      <p:sp>
        <p:nvSpPr>
          <p:cNvPr id="16" name="Slide Number Placeholder 15">
            <a:extLst>
              <a:ext uri="{FF2B5EF4-FFF2-40B4-BE49-F238E27FC236}">
                <a16:creationId xmlns:a16="http://schemas.microsoft.com/office/drawing/2014/main" id="{5FB5F88E-5002-F38A-2589-2E573A7CA6FC}"/>
              </a:ext>
            </a:extLst>
          </p:cNvPr>
          <p:cNvSpPr>
            <a:spLocks noGrp="1"/>
          </p:cNvSpPr>
          <p:nvPr>
            <p:ph type="sldNum" sz="quarter" idx="12"/>
          </p:nvPr>
        </p:nvSpPr>
        <p:spPr/>
        <p:txBody>
          <a:bodyPr/>
          <a:lstStyle/>
          <a:p>
            <a:pPr algn="ctr"/>
            <a:fld id="{DD31AE6B-CDAB-407E-9BC6-E294FE5CDB12}" type="slidenum">
              <a:rPr lang="fr-FR" smtClean="0"/>
              <a:pPr algn="ctr"/>
              <a:t>24</a:t>
            </a:fld>
            <a:endParaRPr lang="fr-FR"/>
          </a:p>
        </p:txBody>
      </p:sp>
      <p:sp>
        <p:nvSpPr>
          <p:cNvPr id="19" name="Rectangle: Rounded Corners 18">
            <a:extLst>
              <a:ext uri="{FF2B5EF4-FFF2-40B4-BE49-F238E27FC236}">
                <a16:creationId xmlns:a16="http://schemas.microsoft.com/office/drawing/2014/main" id="{F8571491-A79E-EEE1-81DC-6747AA10D9DE}"/>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252900110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051424" y="2957128"/>
            <a:ext cx="2520000" cy="1404702"/>
          </a:xfrm>
          <a:prstGeom prst="rect">
            <a:avLst/>
          </a:prstGeom>
        </p:spPr>
      </p:pic>
      <p:pic>
        <p:nvPicPr>
          <p:cNvPr id="9" name="Picture 8">
            <a:extLst>
              <a:ext uri="{FF2B5EF4-FFF2-40B4-BE49-F238E27FC236}">
                <a16:creationId xmlns:a16="http://schemas.microsoft.com/office/drawing/2014/main" id="{C0C7B0B0-EE4E-C45A-BCFC-E0523641DDC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453119" y="1628835"/>
            <a:ext cx="1440000" cy="745200"/>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416872" y="1612466"/>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6" cstate="hqprint">
              <a:extLst>
                <a:ext uri="{BEBA8EAE-BF5A-486C-A8C5-ECC9F3942E4B}">
                  <a14:imgProps xmlns:a14="http://schemas.microsoft.com/office/drawing/2010/main">
                    <a14:imgLayer r:embed="rId7">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453119" y="2723864"/>
            <a:ext cx="1440000" cy="144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79036" y="1845626"/>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9A8C98"/>
                </a:solidFill>
                <a:effectLst/>
              </a:rPr>
              <a:t>Outils de gestion de bases de données</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8005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C9ADA7"/>
                </a:solidFill>
                <a:effectLst/>
              </a:rPr>
              <a:t>phpMyAdmin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39214" y="3899290"/>
            <a:ext cx="5112000" cy="1080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gérer notre base de données </a:t>
            </a:r>
            <a:r>
              <a:rPr lang="fr-FR" sz="2200" dirty="0">
                <a:solidFill>
                  <a:srgbClr val="ABB4C4"/>
                </a:solidFill>
                <a:latin typeface="Oswald ExtraLight" pitchFamily="2" charset="0"/>
              </a:rPr>
              <a:t>MySQL</a:t>
            </a:r>
            <a:r>
              <a:rPr lang="fr-FR" sz="2200" dirty="0">
                <a:latin typeface="Oswald ExtraLight" pitchFamily="2" charset="0"/>
              </a:rPr>
              <a:t> via une interface web. </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0" cstate="hqprint">
              <a:extLst>
                <a:ext uri="{BEBA8EAE-BF5A-486C-A8C5-ECC9F3942E4B}">
                  <a14:imgProps xmlns:a14="http://schemas.microsoft.com/office/drawing/2010/main">
                    <a14:imgLayer r:embed="rId11">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8" name="Graphic 7">
            <a:extLst>
              <a:ext uri="{FF2B5EF4-FFF2-40B4-BE49-F238E27FC236}">
                <a16:creationId xmlns:a16="http://schemas.microsoft.com/office/drawing/2014/main" id="{7B8C8C55-2610-CA74-FC42-5D2346E04A8B}"/>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8596872" y="5018807"/>
            <a:ext cx="1080000" cy="1080000"/>
          </a:xfrm>
          <a:prstGeom prst="rect">
            <a:avLst/>
          </a:prstGeom>
        </p:spPr>
      </p:pic>
      <p:pic>
        <p:nvPicPr>
          <p:cNvPr id="10" name="Picture 9">
            <a:extLst>
              <a:ext uri="{FF2B5EF4-FFF2-40B4-BE49-F238E27FC236}">
                <a16:creationId xmlns:a16="http://schemas.microsoft.com/office/drawing/2014/main" id="{CB977397-A366-B3B9-2FCE-A517AADAAA9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pic>
        <p:nvPicPr>
          <p:cNvPr id="7" name="Graphic 6">
            <a:extLst>
              <a:ext uri="{FF2B5EF4-FFF2-40B4-BE49-F238E27FC236}">
                <a16:creationId xmlns:a16="http://schemas.microsoft.com/office/drawing/2014/main" id="{33394014-7D09-1785-9A24-A96D011BD4B4}"/>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10633119" y="5018807"/>
            <a:ext cx="1080000" cy="1080000"/>
          </a:xfrm>
          <a:prstGeom prst="rect">
            <a:avLst/>
          </a:prstGeom>
        </p:spPr>
      </p:pic>
      <p:sp>
        <p:nvSpPr>
          <p:cNvPr id="12" name="TextBox 11">
            <a:extLst>
              <a:ext uri="{FF2B5EF4-FFF2-40B4-BE49-F238E27FC236}">
                <a16:creationId xmlns:a16="http://schemas.microsoft.com/office/drawing/2014/main" id="{4DC43732-F530-B303-077D-D30AFB139B31}"/>
              </a:ext>
            </a:extLst>
          </p:cNvPr>
          <p:cNvSpPr txBox="1"/>
          <p:nvPr/>
        </p:nvSpPr>
        <p:spPr>
          <a:xfrm>
            <a:off x="-6115586" y="1947813"/>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FEEDD"/>
                </a:solidFill>
                <a:effectLst/>
              </a:rPr>
              <a:t>Environnement de développement</a:t>
            </a:r>
          </a:p>
        </p:txBody>
      </p:sp>
      <p:sp>
        <p:nvSpPr>
          <p:cNvPr id="13" name="TextBox 12">
            <a:extLst>
              <a:ext uri="{FF2B5EF4-FFF2-40B4-BE49-F238E27FC236}">
                <a16:creationId xmlns:a16="http://schemas.microsoft.com/office/drawing/2014/main" id="{8F21EE3F-A16D-2FC8-936D-0D9FBB959957}"/>
              </a:ext>
            </a:extLst>
          </p:cNvPr>
          <p:cNvSpPr txBox="1"/>
          <p:nvPr/>
        </p:nvSpPr>
        <p:spPr>
          <a:xfrm>
            <a:off x="-6115586" y="29529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457B9D"/>
                </a:solidFill>
                <a:effectLst/>
              </a:rPr>
              <a:t>Visual Studio Code </a:t>
            </a:r>
          </a:p>
        </p:txBody>
      </p:sp>
      <p:sp>
        <p:nvSpPr>
          <p:cNvPr id="14" name="TextBox 13">
            <a:extLst>
              <a:ext uri="{FF2B5EF4-FFF2-40B4-BE49-F238E27FC236}">
                <a16:creationId xmlns:a16="http://schemas.microsoft.com/office/drawing/2014/main" id="{A56515F5-640F-82A4-6A6A-F45C60F97ADC}"/>
              </a:ext>
            </a:extLst>
          </p:cNvPr>
          <p:cNvSpPr txBox="1"/>
          <p:nvPr/>
        </p:nvSpPr>
        <p:spPr>
          <a:xfrm>
            <a:off x="-6115586" y="4051690"/>
            <a:ext cx="5112000" cy="1080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comme éditeur de code pour écrire et éditer le code source de notre site web. </a:t>
            </a:r>
          </a:p>
        </p:txBody>
      </p:sp>
      <p:sp>
        <p:nvSpPr>
          <p:cNvPr id="15" name="Slide Number Placeholder 14">
            <a:extLst>
              <a:ext uri="{FF2B5EF4-FFF2-40B4-BE49-F238E27FC236}">
                <a16:creationId xmlns:a16="http://schemas.microsoft.com/office/drawing/2014/main" id="{009B7D17-1B58-D0CF-C890-AAD69F0E1527}"/>
              </a:ext>
            </a:extLst>
          </p:cNvPr>
          <p:cNvSpPr>
            <a:spLocks noGrp="1"/>
          </p:cNvSpPr>
          <p:nvPr>
            <p:ph type="sldNum" sz="quarter" idx="12"/>
          </p:nvPr>
        </p:nvSpPr>
        <p:spPr/>
        <p:txBody>
          <a:bodyPr/>
          <a:lstStyle/>
          <a:p>
            <a:pPr algn="ctr"/>
            <a:fld id="{DD31AE6B-CDAB-407E-9BC6-E294FE5CDB12}" type="slidenum">
              <a:rPr lang="fr-FR" smtClean="0"/>
              <a:pPr algn="ctr"/>
              <a:t>25</a:t>
            </a:fld>
            <a:endParaRPr lang="fr-FR"/>
          </a:p>
        </p:txBody>
      </p:sp>
      <p:sp>
        <p:nvSpPr>
          <p:cNvPr id="16" name="Rectangle: Rounded Corners 15">
            <a:extLst>
              <a:ext uri="{FF2B5EF4-FFF2-40B4-BE49-F238E27FC236}">
                <a16:creationId xmlns:a16="http://schemas.microsoft.com/office/drawing/2014/main" id="{6385EF7A-2D38-1129-56F2-5347195B7B08}"/>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95117740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416872" y="5149891"/>
            <a:ext cx="1440000" cy="802687"/>
          </a:xfrm>
          <a:prstGeom prst="rect">
            <a:avLst/>
          </a:prstGeom>
        </p:spPr>
      </p:pic>
      <p:pic>
        <p:nvPicPr>
          <p:cNvPr id="9" name="Picture 8">
            <a:extLst>
              <a:ext uri="{FF2B5EF4-FFF2-40B4-BE49-F238E27FC236}">
                <a16:creationId xmlns:a16="http://schemas.microsoft.com/office/drawing/2014/main" id="{C0C7B0B0-EE4E-C45A-BCFC-E0523641DDC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453119" y="1628835"/>
            <a:ext cx="1440000" cy="745200"/>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416872" y="1612466"/>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6" cstate="hqprint">
              <a:extLst>
                <a:ext uri="{BEBA8EAE-BF5A-486C-A8C5-ECC9F3942E4B}">
                  <a14:imgProps xmlns:a14="http://schemas.microsoft.com/office/drawing/2010/main">
                    <a14:imgLayer r:embed="rId7">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453119" y="2723864"/>
            <a:ext cx="1440000" cy="144000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10633119" y="5018807"/>
            <a:ext cx="1080000" cy="108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39214" y="1795413"/>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FEEDD"/>
                </a:solidFill>
                <a:effectLst/>
              </a:rPr>
              <a:t>Environnement de développement</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8005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457B9D"/>
                </a:solidFill>
                <a:effectLst/>
              </a:rPr>
              <a:t>Visual Studio Code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39214" y="3899290"/>
            <a:ext cx="5112000" cy="1080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comme éditeur de code pour écrire et éditer le code source de notre site web. </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2" cstate="hqprint">
              <a:extLst>
                <a:ext uri="{BEBA8EAE-BF5A-486C-A8C5-ECC9F3942E4B}">
                  <a14:imgProps xmlns:a14="http://schemas.microsoft.com/office/drawing/2010/main">
                    <a14:imgLayer r:embed="rId13">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8" name="Graphic 7">
            <a:extLst>
              <a:ext uri="{FF2B5EF4-FFF2-40B4-BE49-F238E27FC236}">
                <a16:creationId xmlns:a16="http://schemas.microsoft.com/office/drawing/2014/main" id="{7B8C8C55-2610-CA74-FC42-5D2346E04A8B}"/>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8503932" y="2920299"/>
            <a:ext cx="1800000" cy="1800000"/>
          </a:xfrm>
          <a:prstGeom prst="rect">
            <a:avLst/>
          </a:prstGeom>
        </p:spPr>
      </p:pic>
      <p:pic>
        <p:nvPicPr>
          <p:cNvPr id="10" name="Picture 9">
            <a:extLst>
              <a:ext uri="{FF2B5EF4-FFF2-40B4-BE49-F238E27FC236}">
                <a16:creationId xmlns:a16="http://schemas.microsoft.com/office/drawing/2014/main" id="{CB977397-A366-B3B9-2FCE-A517AADAAA9C}"/>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785505" y="5003663"/>
            <a:ext cx="1080000" cy="1095144"/>
          </a:xfrm>
          <a:prstGeom prst="rect">
            <a:avLst/>
          </a:prstGeom>
        </p:spPr>
      </p:pic>
      <p:sp>
        <p:nvSpPr>
          <p:cNvPr id="7" name="TextBox 6">
            <a:extLst>
              <a:ext uri="{FF2B5EF4-FFF2-40B4-BE49-F238E27FC236}">
                <a16:creationId xmlns:a16="http://schemas.microsoft.com/office/drawing/2014/main" id="{FFE62EA0-CA0E-9A8D-295A-82A3316167F2}"/>
              </a:ext>
            </a:extLst>
          </p:cNvPr>
          <p:cNvSpPr txBox="1"/>
          <p:nvPr/>
        </p:nvSpPr>
        <p:spPr>
          <a:xfrm>
            <a:off x="-6394986" y="1795413"/>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E9C46A"/>
                </a:solidFill>
                <a:effectLst/>
              </a:rPr>
              <a:t>Serveur local</a:t>
            </a:r>
          </a:p>
        </p:txBody>
      </p:sp>
      <p:sp>
        <p:nvSpPr>
          <p:cNvPr id="12" name="TextBox 11">
            <a:extLst>
              <a:ext uri="{FF2B5EF4-FFF2-40B4-BE49-F238E27FC236}">
                <a16:creationId xmlns:a16="http://schemas.microsoft.com/office/drawing/2014/main" id="{788780E4-896C-0991-310A-D823873605B8}"/>
              </a:ext>
            </a:extLst>
          </p:cNvPr>
          <p:cNvSpPr txBox="1"/>
          <p:nvPr/>
        </p:nvSpPr>
        <p:spPr>
          <a:xfrm>
            <a:off x="-6394986" y="28005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B7A24"/>
                </a:solidFill>
                <a:effectLst/>
              </a:rPr>
              <a:t>XAMPP </a:t>
            </a:r>
          </a:p>
        </p:txBody>
      </p:sp>
      <p:sp>
        <p:nvSpPr>
          <p:cNvPr id="13" name="TextBox 12">
            <a:extLst>
              <a:ext uri="{FF2B5EF4-FFF2-40B4-BE49-F238E27FC236}">
                <a16:creationId xmlns:a16="http://schemas.microsoft.com/office/drawing/2014/main" id="{85307A21-483C-3498-DB22-455815BC36BF}"/>
              </a:ext>
            </a:extLst>
          </p:cNvPr>
          <p:cNvSpPr txBox="1"/>
          <p:nvPr/>
        </p:nvSpPr>
        <p:spPr>
          <a:xfrm>
            <a:off x="-6394986" y="3899290"/>
            <a:ext cx="5112000" cy="1296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créer un serveur web local afin de tester et développer notre site de réservation de Sièges de Transport.</a:t>
            </a:r>
          </a:p>
        </p:txBody>
      </p:sp>
      <p:sp>
        <p:nvSpPr>
          <p:cNvPr id="14" name="Slide Number Placeholder 13">
            <a:extLst>
              <a:ext uri="{FF2B5EF4-FFF2-40B4-BE49-F238E27FC236}">
                <a16:creationId xmlns:a16="http://schemas.microsoft.com/office/drawing/2014/main" id="{B34B902C-E991-FD2C-A897-18758007191D}"/>
              </a:ext>
            </a:extLst>
          </p:cNvPr>
          <p:cNvSpPr>
            <a:spLocks noGrp="1"/>
          </p:cNvSpPr>
          <p:nvPr>
            <p:ph type="sldNum" sz="quarter" idx="12"/>
          </p:nvPr>
        </p:nvSpPr>
        <p:spPr/>
        <p:txBody>
          <a:bodyPr/>
          <a:lstStyle/>
          <a:p>
            <a:pPr algn="ctr"/>
            <a:fld id="{DD31AE6B-CDAB-407E-9BC6-E294FE5CDB12}" type="slidenum">
              <a:rPr lang="fr-FR" smtClean="0"/>
              <a:pPr algn="ctr"/>
              <a:t>26</a:t>
            </a:fld>
            <a:endParaRPr lang="fr-FR"/>
          </a:p>
        </p:txBody>
      </p:sp>
      <p:sp>
        <p:nvSpPr>
          <p:cNvPr id="15" name="Rectangle: Rounded Corners 14">
            <a:extLst>
              <a:ext uri="{FF2B5EF4-FFF2-40B4-BE49-F238E27FC236}">
                <a16:creationId xmlns:a16="http://schemas.microsoft.com/office/drawing/2014/main" id="{CF34BA06-6904-AF38-210B-EBB29DD65ED8}"/>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93912961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Google Shape;542;p39">
            <a:extLst>
              <a:ext uri="{FF2B5EF4-FFF2-40B4-BE49-F238E27FC236}">
                <a16:creationId xmlns:a16="http://schemas.microsoft.com/office/drawing/2014/main" id="{AEA11E2C-994F-0AD9-BFE5-9B5D4309A41B}"/>
              </a:ext>
            </a:extLst>
          </p:cNvPr>
          <p:cNvSpPr/>
          <p:nvPr/>
        </p:nvSpPr>
        <p:spPr>
          <a:xfrm>
            <a:off x="3270000" y="404813"/>
            <a:ext cx="5652000" cy="487053"/>
          </a:xfrm>
          <a:prstGeom prst="roundRect">
            <a:avLst>
              <a:gd name="adj" fmla="val 11903"/>
            </a:avLst>
          </a:prstGeom>
          <a:noFill/>
          <a:ln w="19050" cap="flat" cmpd="sng">
            <a:solidFill>
              <a:srgbClr val="C9ADA7"/>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Étude logicielle</a:t>
            </a:r>
          </a:p>
        </p:txBody>
      </p:sp>
      <p:pic>
        <p:nvPicPr>
          <p:cNvPr id="6" name="Picture 5">
            <a:extLst>
              <a:ext uri="{FF2B5EF4-FFF2-40B4-BE49-F238E27FC236}">
                <a16:creationId xmlns:a16="http://schemas.microsoft.com/office/drawing/2014/main" id="{4238843A-9D1C-E8A6-73EF-56BDECCD7C0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416872" y="5149891"/>
            <a:ext cx="1440000" cy="802687"/>
          </a:xfrm>
          <a:prstGeom prst="rect">
            <a:avLst/>
          </a:prstGeom>
        </p:spPr>
      </p:pic>
      <p:pic>
        <p:nvPicPr>
          <p:cNvPr id="9" name="Picture 8">
            <a:extLst>
              <a:ext uri="{FF2B5EF4-FFF2-40B4-BE49-F238E27FC236}">
                <a16:creationId xmlns:a16="http://schemas.microsoft.com/office/drawing/2014/main" id="{C0C7B0B0-EE4E-C45A-BCFC-E0523641DDC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453119" y="1628835"/>
            <a:ext cx="1440000" cy="745200"/>
          </a:xfrm>
          <a:prstGeom prst="rect">
            <a:avLst/>
          </a:prstGeom>
        </p:spPr>
      </p:pic>
      <p:pic>
        <p:nvPicPr>
          <p:cNvPr id="11" name="Picture 10">
            <a:extLst>
              <a:ext uri="{FF2B5EF4-FFF2-40B4-BE49-F238E27FC236}">
                <a16:creationId xmlns:a16="http://schemas.microsoft.com/office/drawing/2014/main" id="{5C1FCFCB-9D98-775A-4D78-C524F103D79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416872" y="1612466"/>
            <a:ext cx="1440000" cy="777938"/>
          </a:xfrm>
          <a:prstGeom prst="rect">
            <a:avLst/>
          </a:prstGeom>
        </p:spPr>
      </p:pic>
      <p:grpSp>
        <p:nvGrpSpPr>
          <p:cNvPr id="22" name="Group 21">
            <a:extLst>
              <a:ext uri="{FF2B5EF4-FFF2-40B4-BE49-F238E27FC236}">
                <a16:creationId xmlns:a16="http://schemas.microsoft.com/office/drawing/2014/main" id="{4A6BD429-07DC-B344-FE78-F7577701E270}"/>
              </a:ext>
            </a:extLst>
          </p:cNvPr>
          <p:cNvGrpSpPr/>
          <p:nvPr/>
        </p:nvGrpSpPr>
        <p:grpSpPr>
          <a:xfrm>
            <a:off x="6648414" y="2777128"/>
            <a:ext cx="1395279" cy="1509539"/>
            <a:chOff x="10069482" y="2238121"/>
            <a:chExt cx="1440000" cy="1557925"/>
          </a:xfrm>
        </p:grpSpPr>
        <p:pic>
          <p:nvPicPr>
            <p:cNvPr id="17" name="Picture 16">
              <a:extLst>
                <a:ext uri="{FF2B5EF4-FFF2-40B4-BE49-F238E27FC236}">
                  <a16:creationId xmlns:a16="http://schemas.microsoft.com/office/drawing/2014/main" id="{3FB3B1C0-EEE1-D8D6-7301-2BF16A383FDB}"/>
                </a:ext>
              </a:extLst>
            </p:cNvPr>
            <p:cNvPicPr>
              <a:picLocks noChangeAspect="1"/>
            </p:cNvPicPr>
            <p:nvPr/>
          </p:nvPicPr>
          <p:blipFill>
            <a:blip r:embed="rId6" cstate="hqprint">
              <a:extLst>
                <a:ext uri="{BEBA8EAE-BF5A-486C-A8C5-ECC9F3942E4B}">
                  <a14:imgProps xmlns:a14="http://schemas.microsoft.com/office/drawing/2010/main">
                    <a14:imgLayer r:embed="rId7">
                      <a14:imgEffect>
                        <a14:backgroundRemoval t="9961" b="97070" l="9961" r="89844">
                          <a14:foregroundMark x1="30859" y1="91309" x2="45117" y2="93457"/>
                          <a14:foregroundMark x1="45117" y1="93457" x2="58496" y2="92676"/>
                          <a14:foregroundMark x1="58496" y1="92676" x2="63770" y2="89648"/>
                          <a14:foregroundMark x1="43555" y1="96289" x2="54980" y2="97070"/>
                          <a14:foregroundMark x1="54980" y1="97070" x2="56543" y2="95703"/>
                        </a14:backgroundRemoval>
                      </a14:imgEffect>
                    </a14:imgLayer>
                  </a14:imgProps>
                </a:ext>
                <a:ext uri="{28A0092B-C50C-407E-A947-70E740481C1C}">
                  <a14:useLocalDpi xmlns:a14="http://schemas.microsoft.com/office/drawing/2010/main" val="0"/>
                </a:ext>
              </a:extLst>
            </a:blip>
            <a:stretch>
              <a:fillRect/>
            </a:stretch>
          </p:blipFill>
          <p:spPr>
            <a:xfrm>
              <a:off x="10069482" y="2356046"/>
              <a:ext cx="1440000" cy="1440000"/>
            </a:xfrm>
            <a:prstGeom prst="rect">
              <a:avLst/>
            </a:prstGeom>
          </p:spPr>
        </p:pic>
        <p:sp>
          <p:nvSpPr>
            <p:cNvPr id="18" name="TextBox 17">
              <a:extLst>
                <a:ext uri="{FF2B5EF4-FFF2-40B4-BE49-F238E27FC236}">
                  <a16:creationId xmlns:a16="http://schemas.microsoft.com/office/drawing/2014/main" id="{69775634-03A2-16A2-9774-D1133785E9D8}"/>
                </a:ext>
              </a:extLst>
            </p:cNvPr>
            <p:cNvSpPr txBox="1"/>
            <p:nvPr/>
          </p:nvSpPr>
          <p:spPr>
            <a:xfrm>
              <a:off x="10116382" y="2238121"/>
              <a:ext cx="1346200" cy="371539"/>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HTML</a:t>
              </a:r>
            </a:p>
          </p:txBody>
        </p:sp>
      </p:grpSp>
      <p:pic>
        <p:nvPicPr>
          <p:cNvPr id="23" name="Graphic 22">
            <a:extLst>
              <a:ext uri="{FF2B5EF4-FFF2-40B4-BE49-F238E27FC236}">
                <a16:creationId xmlns:a16="http://schemas.microsoft.com/office/drawing/2014/main" id="{373B32F2-0ADE-2DE6-6C34-6182E4208C74}"/>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453119" y="2723864"/>
            <a:ext cx="1440000" cy="1440000"/>
          </a:xfrm>
          <a:prstGeom prst="rect">
            <a:avLst/>
          </a:prstGeom>
        </p:spPr>
      </p:pic>
      <p:pic>
        <p:nvPicPr>
          <p:cNvPr id="25" name="Graphic 24">
            <a:extLst>
              <a:ext uri="{FF2B5EF4-FFF2-40B4-BE49-F238E27FC236}">
                <a16:creationId xmlns:a16="http://schemas.microsoft.com/office/drawing/2014/main" id="{593994F5-71C1-19AA-65A8-4A4F2E5FEF7E}"/>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10633119" y="5018807"/>
            <a:ext cx="1080000" cy="1080000"/>
          </a:xfrm>
          <a:prstGeom prst="rect">
            <a:avLst/>
          </a:prstGeom>
        </p:spPr>
      </p:pic>
      <p:sp>
        <p:nvSpPr>
          <p:cNvPr id="28" name="TextBox 27">
            <a:extLst>
              <a:ext uri="{FF2B5EF4-FFF2-40B4-BE49-F238E27FC236}">
                <a16:creationId xmlns:a16="http://schemas.microsoft.com/office/drawing/2014/main" id="{8DB00F53-BF06-26F0-87DE-56353D7E394D}"/>
              </a:ext>
            </a:extLst>
          </p:cNvPr>
          <p:cNvSpPr txBox="1"/>
          <p:nvPr/>
        </p:nvSpPr>
        <p:spPr>
          <a:xfrm>
            <a:off x="539214" y="1795413"/>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E9C46A"/>
                </a:solidFill>
                <a:effectLst/>
              </a:rPr>
              <a:t>Serveur local</a:t>
            </a:r>
          </a:p>
        </p:txBody>
      </p:sp>
      <p:sp>
        <p:nvSpPr>
          <p:cNvPr id="29" name="TextBox 28">
            <a:extLst>
              <a:ext uri="{FF2B5EF4-FFF2-40B4-BE49-F238E27FC236}">
                <a16:creationId xmlns:a16="http://schemas.microsoft.com/office/drawing/2014/main" id="{9E58CD20-9944-265E-E95D-480B9E0A5F0D}"/>
              </a:ext>
            </a:extLst>
          </p:cNvPr>
          <p:cNvSpPr txBox="1"/>
          <p:nvPr/>
        </p:nvSpPr>
        <p:spPr>
          <a:xfrm>
            <a:off x="539214" y="2800561"/>
            <a:ext cx="5112000" cy="1200329"/>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r>
              <a:rPr lang="fr-FR" sz="3200" dirty="0">
                <a:solidFill>
                  <a:srgbClr val="FB7A24"/>
                </a:solidFill>
                <a:effectLst/>
              </a:rPr>
              <a:t>XAMPP </a:t>
            </a:r>
          </a:p>
        </p:txBody>
      </p:sp>
      <p:sp>
        <p:nvSpPr>
          <p:cNvPr id="30" name="TextBox 29">
            <a:extLst>
              <a:ext uri="{FF2B5EF4-FFF2-40B4-BE49-F238E27FC236}">
                <a16:creationId xmlns:a16="http://schemas.microsoft.com/office/drawing/2014/main" id="{D79007F8-D315-DB27-0643-B477F0A90061}"/>
              </a:ext>
            </a:extLst>
          </p:cNvPr>
          <p:cNvSpPr txBox="1"/>
          <p:nvPr/>
        </p:nvSpPr>
        <p:spPr>
          <a:xfrm>
            <a:off x="539214" y="3899290"/>
            <a:ext cx="5112000" cy="1296000"/>
          </a:xfrm>
          <a:prstGeom prst="rect">
            <a:avLst/>
          </a:prstGeom>
        </p:spPr>
        <p:txBody>
          <a:bodyPr spcFirstLastPara="1" wrap="square" lIns="0" tIns="0" rIns="0" bIns="0" anchor="ctr" anchorCtr="0">
            <a:noAutofit/>
          </a:bodyPr>
          <a:lstStyle>
            <a:defPPr>
              <a:defRPr lang="fr-FR"/>
            </a:defPPr>
            <a:lvl1pPr algn="ctr">
              <a:lnSpc>
                <a:spcPct val="90000"/>
              </a:lnSpc>
              <a:spcBef>
                <a:spcPts val="0"/>
              </a:spcBef>
              <a:buNone/>
              <a:defRPr sz="4000" spc="300">
                <a:solidFill>
                  <a:schemeClr val="bg1"/>
                </a:solidFill>
                <a:effectLst>
                  <a:innerShdw blurRad="114300">
                    <a:schemeClr val="bg1"/>
                  </a:innerShdw>
                </a:effectLst>
                <a:latin typeface="Oswald" pitchFamily="2" charset="0"/>
                <a:ea typeface="+mj-ea"/>
                <a:cs typeface="+mj-cs"/>
              </a:defRPr>
            </a:lvl1pPr>
          </a:lstStyle>
          <a:p>
            <a:pPr algn="just"/>
            <a:r>
              <a:rPr lang="fr-FR" sz="2200" dirty="0">
                <a:latin typeface="Oswald ExtraLight" pitchFamily="2" charset="0"/>
              </a:rPr>
              <a:t>Utilisé pour créer un serveur web local afin de tester et développer notre site de réservation de Sièges de Transport.</a:t>
            </a:r>
          </a:p>
        </p:txBody>
      </p:sp>
      <p:grpSp>
        <p:nvGrpSpPr>
          <p:cNvPr id="3" name="Group 2">
            <a:extLst>
              <a:ext uri="{FF2B5EF4-FFF2-40B4-BE49-F238E27FC236}">
                <a16:creationId xmlns:a16="http://schemas.microsoft.com/office/drawing/2014/main" id="{4BDFA0C7-3FA3-B137-756D-2F4351D8688B}"/>
              </a:ext>
            </a:extLst>
          </p:cNvPr>
          <p:cNvGrpSpPr/>
          <p:nvPr/>
        </p:nvGrpSpPr>
        <p:grpSpPr>
          <a:xfrm>
            <a:off x="6650136" y="1199164"/>
            <a:ext cx="1350739" cy="1524700"/>
            <a:chOff x="8436781" y="2330280"/>
            <a:chExt cx="1346200" cy="1519574"/>
          </a:xfrm>
        </p:grpSpPr>
        <p:pic>
          <p:nvPicPr>
            <p:cNvPr id="4" name="Picture 3">
              <a:extLst>
                <a:ext uri="{FF2B5EF4-FFF2-40B4-BE49-F238E27FC236}">
                  <a16:creationId xmlns:a16="http://schemas.microsoft.com/office/drawing/2014/main" id="{DAFF5576-5079-65BB-5463-7F4EEC91C044}"/>
                </a:ext>
              </a:extLst>
            </p:cNvPr>
            <p:cNvPicPr>
              <a:picLocks noChangeAspect="1"/>
            </p:cNvPicPr>
            <p:nvPr/>
          </p:nvPicPr>
          <p:blipFill>
            <a:blip r:embed="rId12" cstate="hqprint">
              <a:extLst>
                <a:ext uri="{BEBA8EAE-BF5A-486C-A8C5-ECC9F3942E4B}">
                  <a14:imgProps xmlns:a14="http://schemas.microsoft.com/office/drawing/2010/main">
                    <a14:imgLayer r:embed="rId13">
                      <a14:imgEffect>
                        <a14:backgroundRemoval t="8154" b="96973" l="69" r="95523">
                          <a14:foregroundMark x1="54683" y1="88135" x2="40702" y2="69287"/>
                          <a14:foregroundMark x1="40702" y1="69287" x2="38223" y2="46094"/>
                          <a14:foregroundMark x1="65909" y1="22559" x2="37741" y2="34180"/>
                          <a14:foregroundMark x1="37741" y1="34180" x2="27755" y2="61523"/>
                          <a14:foregroundMark x1="27755" y1="61523" x2="42906" y2="71289"/>
                          <a14:foregroundMark x1="21763" y1="85742" x2="9504" y2="15186"/>
                          <a14:foregroundMark x1="1377" y1="29248" x2="82094" y2="24609"/>
                          <a14:foregroundMark x1="64325" y1="90186" x2="95661" y2="53711"/>
                          <a14:foregroundMark x1="94146" y1="25000" x2="23623" y2="26270"/>
                          <a14:foregroundMark x1="3994" y1="23145" x2="10675" y2="82080"/>
                          <a14:foregroundMark x1="10675" y1="82080" x2="29132" y2="92529"/>
                          <a14:foregroundMark x1="29132" y1="92529" x2="53650" y2="97119"/>
                          <a14:foregroundMark x1="53650" y1="97119" x2="81749" y2="83643"/>
                          <a14:foregroundMark x1="81749" y1="83643" x2="85744" y2="79980"/>
                          <a14:foregroundMark x1="90978" y1="44824" x2="95661" y2="33154"/>
                          <a14:foregroundMark x1="6612" y1="36084" x2="69" y2="17969"/>
                          <a14:foregroundMark x1="21006" y1="35010" x2="5854" y2="8154"/>
                        </a14:backgroundRemoval>
                      </a14:imgEffect>
                    </a14:imgLayer>
                  </a14:imgProps>
                </a:ext>
                <a:ext uri="{28A0092B-C50C-407E-A947-70E740481C1C}">
                  <a14:useLocalDpi xmlns:a14="http://schemas.microsoft.com/office/drawing/2010/main" val="0"/>
                </a:ext>
              </a:extLst>
            </a:blip>
            <a:stretch>
              <a:fillRect/>
            </a:stretch>
          </p:blipFill>
          <p:spPr>
            <a:xfrm>
              <a:off x="8599412" y="2409854"/>
              <a:ext cx="1020938" cy="1440000"/>
            </a:xfrm>
            <a:prstGeom prst="rect">
              <a:avLst/>
            </a:prstGeom>
          </p:spPr>
        </p:pic>
        <p:sp>
          <p:nvSpPr>
            <p:cNvPr id="5" name="TextBox 4">
              <a:extLst>
                <a:ext uri="{FF2B5EF4-FFF2-40B4-BE49-F238E27FC236}">
                  <a16:creationId xmlns:a16="http://schemas.microsoft.com/office/drawing/2014/main" id="{E6838C97-B6B3-7BC6-CF81-155AE7035BD9}"/>
                </a:ext>
              </a:extLst>
            </p:cNvPr>
            <p:cNvSpPr txBox="1"/>
            <p:nvPr/>
          </p:nvSpPr>
          <p:spPr>
            <a:xfrm>
              <a:off x="8436781" y="2330280"/>
              <a:ext cx="1346200" cy="334683"/>
            </a:xfrm>
            <a:prstGeom prst="rect">
              <a:avLst/>
            </a:prstGeom>
            <a:noFill/>
          </p:spPr>
          <p:txBody>
            <a:bodyPr wrap="square" rtlCol="0">
              <a:spAutoFit/>
            </a:bodyPr>
            <a:lstStyle/>
            <a:p>
              <a:pPr algn="ctr"/>
              <a:r>
                <a:rPr lang="fr-FR" sz="2000" dirty="0">
                  <a:solidFill>
                    <a:schemeClr val="bg1"/>
                  </a:solidFill>
                  <a:latin typeface="Barlow Condensed ExtraBold" panose="00000906000000000000" pitchFamily="2" charset="0"/>
                </a:rPr>
                <a:t>CSS</a:t>
              </a:r>
            </a:p>
          </p:txBody>
        </p:sp>
      </p:grpSp>
      <p:pic>
        <p:nvPicPr>
          <p:cNvPr id="8" name="Graphic 7">
            <a:extLst>
              <a:ext uri="{FF2B5EF4-FFF2-40B4-BE49-F238E27FC236}">
                <a16:creationId xmlns:a16="http://schemas.microsoft.com/office/drawing/2014/main" id="{7B8C8C55-2610-CA74-FC42-5D2346E04A8B}"/>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757695" y="5018807"/>
            <a:ext cx="1080000" cy="1080000"/>
          </a:xfrm>
          <a:prstGeom prst="rect">
            <a:avLst/>
          </a:prstGeom>
        </p:spPr>
      </p:pic>
      <p:pic>
        <p:nvPicPr>
          <p:cNvPr id="10" name="Picture 9">
            <a:extLst>
              <a:ext uri="{FF2B5EF4-FFF2-40B4-BE49-F238E27FC236}">
                <a16:creationId xmlns:a16="http://schemas.microsoft.com/office/drawing/2014/main" id="{CB977397-A366-B3B9-2FCE-A517AADAAA9C}"/>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348406" y="2850005"/>
            <a:ext cx="1800000" cy="1825244"/>
          </a:xfrm>
          <a:prstGeom prst="rect">
            <a:avLst/>
          </a:prstGeom>
        </p:spPr>
      </p:pic>
      <p:sp>
        <p:nvSpPr>
          <p:cNvPr id="7" name="Slide Number Placeholder 6">
            <a:extLst>
              <a:ext uri="{FF2B5EF4-FFF2-40B4-BE49-F238E27FC236}">
                <a16:creationId xmlns:a16="http://schemas.microsoft.com/office/drawing/2014/main" id="{0ADED4D7-0AB1-EC82-37FA-A91CCB3FB6F9}"/>
              </a:ext>
            </a:extLst>
          </p:cNvPr>
          <p:cNvSpPr>
            <a:spLocks noGrp="1"/>
          </p:cNvSpPr>
          <p:nvPr>
            <p:ph type="sldNum" sz="quarter" idx="12"/>
          </p:nvPr>
        </p:nvSpPr>
        <p:spPr/>
        <p:txBody>
          <a:bodyPr/>
          <a:lstStyle/>
          <a:p>
            <a:pPr algn="ctr"/>
            <a:fld id="{DD31AE6B-CDAB-407E-9BC6-E294FE5CDB12}" type="slidenum">
              <a:rPr lang="fr-FR" smtClean="0"/>
              <a:pPr algn="ctr"/>
              <a:t>27</a:t>
            </a:fld>
            <a:endParaRPr lang="fr-FR"/>
          </a:p>
        </p:txBody>
      </p:sp>
      <p:sp>
        <p:nvSpPr>
          <p:cNvPr id="12" name="Rectangle: Rounded Corners 11">
            <a:extLst>
              <a:ext uri="{FF2B5EF4-FFF2-40B4-BE49-F238E27FC236}">
                <a16:creationId xmlns:a16="http://schemas.microsoft.com/office/drawing/2014/main" id="{7FB3F3DC-6508-77BC-A7E8-1BC1FC3B3BCB}"/>
              </a:ext>
            </a:extLst>
          </p:cNvPr>
          <p:cNvSpPr/>
          <p:nvPr/>
        </p:nvSpPr>
        <p:spPr>
          <a:xfrm rot="2571227">
            <a:off x="11567899" y="6340911"/>
            <a:ext cx="396000" cy="396000"/>
          </a:xfrm>
          <a:prstGeom prst="roundRect">
            <a:avLst/>
          </a:prstGeom>
          <a:noFill/>
          <a:ln w="38100">
            <a:gradFill>
              <a:gsLst>
                <a:gs pos="20000">
                  <a:srgbClr val="C9ADA7"/>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414091284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69513" y="685800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5434264"/>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526768"/>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Google Shape;542;p39">
            <a:extLst>
              <a:ext uri="{FF2B5EF4-FFF2-40B4-BE49-F238E27FC236}">
                <a16:creationId xmlns:a16="http://schemas.microsoft.com/office/drawing/2014/main" id="{919E9176-156A-C541-C76C-0026E2DDCB08}"/>
              </a:ext>
            </a:extLst>
          </p:cNvPr>
          <p:cNvSpPr/>
          <p:nvPr/>
        </p:nvSpPr>
        <p:spPr>
          <a:xfrm>
            <a:off x="3270000" y="-1776914"/>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pic>
        <p:nvPicPr>
          <p:cNvPr id="86" name="Home">
            <a:extLst>
              <a:ext uri="{FF2B5EF4-FFF2-40B4-BE49-F238E27FC236}">
                <a16:creationId xmlns:a16="http://schemas.microsoft.com/office/drawing/2014/main" id="{27E97116-9A50-83EC-270A-E11DF1D7EED0}"/>
              </a:ext>
            </a:extLst>
          </p:cNvPr>
          <p:cNvPicPr>
            <a:picLocks noChangeAspect="1"/>
          </p:cNvPicPr>
          <p:nvPr/>
        </p:nvPicPr>
        <p:blipFill>
          <a:blip r:embed="rId4"/>
          <a:stretch>
            <a:fillRect/>
          </a:stretch>
        </p:blipFill>
        <p:spPr>
          <a:xfrm>
            <a:off x="12238203" y="635400"/>
            <a:ext cx="7449600" cy="5587200"/>
          </a:xfrm>
          <a:prstGeom prst="rect">
            <a:avLst/>
          </a:prstGeom>
        </p:spPr>
      </p:pic>
      <p:pic>
        <p:nvPicPr>
          <p:cNvPr id="88" name="inscription">
            <a:extLst>
              <a:ext uri="{FF2B5EF4-FFF2-40B4-BE49-F238E27FC236}">
                <a16:creationId xmlns:a16="http://schemas.microsoft.com/office/drawing/2014/main" id="{7B445E2D-6BEF-EE4B-FCB9-41CE4CEBB476}"/>
              </a:ext>
            </a:extLst>
          </p:cNvPr>
          <p:cNvPicPr>
            <a:picLocks noChangeAspect="1"/>
          </p:cNvPicPr>
          <p:nvPr/>
        </p:nvPicPr>
        <p:blipFill>
          <a:blip r:embed="rId5"/>
          <a:stretch>
            <a:fillRect/>
          </a:stretch>
        </p:blipFill>
        <p:spPr>
          <a:xfrm>
            <a:off x="17451196" y="635400"/>
            <a:ext cx="7449600" cy="5587200"/>
          </a:xfrm>
          <a:prstGeom prst="rect">
            <a:avLst/>
          </a:prstGeom>
        </p:spPr>
      </p:pic>
      <p:pic>
        <p:nvPicPr>
          <p:cNvPr id="90" name="connexion">
            <a:extLst>
              <a:ext uri="{FF2B5EF4-FFF2-40B4-BE49-F238E27FC236}">
                <a16:creationId xmlns:a16="http://schemas.microsoft.com/office/drawing/2014/main" id="{D47B2029-B1BB-62A5-C389-18431749A246}"/>
              </a:ext>
            </a:extLst>
          </p:cNvPr>
          <p:cNvPicPr>
            <a:picLocks noChangeAspect="1"/>
          </p:cNvPicPr>
          <p:nvPr/>
        </p:nvPicPr>
        <p:blipFill>
          <a:blip r:embed="rId6"/>
          <a:stretch>
            <a:fillRect/>
          </a:stretch>
        </p:blipFill>
        <p:spPr>
          <a:xfrm>
            <a:off x="22553322" y="635400"/>
            <a:ext cx="7449600" cy="5587200"/>
          </a:xfrm>
          <a:prstGeom prst="rect">
            <a:avLst/>
          </a:prstGeom>
        </p:spPr>
      </p:pic>
      <p:pic>
        <p:nvPicPr>
          <p:cNvPr id="93" name="voyages diponibles">
            <a:extLst>
              <a:ext uri="{FF2B5EF4-FFF2-40B4-BE49-F238E27FC236}">
                <a16:creationId xmlns:a16="http://schemas.microsoft.com/office/drawing/2014/main" id="{4840F2EE-8955-9CBD-6335-19A57D08AE83}"/>
              </a:ext>
            </a:extLst>
          </p:cNvPr>
          <p:cNvPicPr>
            <a:picLocks noChangeAspect="1"/>
          </p:cNvPicPr>
          <p:nvPr/>
        </p:nvPicPr>
        <p:blipFill>
          <a:blip r:embed="rId7"/>
          <a:stretch>
            <a:fillRect/>
          </a:stretch>
        </p:blipFill>
        <p:spPr>
          <a:xfrm>
            <a:off x="27843774" y="635400"/>
            <a:ext cx="7449600" cy="5587200"/>
          </a:xfrm>
          <a:prstGeom prst="rect">
            <a:avLst/>
          </a:prstGeom>
        </p:spPr>
      </p:pic>
      <p:pic>
        <p:nvPicPr>
          <p:cNvPr id="94" name="Mes Voyages">
            <a:extLst>
              <a:ext uri="{FF2B5EF4-FFF2-40B4-BE49-F238E27FC236}">
                <a16:creationId xmlns:a16="http://schemas.microsoft.com/office/drawing/2014/main" id="{3FBD4C62-49EC-AB98-C199-075955B22403}"/>
              </a:ext>
            </a:extLst>
          </p:cNvPr>
          <p:cNvPicPr>
            <a:picLocks noChangeAspect="1"/>
          </p:cNvPicPr>
          <p:nvPr/>
        </p:nvPicPr>
        <p:blipFill>
          <a:blip r:embed="rId8"/>
          <a:stretch>
            <a:fillRect/>
          </a:stretch>
        </p:blipFill>
        <p:spPr>
          <a:xfrm>
            <a:off x="33038530" y="635400"/>
            <a:ext cx="7449600" cy="5587200"/>
          </a:xfrm>
          <a:prstGeom prst="rect">
            <a:avLst/>
          </a:prstGeom>
        </p:spPr>
      </p:pic>
      <p:pic>
        <p:nvPicPr>
          <p:cNvPr id="96" name="info personelles">
            <a:extLst>
              <a:ext uri="{FF2B5EF4-FFF2-40B4-BE49-F238E27FC236}">
                <a16:creationId xmlns:a16="http://schemas.microsoft.com/office/drawing/2014/main" id="{CFF7CC34-1B13-A3D7-8DB5-44F02E08826D}"/>
              </a:ext>
            </a:extLst>
          </p:cNvPr>
          <p:cNvPicPr>
            <a:picLocks noChangeAspect="1"/>
          </p:cNvPicPr>
          <p:nvPr/>
        </p:nvPicPr>
        <p:blipFill>
          <a:blip r:embed="rId9"/>
          <a:stretch>
            <a:fillRect/>
          </a:stretch>
        </p:blipFill>
        <p:spPr>
          <a:xfrm>
            <a:off x="38228748" y="635400"/>
            <a:ext cx="7449600" cy="5587200"/>
          </a:xfrm>
          <a:prstGeom prst="rect">
            <a:avLst/>
          </a:prstGeom>
        </p:spPr>
      </p:pic>
      <p:pic>
        <p:nvPicPr>
          <p:cNvPr id="98" name="modifier password">
            <a:extLst>
              <a:ext uri="{FF2B5EF4-FFF2-40B4-BE49-F238E27FC236}">
                <a16:creationId xmlns:a16="http://schemas.microsoft.com/office/drawing/2014/main" id="{01C7F4DF-D3DE-F9AD-16F3-4E6B6D27CFBB}"/>
              </a:ext>
            </a:extLst>
          </p:cNvPr>
          <p:cNvPicPr>
            <a:picLocks noChangeAspect="1"/>
          </p:cNvPicPr>
          <p:nvPr/>
        </p:nvPicPr>
        <p:blipFill>
          <a:blip r:embed="rId10"/>
          <a:stretch>
            <a:fillRect/>
          </a:stretch>
        </p:blipFill>
        <p:spPr>
          <a:xfrm>
            <a:off x="43519209" y="635400"/>
            <a:ext cx="7449600" cy="5587200"/>
          </a:xfrm>
          <a:prstGeom prst="rect">
            <a:avLst/>
          </a:prstGeom>
        </p:spPr>
      </p:pic>
      <p:pic>
        <p:nvPicPr>
          <p:cNvPr id="100" name="supprimer account">
            <a:extLst>
              <a:ext uri="{FF2B5EF4-FFF2-40B4-BE49-F238E27FC236}">
                <a16:creationId xmlns:a16="http://schemas.microsoft.com/office/drawing/2014/main" id="{F1E4B66D-4019-D1E1-36B0-3A4FD59BB160}"/>
              </a:ext>
            </a:extLst>
          </p:cNvPr>
          <p:cNvPicPr>
            <a:picLocks noChangeAspect="1"/>
          </p:cNvPicPr>
          <p:nvPr/>
        </p:nvPicPr>
        <p:blipFill>
          <a:blip r:embed="rId11"/>
          <a:stretch>
            <a:fillRect/>
          </a:stretch>
        </p:blipFill>
        <p:spPr>
          <a:xfrm>
            <a:off x="48809667" y="635400"/>
            <a:ext cx="7449600" cy="5587200"/>
          </a:xfrm>
          <a:prstGeom prst="rect">
            <a:avLst/>
          </a:prstGeom>
        </p:spPr>
      </p:pic>
      <p:sp>
        <p:nvSpPr>
          <p:cNvPr id="4" name="Rectangle: Rounded Corners 3">
            <a:extLst>
              <a:ext uri="{FF2B5EF4-FFF2-40B4-BE49-F238E27FC236}">
                <a16:creationId xmlns:a16="http://schemas.microsoft.com/office/drawing/2014/main" id="{455C70ED-369A-7A9A-6573-614BEFF29785}"/>
              </a:ext>
            </a:extLst>
          </p:cNvPr>
          <p:cNvSpPr/>
          <p:nvPr/>
        </p:nvSpPr>
        <p:spPr>
          <a:xfrm>
            <a:off x="-182683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Graphic 5">
            <a:hlinkClick r:id="rId12" action="ppaction://hlinksldjump"/>
            <a:extLst>
              <a:ext uri="{FF2B5EF4-FFF2-40B4-BE49-F238E27FC236}">
                <a16:creationId xmlns:a16="http://schemas.microsoft.com/office/drawing/2014/main" id="{80057BC6-DDF6-A62B-FA20-3540ACDD5B7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1597606" y="2602475"/>
            <a:ext cx="288000" cy="288000"/>
          </a:xfrm>
          <a:prstGeom prst="rect">
            <a:avLst/>
          </a:prstGeom>
        </p:spPr>
      </p:pic>
      <p:pic>
        <p:nvPicPr>
          <p:cNvPr id="8" name="Graphic 7">
            <a:hlinkClick r:id="rId15" action="ppaction://hlinksldjump"/>
            <a:extLst>
              <a:ext uri="{FF2B5EF4-FFF2-40B4-BE49-F238E27FC236}">
                <a16:creationId xmlns:a16="http://schemas.microsoft.com/office/drawing/2014/main" id="{FC9540CC-14F0-3916-F3FC-0B71E0796316}"/>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1574391" y="1354312"/>
            <a:ext cx="288000" cy="288000"/>
          </a:xfrm>
          <a:prstGeom prst="rect">
            <a:avLst/>
          </a:prstGeom>
        </p:spPr>
      </p:pic>
      <p:grpSp>
        <p:nvGrpSpPr>
          <p:cNvPr id="9" name="Group 8">
            <a:extLst>
              <a:ext uri="{FF2B5EF4-FFF2-40B4-BE49-F238E27FC236}">
                <a16:creationId xmlns:a16="http://schemas.microsoft.com/office/drawing/2014/main" id="{6B878914-06F3-3123-4E65-29F917369A8B}"/>
              </a:ext>
            </a:extLst>
          </p:cNvPr>
          <p:cNvGrpSpPr/>
          <p:nvPr/>
        </p:nvGrpSpPr>
        <p:grpSpPr>
          <a:xfrm>
            <a:off x="-1597606" y="2096776"/>
            <a:ext cx="288000" cy="324000"/>
            <a:chOff x="2812200" y="-3585"/>
            <a:chExt cx="6553769" cy="6861070"/>
          </a:xfrm>
          <a:solidFill>
            <a:schemeClr val="bg1">
              <a:alpha val="25000"/>
            </a:schemeClr>
          </a:solidFill>
        </p:grpSpPr>
        <p:sp>
          <p:nvSpPr>
            <p:cNvPr id="10" name="Freeform: Shape 9">
              <a:extLst>
                <a:ext uri="{FF2B5EF4-FFF2-40B4-BE49-F238E27FC236}">
                  <a16:creationId xmlns:a16="http://schemas.microsoft.com/office/drawing/2014/main" id="{F1D2754C-D3D3-827D-593C-6166CBAFA8F5}"/>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11" name="Freeform: Shape 10">
              <a:hlinkClick r:id="rId18" action="ppaction://hlinksldjump"/>
              <a:extLst>
                <a:ext uri="{FF2B5EF4-FFF2-40B4-BE49-F238E27FC236}">
                  <a16:creationId xmlns:a16="http://schemas.microsoft.com/office/drawing/2014/main" id="{9AA1202C-D2E7-AEBB-1A67-89317D6C6F06}"/>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E2FF7764-4922-5713-7B52-4F2DC13832B3}"/>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13" name="Freeform: Shape 12">
              <a:extLst>
                <a:ext uri="{FF2B5EF4-FFF2-40B4-BE49-F238E27FC236}">
                  <a16:creationId xmlns:a16="http://schemas.microsoft.com/office/drawing/2014/main" id="{E2C324A6-F4C5-5928-BBA7-AD1C8111AFF1}"/>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14" name="Group 13">
            <a:extLst>
              <a:ext uri="{FF2B5EF4-FFF2-40B4-BE49-F238E27FC236}">
                <a16:creationId xmlns:a16="http://schemas.microsoft.com/office/drawing/2014/main" id="{53DD6034-A8D7-94DD-DA07-C49950006C7E}"/>
              </a:ext>
            </a:extLst>
          </p:cNvPr>
          <p:cNvGrpSpPr/>
          <p:nvPr/>
        </p:nvGrpSpPr>
        <p:grpSpPr>
          <a:xfrm>
            <a:off x="-1577620" y="3579439"/>
            <a:ext cx="288000" cy="252000"/>
            <a:chOff x="3031853" y="897516"/>
            <a:chExt cx="6403839" cy="5628195"/>
          </a:xfrm>
        </p:grpSpPr>
        <p:sp>
          <p:nvSpPr>
            <p:cNvPr id="15" name="Freeform: Shape 14">
              <a:extLst>
                <a:ext uri="{FF2B5EF4-FFF2-40B4-BE49-F238E27FC236}">
                  <a16:creationId xmlns:a16="http://schemas.microsoft.com/office/drawing/2014/main" id="{8EF44092-02F7-BA7E-72DA-0EADB8D55158}"/>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EAF04B30-421D-AAD9-FC8E-DC1E9DCDA33E}"/>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17" name="Freeform: Shape 16">
              <a:extLst>
                <a:ext uri="{FF2B5EF4-FFF2-40B4-BE49-F238E27FC236}">
                  <a16:creationId xmlns:a16="http://schemas.microsoft.com/office/drawing/2014/main" id="{12643B8E-4BF8-3203-004E-7EF63B06A4CC}"/>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335E8919-59F1-9194-6A7F-808A5D7F51CF}"/>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8AA95B36-FDF0-542A-5525-FB5660D140D6}"/>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0E8C5AFF-30B7-BA4C-BCC8-0F64EF2315E3}"/>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21" name="Freeform: Shape 20">
              <a:extLst>
                <a:ext uri="{FF2B5EF4-FFF2-40B4-BE49-F238E27FC236}">
                  <a16:creationId xmlns:a16="http://schemas.microsoft.com/office/drawing/2014/main" id="{246F3EB1-8A03-0A79-571C-053B1F9A37E1}"/>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22" name="Freeform: Shape 21">
              <a:extLst>
                <a:ext uri="{FF2B5EF4-FFF2-40B4-BE49-F238E27FC236}">
                  <a16:creationId xmlns:a16="http://schemas.microsoft.com/office/drawing/2014/main" id="{F3800FF2-A4AE-E72E-245C-89874ABA4BE2}"/>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23" name="Freeform: Shape 22">
              <a:extLst>
                <a:ext uri="{FF2B5EF4-FFF2-40B4-BE49-F238E27FC236}">
                  <a16:creationId xmlns:a16="http://schemas.microsoft.com/office/drawing/2014/main" id="{345DCBB8-6676-1177-B0B2-CA9680D7DEA7}"/>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24" name="Freeform: Shape 23">
              <a:extLst>
                <a:ext uri="{FF2B5EF4-FFF2-40B4-BE49-F238E27FC236}">
                  <a16:creationId xmlns:a16="http://schemas.microsoft.com/office/drawing/2014/main" id="{0EF309F5-ADD9-1C21-CC37-91767AFE9E0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25" name="Freeform: Shape 24">
              <a:extLst>
                <a:ext uri="{FF2B5EF4-FFF2-40B4-BE49-F238E27FC236}">
                  <a16:creationId xmlns:a16="http://schemas.microsoft.com/office/drawing/2014/main" id="{1DC421B7-35CC-07FB-86D2-E35A7C3BBC5B}"/>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26" name="Freeform: Shape 25">
              <a:extLst>
                <a:ext uri="{FF2B5EF4-FFF2-40B4-BE49-F238E27FC236}">
                  <a16:creationId xmlns:a16="http://schemas.microsoft.com/office/drawing/2014/main" id="{F3F529A3-E666-A9C8-4E50-015F03EEF26D}"/>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27" name="Freeform: Shape 26">
              <a:hlinkClick r:id="rId19" action="ppaction://hlinksldjump"/>
              <a:extLst>
                <a:ext uri="{FF2B5EF4-FFF2-40B4-BE49-F238E27FC236}">
                  <a16:creationId xmlns:a16="http://schemas.microsoft.com/office/drawing/2014/main" id="{8C6106F1-4A7D-C823-E9B8-B5ED22F08FC2}"/>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29" name="Graphic 28">
            <a:hlinkClick r:id="rId20" action="ppaction://hlinksldjump"/>
            <a:extLst>
              <a:ext uri="{FF2B5EF4-FFF2-40B4-BE49-F238E27FC236}">
                <a16:creationId xmlns:a16="http://schemas.microsoft.com/office/drawing/2014/main" id="{488C6955-E298-422C-36C5-91EDD8FFAEEC}"/>
              </a:ext>
            </a:extLst>
          </p:cNvPr>
          <p:cNvPicPr>
            <a:picLocks noChangeAspect="1"/>
          </p:cNvPicPr>
          <p:nvPr/>
        </p:nvPicPr>
        <p:blipFill>
          <a:blip r:embed="rId21" cstate="hqprint">
            <a:extLst>
              <a:ext uri="{28A0092B-C50C-407E-A947-70E740481C1C}">
                <a14:useLocalDpi xmlns:a14="http://schemas.microsoft.com/office/drawing/2010/main" val="0"/>
              </a:ext>
              <a:ext uri="{96DAC541-7B7A-43D3-8B79-37D633B846F1}">
                <asvg:svgBlip xmlns="" xmlns:asvg="http://schemas.microsoft.com/office/drawing/2016/SVG/main" r:embed="rId22"/>
              </a:ext>
            </a:extLst>
          </a:blip>
          <a:stretch>
            <a:fillRect/>
          </a:stretch>
        </p:blipFill>
        <p:spPr>
          <a:xfrm>
            <a:off x="-1600894" y="4123278"/>
            <a:ext cx="288000" cy="288000"/>
          </a:xfrm>
          <a:prstGeom prst="rect">
            <a:avLst/>
          </a:prstGeom>
        </p:spPr>
      </p:pic>
      <p:pic>
        <p:nvPicPr>
          <p:cNvPr id="30" name="travel">
            <a:extLst>
              <a:ext uri="{FF2B5EF4-FFF2-40B4-BE49-F238E27FC236}">
                <a16:creationId xmlns:a16="http://schemas.microsoft.com/office/drawing/2014/main" id="{4674F652-61EC-2323-B0B0-1709482EB650}"/>
              </a:ext>
            </a:extLst>
          </p:cNvPr>
          <p:cNvPicPr>
            <a:picLocks noChangeAspect="1"/>
          </p:cNvPicPr>
          <p:nvPr/>
        </p:nvPicPr>
        <p:blipFill>
          <a:blip r:embed="rId23" cstate="hqprint">
            <a:extLst>
              <a:ext uri="{28A0092B-C50C-407E-A947-70E740481C1C}">
                <a14:useLocalDpi xmlns:a14="http://schemas.microsoft.com/office/drawing/2010/main" val="0"/>
              </a:ext>
              <a:ext uri="{96DAC541-7B7A-43D3-8B79-37D633B846F1}">
                <asvg:svgBlip xmlns="" xmlns:asvg="http://schemas.microsoft.com/office/drawing/2016/SVG/main" r:embed="rId24"/>
              </a:ext>
            </a:extLst>
          </a:blip>
          <a:stretch>
            <a:fillRect/>
          </a:stretch>
        </p:blipFill>
        <p:spPr>
          <a:xfrm>
            <a:off x="-1597606" y="3053532"/>
            <a:ext cx="288000" cy="288000"/>
          </a:xfrm>
          <a:prstGeom prst="rect">
            <a:avLst/>
          </a:prstGeom>
        </p:spPr>
      </p:pic>
      <p:pic>
        <p:nvPicPr>
          <p:cNvPr id="31" name="Graphic 30">
            <a:extLst>
              <a:ext uri="{FF2B5EF4-FFF2-40B4-BE49-F238E27FC236}">
                <a16:creationId xmlns:a16="http://schemas.microsoft.com/office/drawing/2014/main" id="{FC37508A-2EA1-96AE-8174-827F75B71530}"/>
              </a:ext>
            </a:extLst>
          </p:cNvPr>
          <p:cNvPicPr>
            <a:picLocks noChangeAspect="1"/>
          </p:cNvPicPr>
          <p:nvPr/>
        </p:nvPicPr>
        <p:blipFill>
          <a:blip r:embed="rId25" cstate="hqprint">
            <a:extLst>
              <a:ext uri="{28A0092B-C50C-407E-A947-70E740481C1C}">
                <a14:useLocalDpi xmlns:a14="http://schemas.microsoft.com/office/drawing/2010/main" val="0"/>
              </a:ext>
              <a:ext uri="{96DAC541-7B7A-43D3-8B79-37D633B846F1}">
                <asvg:svgBlip xmlns="" xmlns:asvg="http://schemas.microsoft.com/office/drawing/2016/SVG/main" r:embed="rId26"/>
              </a:ext>
            </a:extLst>
          </a:blip>
          <a:stretch>
            <a:fillRect/>
          </a:stretch>
        </p:blipFill>
        <p:spPr>
          <a:xfrm>
            <a:off x="-1597606" y="5254458"/>
            <a:ext cx="288000" cy="288000"/>
          </a:xfrm>
          <a:prstGeom prst="rect">
            <a:avLst/>
          </a:prstGeom>
        </p:spPr>
      </p:pic>
      <p:pic>
        <p:nvPicPr>
          <p:cNvPr id="32" name="Graphic 31">
            <a:extLst>
              <a:ext uri="{FF2B5EF4-FFF2-40B4-BE49-F238E27FC236}">
                <a16:creationId xmlns:a16="http://schemas.microsoft.com/office/drawing/2014/main" id="{1720522E-2861-A6F2-2DE8-0F85E20941B3}"/>
              </a:ext>
            </a:extLst>
          </p:cNvPr>
          <p:cNvPicPr>
            <a:picLocks noChangeAspect="1"/>
          </p:cNvPicPr>
          <p:nvPr/>
        </p:nvPicPr>
        <p:blipFill>
          <a:blip r:embed="rId27" cstate="hqprint">
            <a:extLst>
              <a:ext uri="{28A0092B-C50C-407E-A947-70E740481C1C}">
                <a14:useLocalDpi xmlns:a14="http://schemas.microsoft.com/office/drawing/2010/main" val="0"/>
              </a:ext>
              <a:ext uri="{96DAC541-7B7A-43D3-8B79-37D633B846F1}">
                <asvg:svgBlip xmlns="" xmlns:asvg="http://schemas.microsoft.com/office/drawing/2016/SVG/main" r:embed="rId28"/>
              </a:ext>
            </a:extLst>
          </a:blip>
          <a:stretch>
            <a:fillRect/>
          </a:stretch>
        </p:blipFill>
        <p:spPr>
          <a:xfrm>
            <a:off x="-1569861" y="4688868"/>
            <a:ext cx="288000" cy="288000"/>
          </a:xfrm>
          <a:prstGeom prst="rect">
            <a:avLst/>
          </a:prstGeom>
        </p:spPr>
      </p:pic>
      <p:sp>
        <p:nvSpPr>
          <p:cNvPr id="33" name="TextBox 32">
            <a:extLst>
              <a:ext uri="{FF2B5EF4-FFF2-40B4-BE49-F238E27FC236}">
                <a16:creationId xmlns:a16="http://schemas.microsoft.com/office/drawing/2014/main" id="{DDAD0AB4-A63D-704C-3B62-EF0BB5BCDD28}"/>
              </a:ext>
            </a:extLst>
          </p:cNvPr>
          <p:cNvSpPr txBox="1"/>
          <p:nvPr/>
        </p:nvSpPr>
        <p:spPr>
          <a:xfrm>
            <a:off x="-1836594" y="1660214"/>
            <a:ext cx="720000" cy="288000"/>
          </a:xfrm>
          <a:prstGeom prst="rect">
            <a:avLst/>
          </a:prstGeom>
          <a:noFill/>
        </p:spPr>
        <p:txBody>
          <a:bodyPr wrap="square">
            <a:spAutoFit/>
          </a:bodyPr>
          <a:lstStyle/>
          <a:p>
            <a:pPr algn="ct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Inscription </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308655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 fill="hold"/>
                                        <p:tgtEl>
                                          <p:spTgt spid="7"/>
                                        </p:tgtEl>
                                        <p:attrNameLst>
                                          <p:attrName>ppt_w</p:attrName>
                                        </p:attrNameLst>
                                      </p:cBhvr>
                                      <p:tavLst>
                                        <p:tav tm="0">
                                          <p:val>
                                            <p:fltVal val="0"/>
                                          </p:val>
                                        </p:tav>
                                        <p:tav tm="100000">
                                          <p:val>
                                            <p:strVal val="#ppt_w"/>
                                          </p:val>
                                        </p:tav>
                                      </p:tavLst>
                                    </p:anim>
                                    <p:anim calcmode="lin" valueType="num">
                                      <p:cBhvr>
                                        <p:cTn id="12" dur="10" fill="hold"/>
                                        <p:tgtEl>
                                          <p:spTgt spid="7"/>
                                        </p:tgtEl>
                                        <p:attrNameLst>
                                          <p:attrName>ppt_h</p:attrName>
                                        </p:attrNameLst>
                                      </p:cBhvr>
                                      <p:tavLst>
                                        <p:tav tm="0">
                                          <p:val>
                                            <p:fltVal val="0"/>
                                          </p:val>
                                        </p:tav>
                                        <p:tav tm="100000">
                                          <p:val>
                                            <p:strVal val="#ppt_h"/>
                                          </p:val>
                                        </p:tav>
                                      </p:tavLst>
                                    </p:anim>
                                    <p:anim calcmode="lin" valueType="num">
                                      <p:cBhvr>
                                        <p:cTn id="13" dur="10" fill="hold"/>
                                        <p:tgtEl>
                                          <p:spTgt spid="7"/>
                                        </p:tgtEl>
                                        <p:attrNameLst>
                                          <p:attrName>style.rotation</p:attrName>
                                        </p:attrNameLst>
                                      </p:cBhvr>
                                      <p:tavLst>
                                        <p:tav tm="0">
                                          <p:val>
                                            <p:fltVal val="90"/>
                                          </p:val>
                                        </p:tav>
                                        <p:tav tm="100000">
                                          <p:val>
                                            <p:fltVal val="0"/>
                                          </p:val>
                                        </p:tav>
                                      </p:tavLst>
                                    </p:anim>
                                    <p:animEffect transition="in" filter="fade">
                                      <p:cBhvr>
                                        <p:cTn id="14"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29</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602475"/>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2096776"/>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9"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579439"/>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10"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sp>
        <p:nvSpPr>
          <p:cNvPr id="73" name="TextBox 72">
            <a:extLst>
              <a:ext uri="{FF2B5EF4-FFF2-40B4-BE49-F238E27FC236}">
                <a16:creationId xmlns:a16="http://schemas.microsoft.com/office/drawing/2014/main" id="{9314936C-A1C1-7A19-EE24-825776FC3DCE}"/>
              </a:ext>
            </a:extLst>
          </p:cNvPr>
          <p:cNvSpPr txBox="1"/>
          <p:nvPr/>
        </p:nvSpPr>
        <p:spPr>
          <a:xfrm>
            <a:off x="491941" y="1660214"/>
            <a:ext cx="720000" cy="288000"/>
          </a:xfrm>
          <a:prstGeom prst="rect">
            <a:avLst/>
          </a:prstGeom>
          <a:noFill/>
        </p:spPr>
        <p:txBody>
          <a:bodyPr wrap="square">
            <a:spAutoFit/>
          </a:bodyPr>
          <a:lstStyle/>
          <a:p>
            <a:pPr algn="ct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Inscription </a:t>
            </a:r>
            <a:endParaRPr lang="fr-FR" sz="1000" dirty="0">
              <a:solidFill>
                <a:schemeClr val="bg1"/>
              </a:solidFill>
              <a:latin typeface="Darker Grotesque" pitchFamily="2" charset="0"/>
            </a:endParaRPr>
          </a:p>
        </p:txBody>
      </p:sp>
      <p:pic>
        <p:nvPicPr>
          <p:cNvPr id="89" name="Graphic 88">
            <a:hlinkClick r:id="rId11"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695742" y="4123278"/>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99030" y="3053532"/>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8" cstate="hqprint">
            <a:extLst>
              <a:ext uri="{28A0092B-C50C-407E-A947-70E740481C1C}">
                <a14:useLocalDpi xmlns:a14="http://schemas.microsoft.com/office/drawing/2010/main" val="0"/>
              </a:ext>
              <a:ext uri="{96DAC541-7B7A-43D3-8B79-37D633B846F1}">
                <asvg:svgBlip xmlns="" xmlns:asvg="http://schemas.microsoft.com/office/drawing/2016/SVG/main" r:embed="rId19"/>
              </a:ext>
            </a:extLst>
          </a:blip>
          <a:stretch>
            <a:fillRect/>
          </a:stretch>
        </p:blipFill>
        <p:spPr>
          <a:xfrm>
            <a:off x="726775" y="4688868"/>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20"/>
          <a:stretch>
            <a:fillRect/>
          </a:stretch>
        </p:blipFill>
        <p:spPr>
          <a:xfrm>
            <a:off x="11743790"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21"/>
          <a:stretch>
            <a:fillRect/>
          </a:stretch>
        </p:blipFill>
        <p:spPr>
          <a:xfrm>
            <a:off x="2371200"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2"/>
          <a:stretch>
            <a:fillRect/>
          </a:stretch>
        </p:blipFill>
        <p:spPr>
          <a:xfrm>
            <a:off x="17237047"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3"/>
          <a:stretch>
            <a:fillRect/>
          </a:stretch>
        </p:blipFill>
        <p:spPr>
          <a:xfrm>
            <a:off x="22314847"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4"/>
          <a:stretch>
            <a:fillRect/>
          </a:stretch>
        </p:blipFill>
        <p:spPr>
          <a:xfrm>
            <a:off x="27421502"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5"/>
          <a:stretch>
            <a:fillRect/>
          </a:stretch>
        </p:blipFill>
        <p:spPr>
          <a:xfrm>
            <a:off x="32611718"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6"/>
          <a:stretch>
            <a:fillRect/>
          </a:stretch>
        </p:blipFill>
        <p:spPr>
          <a:xfrm>
            <a:off x="3809812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7"/>
          <a:stretch>
            <a:fillRect/>
          </a:stretch>
        </p:blipFill>
        <p:spPr>
          <a:xfrm>
            <a:off x="43388582" y="635400"/>
            <a:ext cx="7449600" cy="5587200"/>
          </a:xfrm>
          <a:prstGeom prst="rect">
            <a:avLst/>
          </a:prstGeom>
        </p:spPr>
      </p:pic>
    </p:spTree>
    <p:extLst>
      <p:ext uri="{BB962C8B-B14F-4D97-AF65-F5344CB8AC3E}">
        <p14:creationId xmlns:p14="http://schemas.microsoft.com/office/powerpoint/2010/main" val="145008692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30</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602475"/>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2011712"/>
            <a:ext cx="288000" cy="324000"/>
            <a:chOff x="2812200" y="-3585"/>
            <a:chExt cx="6553769" cy="6861070"/>
          </a:xfrm>
          <a:solidFill>
            <a:schemeClr val="bg1"/>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579439"/>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9"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89" name="Graphic 88">
            <a:hlinkClick r:id="rId10"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695742" y="4123278"/>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99030" y="3053532"/>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726775" y="4688868"/>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9"/>
          <a:stretch>
            <a:fillRect/>
          </a:stretch>
        </p:blipFill>
        <p:spPr>
          <a:xfrm>
            <a:off x="11743790"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20"/>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1"/>
          <a:stretch>
            <a:fillRect/>
          </a:stretch>
        </p:blipFill>
        <p:spPr>
          <a:xfrm>
            <a:off x="2371200"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2"/>
          <a:stretch>
            <a:fillRect/>
          </a:stretch>
        </p:blipFill>
        <p:spPr>
          <a:xfrm>
            <a:off x="22314847"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3"/>
          <a:stretch>
            <a:fillRect/>
          </a:stretch>
        </p:blipFill>
        <p:spPr>
          <a:xfrm>
            <a:off x="27421502"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4"/>
          <a:stretch>
            <a:fillRect/>
          </a:stretch>
        </p:blipFill>
        <p:spPr>
          <a:xfrm>
            <a:off x="32611718"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5"/>
          <a:stretch>
            <a:fillRect/>
          </a:stretch>
        </p:blipFill>
        <p:spPr>
          <a:xfrm>
            <a:off x="3809812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6"/>
          <a:stretch>
            <a:fillRect/>
          </a:stretch>
        </p:blipFill>
        <p:spPr>
          <a:xfrm>
            <a:off x="43388582"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91941" y="2340699"/>
            <a:ext cx="720000" cy="246221"/>
          </a:xfrm>
          <a:prstGeom prst="rect">
            <a:avLst/>
          </a:prstGeom>
          <a:noFill/>
        </p:spPr>
        <p:txBody>
          <a:bodyPr wrap="square">
            <a:spAutoFit/>
          </a:bodyPr>
          <a:lstStyle/>
          <a:p>
            <a:pPr algn="ctr"/>
            <a:r>
              <a:rPr lang="fr-FR" sz="1000" dirty="0">
                <a:solidFill>
                  <a:schemeClr val="bg1"/>
                </a:solidFill>
                <a:latin typeface="Darker Grotesque" pitchFamily="2" charset="0"/>
                <a:ea typeface="Times New Roman" panose="02020603050405020304" pitchFamily="18" charset="0"/>
                <a:cs typeface="Times New Roman" panose="02020603050405020304" pitchFamily="18" charset="0"/>
              </a:rPr>
              <a:t>Connexion</a:t>
            </a: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 </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80005214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31</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528044"/>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2011712"/>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579439"/>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9"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89" name="Graphic 88">
            <a:hlinkClick r:id="rId10"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695742" y="4123278"/>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99030" y="3053532"/>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726775" y="4688868"/>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9"/>
          <a:stretch>
            <a:fillRect/>
          </a:stretch>
        </p:blipFill>
        <p:spPr>
          <a:xfrm>
            <a:off x="2371200"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20"/>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1"/>
          <a:stretch>
            <a:fillRect/>
          </a:stretch>
        </p:blipFill>
        <p:spPr>
          <a:xfrm>
            <a:off x="11547848"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2"/>
          <a:stretch>
            <a:fillRect/>
          </a:stretch>
        </p:blipFill>
        <p:spPr>
          <a:xfrm>
            <a:off x="22314847"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3"/>
          <a:stretch>
            <a:fillRect/>
          </a:stretch>
        </p:blipFill>
        <p:spPr>
          <a:xfrm>
            <a:off x="27421502"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4"/>
          <a:stretch>
            <a:fillRect/>
          </a:stretch>
        </p:blipFill>
        <p:spPr>
          <a:xfrm>
            <a:off x="32611718"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5"/>
          <a:stretch>
            <a:fillRect/>
          </a:stretch>
        </p:blipFill>
        <p:spPr>
          <a:xfrm>
            <a:off x="3809812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6"/>
          <a:stretch>
            <a:fillRect/>
          </a:stretch>
        </p:blipFill>
        <p:spPr>
          <a:xfrm>
            <a:off x="43388582"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91941" y="2808537"/>
            <a:ext cx="720000" cy="246221"/>
          </a:xfrm>
          <a:prstGeom prst="rect">
            <a:avLst/>
          </a:prstGeom>
          <a:noFill/>
        </p:spPr>
        <p:txBody>
          <a:bodyPr wrap="square">
            <a:spAutoFit/>
          </a:bodyPr>
          <a:lstStyle/>
          <a:p>
            <a:pPr algn="ct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Accueil </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259718385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32</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432347"/>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1916015"/>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579439"/>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6"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89" name="Graphic 88">
            <a:hlinkClick r:id="rId9"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95742" y="4123278"/>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699030" y="2894037"/>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726775" y="4688868"/>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8"/>
          <a:stretch>
            <a:fillRect/>
          </a:stretch>
        </p:blipFill>
        <p:spPr>
          <a:xfrm>
            <a:off x="22194061"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19"/>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0"/>
          <a:stretch>
            <a:fillRect/>
          </a:stretch>
        </p:blipFill>
        <p:spPr>
          <a:xfrm>
            <a:off x="11547848"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1"/>
          <a:stretch>
            <a:fillRect/>
          </a:stretch>
        </p:blipFill>
        <p:spPr>
          <a:xfrm>
            <a:off x="2371200"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2"/>
          <a:stretch>
            <a:fillRect/>
          </a:stretch>
        </p:blipFill>
        <p:spPr>
          <a:xfrm>
            <a:off x="27421502"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3"/>
          <a:stretch>
            <a:fillRect/>
          </a:stretch>
        </p:blipFill>
        <p:spPr>
          <a:xfrm>
            <a:off x="32611718"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4"/>
          <a:stretch>
            <a:fillRect/>
          </a:stretch>
        </p:blipFill>
        <p:spPr>
          <a:xfrm>
            <a:off x="3809812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5"/>
          <a:stretch>
            <a:fillRect/>
          </a:stretch>
        </p:blipFill>
        <p:spPr>
          <a:xfrm>
            <a:off x="43388582"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81308" y="3159413"/>
            <a:ext cx="720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Voyages Disponibles</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404411125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33</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453613"/>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1916015"/>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494375"/>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solidFill>
            <a:ln w="4286" cap="flat">
              <a:noFill/>
              <a:prstDash val="solid"/>
              <a:miter/>
            </a:ln>
          </p:spPr>
          <p:txBody>
            <a:bodyPr rtlCol="0" anchor="ctr"/>
            <a:lstStyle/>
            <a:p>
              <a:endParaRPr lang="fr-FR"/>
            </a:p>
          </p:txBody>
        </p:sp>
        <p:sp>
          <p:nvSpPr>
            <p:cNvPr id="70" name="Freeform: Shape 69">
              <a:hlinkClick r:id="rId6"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solidFill>
            <a:ln w="4286" cap="flat">
              <a:noFill/>
              <a:prstDash val="solid"/>
              <a:miter/>
            </a:ln>
          </p:spPr>
          <p:txBody>
            <a:bodyPr rtlCol="0" anchor="ctr"/>
            <a:lstStyle/>
            <a:p>
              <a:endParaRPr lang="fr-FR"/>
            </a:p>
          </p:txBody>
        </p:sp>
      </p:grpSp>
      <p:pic>
        <p:nvPicPr>
          <p:cNvPr id="89" name="Graphic 88">
            <a:hlinkClick r:id="rId9"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95742" y="4123278"/>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699030" y="2968468"/>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726775" y="4688868"/>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8"/>
          <a:stretch>
            <a:fillRect/>
          </a:stretch>
        </p:blipFill>
        <p:spPr>
          <a:xfrm>
            <a:off x="22194061"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19"/>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0"/>
          <a:stretch>
            <a:fillRect/>
          </a:stretch>
        </p:blipFill>
        <p:spPr>
          <a:xfrm>
            <a:off x="11547848"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1"/>
          <a:stretch>
            <a:fillRect/>
          </a:stretch>
        </p:blipFill>
        <p:spPr>
          <a:xfrm>
            <a:off x="27386542"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2"/>
          <a:stretch>
            <a:fillRect/>
          </a:stretch>
        </p:blipFill>
        <p:spPr>
          <a:xfrm>
            <a:off x="2371200"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3"/>
          <a:stretch>
            <a:fillRect/>
          </a:stretch>
        </p:blipFill>
        <p:spPr>
          <a:xfrm>
            <a:off x="32611718"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4"/>
          <a:stretch>
            <a:fillRect/>
          </a:stretch>
        </p:blipFill>
        <p:spPr>
          <a:xfrm>
            <a:off x="3809812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5"/>
          <a:stretch>
            <a:fillRect/>
          </a:stretch>
        </p:blipFill>
        <p:spPr>
          <a:xfrm>
            <a:off x="43388582"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17510" y="3797367"/>
            <a:ext cx="864000" cy="28800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Mes Voyages</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286566062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34</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453613"/>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1916015"/>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505008"/>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6"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89" name="Graphic 88">
            <a:hlinkClick r:id="rId9"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95742" y="3974416"/>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699030" y="2968468"/>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726775" y="4688868"/>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8"/>
          <a:stretch>
            <a:fillRect/>
          </a:stretch>
        </p:blipFill>
        <p:spPr>
          <a:xfrm>
            <a:off x="22194061"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19"/>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0"/>
          <a:stretch>
            <a:fillRect/>
          </a:stretch>
        </p:blipFill>
        <p:spPr>
          <a:xfrm>
            <a:off x="11547848"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1"/>
          <a:stretch>
            <a:fillRect/>
          </a:stretch>
        </p:blipFill>
        <p:spPr>
          <a:xfrm>
            <a:off x="27386542"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2"/>
          <a:stretch>
            <a:fillRect/>
          </a:stretch>
        </p:blipFill>
        <p:spPr>
          <a:xfrm>
            <a:off x="32840277"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3"/>
          <a:stretch>
            <a:fillRect/>
          </a:stretch>
        </p:blipFill>
        <p:spPr>
          <a:xfrm>
            <a:off x="2371200"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4"/>
          <a:stretch>
            <a:fillRect/>
          </a:stretch>
        </p:blipFill>
        <p:spPr>
          <a:xfrm>
            <a:off x="3809812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5"/>
          <a:stretch>
            <a:fillRect/>
          </a:stretch>
        </p:blipFill>
        <p:spPr>
          <a:xfrm>
            <a:off x="43388582"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17510" y="4286464"/>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Informations Personnelles</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118587546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35</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453613"/>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1916015"/>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505008"/>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6"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89" name="Graphic 88">
            <a:hlinkClick r:id="rId9"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95742" y="3974416"/>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699030" y="2968468"/>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699030" y="5254458"/>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 xmlns:asvg="http://schemas.microsoft.com/office/drawing/2016/SVG/main" r:embed="rId17"/>
              </a:ext>
            </a:extLst>
          </a:blip>
          <a:stretch>
            <a:fillRect/>
          </a:stretch>
        </p:blipFill>
        <p:spPr>
          <a:xfrm>
            <a:off x="726775" y="4497474"/>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8"/>
          <a:stretch>
            <a:fillRect/>
          </a:stretch>
        </p:blipFill>
        <p:spPr>
          <a:xfrm>
            <a:off x="22194061"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19"/>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20"/>
          <a:stretch>
            <a:fillRect/>
          </a:stretch>
        </p:blipFill>
        <p:spPr>
          <a:xfrm>
            <a:off x="11547848"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1"/>
          <a:stretch>
            <a:fillRect/>
          </a:stretch>
        </p:blipFill>
        <p:spPr>
          <a:xfrm>
            <a:off x="27386542"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2"/>
          <a:stretch>
            <a:fillRect/>
          </a:stretch>
        </p:blipFill>
        <p:spPr>
          <a:xfrm>
            <a:off x="32840277"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3"/>
          <a:stretch>
            <a:fillRect/>
          </a:stretch>
        </p:blipFill>
        <p:spPr>
          <a:xfrm>
            <a:off x="38228749"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4"/>
          <a:stretch>
            <a:fillRect/>
          </a:stretch>
        </p:blipFill>
        <p:spPr>
          <a:xfrm>
            <a:off x="2371200"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5"/>
          <a:stretch>
            <a:fillRect/>
          </a:stretch>
        </p:blipFill>
        <p:spPr>
          <a:xfrm>
            <a:off x="43388582"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06877" y="4764918"/>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Modifier le mot de passe</a:t>
            </a:r>
            <a:endParaRPr lang="fr-FR" sz="1000" dirty="0">
              <a:solidFill>
                <a:schemeClr val="bg1"/>
              </a:solidFill>
              <a:latin typeface="Darker Grotesque" pitchFamily="2" charset="0"/>
            </a:endParaRPr>
          </a:p>
        </p:txBody>
      </p:sp>
    </p:spTree>
    <p:extLst>
      <p:ext uri="{BB962C8B-B14F-4D97-AF65-F5344CB8AC3E}">
        <p14:creationId xmlns:p14="http://schemas.microsoft.com/office/powerpoint/2010/main" val="6145106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
        <p:nvSpPr>
          <p:cNvPr id="92" name="Slide Number Placeholder 91">
            <a:extLst>
              <a:ext uri="{FF2B5EF4-FFF2-40B4-BE49-F238E27FC236}">
                <a16:creationId xmlns:a16="http://schemas.microsoft.com/office/drawing/2014/main" id="{2CFD5A26-EC84-0D14-40CB-0FEF3B58244F}"/>
              </a:ext>
            </a:extLst>
          </p:cNvPr>
          <p:cNvSpPr>
            <a:spLocks noGrp="1"/>
          </p:cNvSpPr>
          <p:nvPr>
            <p:ph type="sldNum" sz="quarter" idx="12"/>
          </p:nvPr>
        </p:nvSpPr>
        <p:spPr/>
        <p:txBody>
          <a:bodyPr/>
          <a:lstStyle/>
          <a:p>
            <a:pPr algn="ctr"/>
            <a:fld id="{DD31AE6B-CDAB-407E-9BC6-E294FE5CDB12}" type="slidenum">
              <a:rPr lang="fr-FR" smtClean="0"/>
              <a:pPr algn="ctr"/>
              <a:t>36</a:t>
            </a:fld>
            <a:endParaRPr lang="fr-FR"/>
          </a:p>
        </p:txBody>
      </p:sp>
      <p:sp>
        <p:nvSpPr>
          <p:cNvPr id="93" name="Rectangle: Rounded Corners 92">
            <a:extLst>
              <a:ext uri="{FF2B5EF4-FFF2-40B4-BE49-F238E27FC236}">
                <a16:creationId xmlns:a16="http://schemas.microsoft.com/office/drawing/2014/main" id="{C791B3C1-0C02-D565-3496-D959B8F7FB09}"/>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6" name="Rectangle: Rounded Corners 25">
            <a:extLst>
              <a:ext uri="{FF2B5EF4-FFF2-40B4-BE49-F238E27FC236}">
                <a16:creationId xmlns:a16="http://schemas.microsoft.com/office/drawing/2014/main" id="{39CE09DB-C3E3-6A79-DCDF-B430DB5D380A}"/>
              </a:ext>
            </a:extLst>
          </p:cNvPr>
          <p:cNvSpPr/>
          <p:nvPr/>
        </p:nvSpPr>
        <p:spPr>
          <a:xfrm>
            <a:off x="469798"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8" name="Graphic 27">
            <a:hlinkClick r:id="rId3" action="ppaction://hlinksldjump"/>
            <a:extLst>
              <a:ext uri="{FF2B5EF4-FFF2-40B4-BE49-F238E27FC236}">
                <a16:creationId xmlns:a16="http://schemas.microsoft.com/office/drawing/2014/main" id="{B39631F5-C267-C36F-B156-C05E11B380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99030" y="2453613"/>
            <a:ext cx="288000" cy="288000"/>
          </a:xfrm>
          <a:prstGeom prst="rect">
            <a:avLst/>
          </a:prstGeom>
        </p:spPr>
      </p:pic>
      <p:pic>
        <p:nvPicPr>
          <p:cNvPr id="30" name="Graphic 29">
            <a:hlinkClick r:id="rId6" action="ppaction://hlinksldjump"/>
            <a:extLst>
              <a:ext uri="{FF2B5EF4-FFF2-40B4-BE49-F238E27FC236}">
                <a16:creationId xmlns:a16="http://schemas.microsoft.com/office/drawing/2014/main" id="{DCA021D6-5DE7-767F-B0D6-55A4041B59E9}"/>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22245" y="1354312"/>
            <a:ext cx="288000" cy="288000"/>
          </a:xfrm>
          <a:prstGeom prst="rect">
            <a:avLst/>
          </a:prstGeom>
        </p:spPr>
      </p:pic>
      <p:grpSp>
        <p:nvGrpSpPr>
          <p:cNvPr id="39" name="Group 38">
            <a:extLst>
              <a:ext uri="{FF2B5EF4-FFF2-40B4-BE49-F238E27FC236}">
                <a16:creationId xmlns:a16="http://schemas.microsoft.com/office/drawing/2014/main" id="{193A2481-ABAF-23F7-784A-08201198CCCA}"/>
              </a:ext>
            </a:extLst>
          </p:cNvPr>
          <p:cNvGrpSpPr/>
          <p:nvPr/>
        </p:nvGrpSpPr>
        <p:grpSpPr>
          <a:xfrm>
            <a:off x="699030" y="1916015"/>
            <a:ext cx="288000" cy="324000"/>
            <a:chOff x="2812200" y="-3585"/>
            <a:chExt cx="6553769" cy="6861070"/>
          </a:xfrm>
          <a:solidFill>
            <a:schemeClr val="bg1">
              <a:alpha val="25000"/>
            </a:schemeClr>
          </a:solidFill>
        </p:grpSpPr>
        <p:sp>
          <p:nvSpPr>
            <p:cNvPr id="35" name="Freeform: Shape 34">
              <a:extLst>
                <a:ext uri="{FF2B5EF4-FFF2-40B4-BE49-F238E27FC236}">
                  <a16:creationId xmlns:a16="http://schemas.microsoft.com/office/drawing/2014/main" id="{F447C35D-A9BD-6798-5391-C150F3070786}"/>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36" name="Freeform: Shape 35">
              <a:hlinkClick r:id="rId6" action="ppaction://hlinksldjump"/>
              <a:extLst>
                <a:ext uri="{FF2B5EF4-FFF2-40B4-BE49-F238E27FC236}">
                  <a16:creationId xmlns:a16="http://schemas.microsoft.com/office/drawing/2014/main" id="{731B954C-2553-310B-2885-11F4D8F6F7CF}"/>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ED43524-2F54-ECAC-5779-98092B56771A}"/>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9A86D5E3-2A20-C4BD-C0EB-757627F0F937}"/>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71" name="Group 70">
            <a:extLst>
              <a:ext uri="{FF2B5EF4-FFF2-40B4-BE49-F238E27FC236}">
                <a16:creationId xmlns:a16="http://schemas.microsoft.com/office/drawing/2014/main" id="{3428CB91-F6AA-8F36-B719-4CD8FCCDB82F}"/>
              </a:ext>
            </a:extLst>
          </p:cNvPr>
          <p:cNvGrpSpPr/>
          <p:nvPr/>
        </p:nvGrpSpPr>
        <p:grpSpPr>
          <a:xfrm>
            <a:off x="719016" y="3430577"/>
            <a:ext cx="288000" cy="252000"/>
            <a:chOff x="3031853" y="897516"/>
            <a:chExt cx="6403839" cy="5628195"/>
          </a:xfrm>
        </p:grpSpPr>
        <p:sp>
          <p:nvSpPr>
            <p:cNvPr id="55" name="Freeform: Shape 54">
              <a:extLst>
                <a:ext uri="{FF2B5EF4-FFF2-40B4-BE49-F238E27FC236}">
                  <a16:creationId xmlns:a16="http://schemas.microsoft.com/office/drawing/2014/main" id="{B6F271E8-FFDF-2ECF-AB01-ECEE921E60A7}"/>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56" name="Freeform: Shape 55">
              <a:extLst>
                <a:ext uri="{FF2B5EF4-FFF2-40B4-BE49-F238E27FC236}">
                  <a16:creationId xmlns:a16="http://schemas.microsoft.com/office/drawing/2014/main" id="{9BCE5251-DAF8-B03C-9A04-7578855B9C62}"/>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57" name="Freeform: Shape 56">
              <a:extLst>
                <a:ext uri="{FF2B5EF4-FFF2-40B4-BE49-F238E27FC236}">
                  <a16:creationId xmlns:a16="http://schemas.microsoft.com/office/drawing/2014/main" id="{7E250AC1-816A-E397-56B5-70692BAD2C28}"/>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8" name="Freeform: Shape 57">
              <a:extLst>
                <a:ext uri="{FF2B5EF4-FFF2-40B4-BE49-F238E27FC236}">
                  <a16:creationId xmlns:a16="http://schemas.microsoft.com/office/drawing/2014/main" id="{260757CD-9D2E-DE27-8616-5926615787E3}"/>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59" name="Freeform: Shape 58">
              <a:extLst>
                <a:ext uri="{FF2B5EF4-FFF2-40B4-BE49-F238E27FC236}">
                  <a16:creationId xmlns:a16="http://schemas.microsoft.com/office/drawing/2014/main" id="{C8EAE62C-F5B5-926F-7C0C-C8CE5C1D0DF3}"/>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60" name="Freeform: Shape 59">
              <a:extLst>
                <a:ext uri="{FF2B5EF4-FFF2-40B4-BE49-F238E27FC236}">
                  <a16:creationId xmlns:a16="http://schemas.microsoft.com/office/drawing/2014/main" id="{BA1992D0-77F7-99C5-7EEC-1BF1AFFBCB7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61" name="Freeform: Shape 60">
              <a:extLst>
                <a:ext uri="{FF2B5EF4-FFF2-40B4-BE49-F238E27FC236}">
                  <a16:creationId xmlns:a16="http://schemas.microsoft.com/office/drawing/2014/main" id="{D4FDA6F1-8A4A-2425-279F-D71DFD436143}"/>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62" name="Freeform: Shape 61">
              <a:extLst>
                <a:ext uri="{FF2B5EF4-FFF2-40B4-BE49-F238E27FC236}">
                  <a16:creationId xmlns:a16="http://schemas.microsoft.com/office/drawing/2014/main" id="{F7AD8EB5-1045-D476-6C35-A8E517E16E3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3" name="Freeform: Shape 62">
              <a:extLst>
                <a:ext uri="{FF2B5EF4-FFF2-40B4-BE49-F238E27FC236}">
                  <a16:creationId xmlns:a16="http://schemas.microsoft.com/office/drawing/2014/main" id="{9517C6C3-40BE-D864-AC2B-FF90232CEA5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64" name="Freeform: Shape 63">
              <a:extLst>
                <a:ext uri="{FF2B5EF4-FFF2-40B4-BE49-F238E27FC236}">
                  <a16:creationId xmlns:a16="http://schemas.microsoft.com/office/drawing/2014/main" id="{9197A914-8E56-73D4-B10B-2EF3E9542D14}"/>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65" name="Freeform: Shape 64">
              <a:extLst>
                <a:ext uri="{FF2B5EF4-FFF2-40B4-BE49-F238E27FC236}">
                  <a16:creationId xmlns:a16="http://schemas.microsoft.com/office/drawing/2014/main" id="{D9788BA4-EEB1-5BFF-2D8D-63B24AF4700A}"/>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68" name="Freeform: Shape 67">
              <a:extLst>
                <a:ext uri="{FF2B5EF4-FFF2-40B4-BE49-F238E27FC236}">
                  <a16:creationId xmlns:a16="http://schemas.microsoft.com/office/drawing/2014/main" id="{9AF00801-2800-BDE7-212A-3EBEB1FE7ECE}"/>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70" name="Freeform: Shape 69">
              <a:hlinkClick r:id="rId6" action="ppaction://hlinksldjump"/>
              <a:extLst>
                <a:ext uri="{FF2B5EF4-FFF2-40B4-BE49-F238E27FC236}">
                  <a16:creationId xmlns:a16="http://schemas.microsoft.com/office/drawing/2014/main" id="{719FB18E-9AD7-FFED-1BDA-F8A11697080B}"/>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89" name="Graphic 88">
            <a:hlinkClick r:id="rId6" action="ppaction://hlinksldjump"/>
            <a:extLst>
              <a:ext uri="{FF2B5EF4-FFF2-40B4-BE49-F238E27FC236}">
                <a16:creationId xmlns:a16="http://schemas.microsoft.com/office/drawing/2014/main" id="{1A91C264-BD84-E1F0-1C13-85D530F17949}"/>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95742" y="3889352"/>
            <a:ext cx="288000" cy="288000"/>
          </a:xfrm>
          <a:prstGeom prst="rect">
            <a:avLst/>
          </a:prstGeom>
        </p:spPr>
      </p:pic>
      <p:pic>
        <p:nvPicPr>
          <p:cNvPr id="94" name="travel">
            <a:extLst>
              <a:ext uri="{FF2B5EF4-FFF2-40B4-BE49-F238E27FC236}">
                <a16:creationId xmlns:a16="http://schemas.microsoft.com/office/drawing/2014/main" id="{2BEB61CF-2411-9B57-6328-41B3E0236959}"/>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699030" y="2968468"/>
            <a:ext cx="288000" cy="288000"/>
          </a:xfrm>
          <a:prstGeom prst="rect">
            <a:avLst/>
          </a:prstGeom>
        </p:spPr>
      </p:pic>
      <p:pic>
        <p:nvPicPr>
          <p:cNvPr id="96" name="Graphic 95">
            <a:extLst>
              <a:ext uri="{FF2B5EF4-FFF2-40B4-BE49-F238E27FC236}">
                <a16:creationId xmlns:a16="http://schemas.microsoft.com/office/drawing/2014/main" id="{6D37F235-8F51-C6ED-A142-7F30BDA9138E}"/>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99030" y="4892936"/>
            <a:ext cx="288000" cy="288000"/>
          </a:xfrm>
          <a:prstGeom prst="rect">
            <a:avLst/>
          </a:prstGeom>
        </p:spPr>
      </p:pic>
      <p:pic>
        <p:nvPicPr>
          <p:cNvPr id="98" name="Graphic 97">
            <a:extLst>
              <a:ext uri="{FF2B5EF4-FFF2-40B4-BE49-F238E27FC236}">
                <a16:creationId xmlns:a16="http://schemas.microsoft.com/office/drawing/2014/main" id="{5AD8AACF-5CAE-B822-DCEB-B78409937074}"/>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726775" y="4412410"/>
            <a:ext cx="288000" cy="288000"/>
          </a:xfrm>
          <a:prstGeom prst="rect">
            <a:avLst/>
          </a:prstGeom>
        </p:spPr>
      </p:pic>
      <p:pic>
        <p:nvPicPr>
          <p:cNvPr id="102" name="Home">
            <a:extLst>
              <a:ext uri="{FF2B5EF4-FFF2-40B4-BE49-F238E27FC236}">
                <a16:creationId xmlns:a16="http://schemas.microsoft.com/office/drawing/2014/main" id="{566E0E6A-D9E7-666C-C168-ECDAA3554B5E}"/>
              </a:ext>
            </a:extLst>
          </p:cNvPr>
          <p:cNvPicPr>
            <a:picLocks noChangeAspect="1"/>
          </p:cNvPicPr>
          <p:nvPr/>
        </p:nvPicPr>
        <p:blipFill>
          <a:blip r:embed="rId17"/>
          <a:stretch>
            <a:fillRect/>
          </a:stretch>
        </p:blipFill>
        <p:spPr>
          <a:xfrm>
            <a:off x="22194061" y="635400"/>
            <a:ext cx="7449600" cy="5587200"/>
          </a:xfrm>
          <a:prstGeom prst="rect">
            <a:avLst/>
          </a:prstGeom>
        </p:spPr>
      </p:pic>
      <p:pic>
        <p:nvPicPr>
          <p:cNvPr id="100" name="inscription">
            <a:extLst>
              <a:ext uri="{FF2B5EF4-FFF2-40B4-BE49-F238E27FC236}">
                <a16:creationId xmlns:a16="http://schemas.microsoft.com/office/drawing/2014/main" id="{1B9719C8-A95B-E047-BCCE-CF1EBF52BEE9}"/>
              </a:ext>
            </a:extLst>
          </p:cNvPr>
          <p:cNvPicPr>
            <a:picLocks noChangeAspect="1"/>
          </p:cNvPicPr>
          <p:nvPr/>
        </p:nvPicPr>
        <p:blipFill>
          <a:blip r:embed="rId18"/>
          <a:stretch>
            <a:fillRect/>
          </a:stretch>
        </p:blipFill>
        <p:spPr>
          <a:xfrm>
            <a:off x="17066917" y="635400"/>
            <a:ext cx="7449600" cy="5587200"/>
          </a:xfrm>
          <a:prstGeom prst="rect">
            <a:avLst/>
          </a:prstGeom>
        </p:spPr>
      </p:pic>
      <p:pic>
        <p:nvPicPr>
          <p:cNvPr id="101" name="connexion">
            <a:extLst>
              <a:ext uri="{FF2B5EF4-FFF2-40B4-BE49-F238E27FC236}">
                <a16:creationId xmlns:a16="http://schemas.microsoft.com/office/drawing/2014/main" id="{88007446-BF43-F953-232A-003C02FF27EC}"/>
              </a:ext>
            </a:extLst>
          </p:cNvPr>
          <p:cNvPicPr>
            <a:picLocks noChangeAspect="1"/>
          </p:cNvPicPr>
          <p:nvPr/>
        </p:nvPicPr>
        <p:blipFill>
          <a:blip r:embed="rId19"/>
          <a:stretch>
            <a:fillRect/>
          </a:stretch>
        </p:blipFill>
        <p:spPr>
          <a:xfrm>
            <a:off x="11547848" y="635400"/>
            <a:ext cx="7449600" cy="5587200"/>
          </a:xfrm>
          <a:prstGeom prst="rect">
            <a:avLst/>
          </a:prstGeom>
        </p:spPr>
      </p:pic>
      <p:pic>
        <p:nvPicPr>
          <p:cNvPr id="104" name="voyages diponibles">
            <a:extLst>
              <a:ext uri="{FF2B5EF4-FFF2-40B4-BE49-F238E27FC236}">
                <a16:creationId xmlns:a16="http://schemas.microsoft.com/office/drawing/2014/main" id="{B0EC5CE1-30FE-4675-2089-DF8B248F51EE}"/>
              </a:ext>
            </a:extLst>
          </p:cNvPr>
          <p:cNvPicPr>
            <a:picLocks noChangeAspect="1"/>
          </p:cNvPicPr>
          <p:nvPr/>
        </p:nvPicPr>
        <p:blipFill>
          <a:blip r:embed="rId20"/>
          <a:stretch>
            <a:fillRect/>
          </a:stretch>
        </p:blipFill>
        <p:spPr>
          <a:xfrm>
            <a:off x="27386542" y="635400"/>
            <a:ext cx="7449600" cy="5587200"/>
          </a:xfrm>
          <a:prstGeom prst="rect">
            <a:avLst/>
          </a:prstGeom>
        </p:spPr>
      </p:pic>
      <p:pic>
        <p:nvPicPr>
          <p:cNvPr id="105" name="Mes Voyages">
            <a:extLst>
              <a:ext uri="{FF2B5EF4-FFF2-40B4-BE49-F238E27FC236}">
                <a16:creationId xmlns:a16="http://schemas.microsoft.com/office/drawing/2014/main" id="{7EDCD588-1B0F-461E-4AB8-30204C0DDA75}"/>
              </a:ext>
            </a:extLst>
          </p:cNvPr>
          <p:cNvPicPr>
            <a:picLocks noChangeAspect="1"/>
          </p:cNvPicPr>
          <p:nvPr/>
        </p:nvPicPr>
        <p:blipFill>
          <a:blip r:embed="rId21"/>
          <a:stretch>
            <a:fillRect/>
          </a:stretch>
        </p:blipFill>
        <p:spPr>
          <a:xfrm>
            <a:off x="32840277" y="635400"/>
            <a:ext cx="7449600" cy="5587200"/>
          </a:xfrm>
          <a:prstGeom prst="rect">
            <a:avLst/>
          </a:prstGeom>
        </p:spPr>
      </p:pic>
      <p:pic>
        <p:nvPicPr>
          <p:cNvPr id="106" name="info personelles">
            <a:extLst>
              <a:ext uri="{FF2B5EF4-FFF2-40B4-BE49-F238E27FC236}">
                <a16:creationId xmlns:a16="http://schemas.microsoft.com/office/drawing/2014/main" id="{933251C7-38A3-39B1-3480-041764407B87}"/>
              </a:ext>
            </a:extLst>
          </p:cNvPr>
          <p:cNvPicPr>
            <a:picLocks noChangeAspect="1"/>
          </p:cNvPicPr>
          <p:nvPr/>
        </p:nvPicPr>
        <p:blipFill>
          <a:blip r:embed="rId22"/>
          <a:stretch>
            <a:fillRect/>
          </a:stretch>
        </p:blipFill>
        <p:spPr>
          <a:xfrm>
            <a:off x="38228749" y="635400"/>
            <a:ext cx="7449600" cy="5587200"/>
          </a:xfrm>
          <a:prstGeom prst="rect">
            <a:avLst/>
          </a:prstGeom>
        </p:spPr>
      </p:pic>
      <p:pic>
        <p:nvPicPr>
          <p:cNvPr id="107" name="modifier password">
            <a:extLst>
              <a:ext uri="{FF2B5EF4-FFF2-40B4-BE49-F238E27FC236}">
                <a16:creationId xmlns:a16="http://schemas.microsoft.com/office/drawing/2014/main" id="{54F6C3A5-C207-DFF8-3DB2-D15CEEB309A2}"/>
              </a:ext>
            </a:extLst>
          </p:cNvPr>
          <p:cNvPicPr>
            <a:picLocks noChangeAspect="1"/>
          </p:cNvPicPr>
          <p:nvPr/>
        </p:nvPicPr>
        <p:blipFill>
          <a:blip r:embed="rId23"/>
          <a:stretch>
            <a:fillRect/>
          </a:stretch>
        </p:blipFill>
        <p:spPr>
          <a:xfrm>
            <a:off x="43323264" y="635400"/>
            <a:ext cx="7449600" cy="5587200"/>
          </a:xfrm>
          <a:prstGeom prst="rect">
            <a:avLst/>
          </a:prstGeom>
        </p:spPr>
      </p:pic>
      <p:pic>
        <p:nvPicPr>
          <p:cNvPr id="108" name="supprimer account">
            <a:extLst>
              <a:ext uri="{FF2B5EF4-FFF2-40B4-BE49-F238E27FC236}">
                <a16:creationId xmlns:a16="http://schemas.microsoft.com/office/drawing/2014/main" id="{D9DB4A0F-E4FA-0312-A571-5EE7C4F3D396}"/>
              </a:ext>
            </a:extLst>
          </p:cNvPr>
          <p:cNvPicPr>
            <a:picLocks noChangeAspect="1"/>
          </p:cNvPicPr>
          <p:nvPr/>
        </p:nvPicPr>
        <p:blipFill>
          <a:blip r:embed="rId24"/>
          <a:stretch>
            <a:fillRect/>
          </a:stretch>
        </p:blipFill>
        <p:spPr>
          <a:xfrm>
            <a:off x="2371200" y="635400"/>
            <a:ext cx="7449600" cy="5587200"/>
          </a:xfrm>
          <a:prstGeom prst="rect">
            <a:avLst/>
          </a:prstGeom>
        </p:spPr>
      </p:pic>
      <p:sp>
        <p:nvSpPr>
          <p:cNvPr id="3" name="TextBox 2">
            <a:extLst>
              <a:ext uri="{FF2B5EF4-FFF2-40B4-BE49-F238E27FC236}">
                <a16:creationId xmlns:a16="http://schemas.microsoft.com/office/drawing/2014/main" id="{7FDBDC50-1891-1874-A7E5-F1B95E4E0379}"/>
              </a:ext>
            </a:extLst>
          </p:cNvPr>
          <p:cNvSpPr txBox="1"/>
          <p:nvPr/>
        </p:nvSpPr>
        <p:spPr>
          <a:xfrm>
            <a:off x="406877" y="5200851"/>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Supprimer mon compte</a:t>
            </a:r>
            <a:endParaRPr lang="fr-FR" sz="1000" dirty="0">
              <a:solidFill>
                <a:schemeClr val="bg1"/>
              </a:solidFill>
              <a:latin typeface="Darker Grotesque" pitchFamily="2" charset="0"/>
            </a:endParaRPr>
          </a:p>
        </p:txBody>
      </p:sp>
      <p:sp>
        <p:nvSpPr>
          <p:cNvPr id="10" name="Google Shape;542;p39">
            <a:extLst>
              <a:ext uri="{FF2B5EF4-FFF2-40B4-BE49-F238E27FC236}">
                <a16:creationId xmlns:a16="http://schemas.microsoft.com/office/drawing/2014/main" id="{20A9C695-0CA1-7459-6F45-6FA35743B2B6}"/>
              </a:ext>
            </a:extLst>
          </p:cNvPr>
          <p:cNvSpPr/>
          <p:nvPr/>
        </p:nvSpPr>
        <p:spPr>
          <a:xfrm>
            <a:off x="3422400" y="-254749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Administration </a:t>
            </a:r>
          </a:p>
        </p:txBody>
      </p:sp>
      <p:sp>
        <p:nvSpPr>
          <p:cNvPr id="17" name="Slicer">
            <a:extLst>
              <a:ext uri="{FF2B5EF4-FFF2-40B4-BE49-F238E27FC236}">
                <a16:creationId xmlns:a16="http://schemas.microsoft.com/office/drawing/2014/main" id="{0FC3E59E-2D0A-A15B-BEC5-E89CCA68AE74}"/>
              </a:ext>
            </a:extLst>
          </p:cNvPr>
          <p:cNvSpPr/>
          <p:nvPr/>
        </p:nvSpPr>
        <p:spPr>
          <a:xfrm>
            <a:off x="-2634909" y="2097000"/>
            <a:ext cx="720000" cy="2664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extBox 17">
            <a:extLst>
              <a:ext uri="{FF2B5EF4-FFF2-40B4-BE49-F238E27FC236}">
                <a16:creationId xmlns:a16="http://schemas.microsoft.com/office/drawing/2014/main" id="{E7AB83E3-D85B-C7EF-080B-9BAE55BDB751}"/>
              </a:ext>
            </a:extLst>
          </p:cNvPr>
          <p:cNvSpPr txBox="1"/>
          <p:nvPr/>
        </p:nvSpPr>
        <p:spPr>
          <a:xfrm>
            <a:off x="-2644512" y="2669520"/>
            <a:ext cx="756000" cy="252000"/>
          </a:xfrm>
          <a:prstGeom prst="rect">
            <a:avLst/>
          </a:prstGeom>
          <a:noFill/>
        </p:spPr>
        <p:txBody>
          <a:bodyPr wrap="square">
            <a:spAutoFit/>
          </a:bodyPr>
          <a:lstStyle/>
          <a:p>
            <a:pPr algn="ctr"/>
            <a:r>
              <a:rPr lang="fr-FR" sz="1000" dirty="0">
                <a:solidFill>
                  <a:schemeClr val="bg1"/>
                </a:solidFill>
                <a:latin typeface="Darker Grotesque" pitchFamily="2" charset="0"/>
                <a:ea typeface="Times New Roman" panose="02020603050405020304" pitchFamily="18" charset="0"/>
                <a:cs typeface="Times New Roman" panose="02020603050405020304" pitchFamily="18" charset="0"/>
              </a:rPr>
              <a:t>Connexion</a:t>
            </a: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 </a:t>
            </a:r>
            <a:endParaRPr lang="fr-FR" sz="1000" dirty="0">
              <a:solidFill>
                <a:schemeClr val="bg1"/>
              </a:solidFill>
              <a:latin typeface="Darker Grotesque" pitchFamily="2" charset="0"/>
            </a:endParaRPr>
          </a:p>
        </p:txBody>
      </p:sp>
      <p:pic>
        <p:nvPicPr>
          <p:cNvPr id="19" name="Home admin" descr="Home with solid fill">
            <a:hlinkClick r:id="rId6" action="ppaction://hlinksldjump"/>
            <a:extLst>
              <a:ext uri="{FF2B5EF4-FFF2-40B4-BE49-F238E27FC236}">
                <a16:creationId xmlns:a16="http://schemas.microsoft.com/office/drawing/2014/main" id="{CCD15C2B-403D-EC74-8FF8-57197478A1BC}"/>
              </a:ext>
            </a:extLst>
          </p:cNvPr>
          <p:cNvPicPr>
            <a:picLocks noChangeAspect="1"/>
          </p:cNvPicPr>
          <p:nvPr/>
        </p:nvPicPr>
        <p:blipFill>
          <a:blip r:embed="rId25" cstate="hqprint">
            <a:extLst>
              <a:ext uri="{28A0092B-C50C-407E-A947-70E740481C1C}">
                <a14:useLocalDpi xmlns:a14="http://schemas.microsoft.com/office/drawing/2010/main" val="0"/>
              </a:ext>
              <a:ext uri="{96DAC541-7B7A-43D3-8B79-37D633B846F1}">
                <asvg:svgBlip xmlns="" xmlns:asvg="http://schemas.microsoft.com/office/drawing/2016/SVG/main" r:embed="rId26"/>
              </a:ext>
            </a:extLst>
          </a:blip>
          <a:stretch>
            <a:fillRect/>
          </a:stretch>
        </p:blipFill>
        <p:spPr>
          <a:xfrm>
            <a:off x="-2416167" y="3141000"/>
            <a:ext cx="288000" cy="288000"/>
          </a:xfrm>
          <a:prstGeom prst="rect">
            <a:avLst/>
          </a:prstGeom>
        </p:spPr>
      </p:pic>
      <p:pic>
        <p:nvPicPr>
          <p:cNvPr id="20" name="Connexion" descr="Social network with solid fill">
            <a:hlinkClick r:id="rId27" action="ppaction://hlinksldjump"/>
            <a:extLst>
              <a:ext uri="{FF2B5EF4-FFF2-40B4-BE49-F238E27FC236}">
                <a16:creationId xmlns:a16="http://schemas.microsoft.com/office/drawing/2014/main" id="{91D2E362-68EB-DD77-A48F-388F1544804F}"/>
              </a:ext>
            </a:extLst>
          </p:cNvPr>
          <p:cNvPicPr>
            <a:picLocks noChangeAspect="1"/>
          </p:cNvPicPr>
          <p:nvPr/>
        </p:nvPicPr>
        <p:blipFill>
          <a:blip r:embed="rId28" cstate="hqprint">
            <a:extLst>
              <a:ext uri="{28A0092B-C50C-407E-A947-70E740481C1C}">
                <a14:useLocalDpi xmlns:a14="http://schemas.microsoft.com/office/drawing/2010/main" val="0"/>
              </a:ext>
              <a:ext uri="{96DAC541-7B7A-43D3-8B79-37D633B846F1}">
                <asvg:svgBlip xmlns="" xmlns:asvg="http://schemas.microsoft.com/office/drawing/2016/SVG/main" r:embed="rId29"/>
              </a:ext>
            </a:extLst>
          </a:blip>
          <a:stretch>
            <a:fillRect/>
          </a:stretch>
        </p:blipFill>
        <p:spPr>
          <a:xfrm>
            <a:off x="-2416167" y="2389165"/>
            <a:ext cx="288000" cy="288000"/>
          </a:xfrm>
          <a:prstGeom prst="rect">
            <a:avLst/>
          </a:prstGeom>
        </p:spPr>
      </p:pic>
      <p:pic>
        <p:nvPicPr>
          <p:cNvPr id="21" name="User register">
            <a:extLst>
              <a:ext uri="{FF2B5EF4-FFF2-40B4-BE49-F238E27FC236}">
                <a16:creationId xmlns:a16="http://schemas.microsoft.com/office/drawing/2014/main" id="{4A96221D-FAE9-B939-613C-C13BFF2032A3}"/>
              </a:ext>
            </a:extLst>
          </p:cNvPr>
          <p:cNvPicPr>
            <a:picLocks noChangeAspect="1"/>
          </p:cNvPicPr>
          <p:nvPr/>
        </p:nvPicPr>
        <p:blipFill>
          <a:blip r:embed="rId30" cstate="hqprint">
            <a:extLst>
              <a:ext uri="{28A0092B-C50C-407E-A947-70E740481C1C}">
                <a14:useLocalDpi xmlns:a14="http://schemas.microsoft.com/office/drawing/2010/main" val="0"/>
              </a:ext>
              <a:ext uri="{96DAC541-7B7A-43D3-8B79-37D633B846F1}">
                <asvg:svgBlip xmlns="" xmlns:asvg="http://schemas.microsoft.com/office/drawing/2016/SVG/main" r:embed="rId31"/>
              </a:ext>
            </a:extLst>
          </a:blip>
          <a:stretch>
            <a:fillRect/>
          </a:stretch>
        </p:blipFill>
        <p:spPr>
          <a:xfrm>
            <a:off x="-2416167" y="4157895"/>
            <a:ext cx="288000" cy="288000"/>
          </a:xfrm>
          <a:prstGeom prst="rect">
            <a:avLst/>
          </a:prstGeom>
        </p:spPr>
      </p:pic>
      <p:pic>
        <p:nvPicPr>
          <p:cNvPr id="22" name="travel">
            <a:extLst>
              <a:ext uri="{FF2B5EF4-FFF2-40B4-BE49-F238E27FC236}">
                <a16:creationId xmlns:a16="http://schemas.microsoft.com/office/drawing/2014/main" id="{E47B66B2-4481-0F29-F339-6F3A903B148F}"/>
              </a:ext>
            </a:extLst>
          </p:cNvPr>
          <p:cNvPicPr>
            <a:picLocks noChangeAspect="1"/>
          </p:cNvPicPr>
          <p:nvPr/>
        </p:nvPicPr>
        <p:blipFill>
          <a:blip r:embed="rId11" cstate="hq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2416167" y="3649770"/>
            <a:ext cx="288000" cy="288000"/>
          </a:xfrm>
          <a:prstGeom prst="rect">
            <a:avLst/>
          </a:prstGeom>
        </p:spPr>
      </p:pic>
    </p:spTree>
    <p:extLst>
      <p:ext uri="{BB962C8B-B14F-4D97-AF65-F5344CB8AC3E}">
        <p14:creationId xmlns:p14="http://schemas.microsoft.com/office/powerpoint/2010/main" val="109096211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Administration </a:t>
            </a:r>
          </a:p>
        </p:txBody>
      </p:sp>
      <p:pic>
        <p:nvPicPr>
          <p:cNvPr id="11" name="Connexion">
            <a:extLst>
              <a:ext uri="{FF2B5EF4-FFF2-40B4-BE49-F238E27FC236}">
                <a16:creationId xmlns:a16="http://schemas.microsoft.com/office/drawing/2014/main" id="{9DAAF98A-5361-DDE4-E5C2-1C5C2D43934E}"/>
              </a:ext>
            </a:extLst>
          </p:cNvPr>
          <p:cNvPicPr>
            <a:picLocks noChangeAspect="1"/>
          </p:cNvPicPr>
          <p:nvPr/>
        </p:nvPicPr>
        <p:blipFill>
          <a:blip r:embed="rId3"/>
          <a:stretch>
            <a:fillRect/>
          </a:stretch>
        </p:blipFill>
        <p:spPr>
          <a:xfrm>
            <a:off x="25851660" y="635400"/>
            <a:ext cx="7449600" cy="5587200"/>
          </a:xfrm>
          <a:prstGeom prst="rect">
            <a:avLst/>
          </a:prstGeom>
        </p:spPr>
      </p:pic>
      <p:pic>
        <p:nvPicPr>
          <p:cNvPr id="12" name="Home">
            <a:extLst>
              <a:ext uri="{FF2B5EF4-FFF2-40B4-BE49-F238E27FC236}">
                <a16:creationId xmlns:a16="http://schemas.microsoft.com/office/drawing/2014/main" id="{43A9DF40-AC63-7836-DF6B-43BFC5307301}"/>
              </a:ext>
            </a:extLst>
          </p:cNvPr>
          <p:cNvPicPr>
            <a:picLocks noChangeAspect="1"/>
          </p:cNvPicPr>
          <p:nvPr/>
        </p:nvPicPr>
        <p:blipFill>
          <a:blip r:embed="rId4"/>
          <a:stretch>
            <a:fillRect/>
          </a:stretch>
        </p:blipFill>
        <p:spPr>
          <a:xfrm>
            <a:off x="12789068" y="635587"/>
            <a:ext cx="7449101" cy="5586826"/>
          </a:xfrm>
          <a:prstGeom prst="rect">
            <a:avLst/>
          </a:prstGeom>
        </p:spPr>
      </p:pic>
      <p:pic>
        <p:nvPicPr>
          <p:cNvPr id="14" name="Inscription">
            <a:extLst>
              <a:ext uri="{FF2B5EF4-FFF2-40B4-BE49-F238E27FC236}">
                <a16:creationId xmlns:a16="http://schemas.microsoft.com/office/drawing/2014/main" id="{1C781775-E027-F031-E3AD-E4F7EF83BC35}"/>
              </a:ext>
            </a:extLst>
          </p:cNvPr>
          <p:cNvPicPr>
            <a:picLocks noChangeAspect="1"/>
          </p:cNvPicPr>
          <p:nvPr/>
        </p:nvPicPr>
        <p:blipFill>
          <a:blip r:embed="rId5"/>
          <a:stretch>
            <a:fillRect/>
          </a:stretch>
        </p:blipFill>
        <p:spPr>
          <a:xfrm>
            <a:off x="19548839" y="635400"/>
            <a:ext cx="7449600" cy="5587200"/>
          </a:xfrm>
          <a:prstGeom prst="rect">
            <a:avLst/>
          </a:prstGeom>
        </p:spPr>
      </p:pic>
      <p:pic>
        <p:nvPicPr>
          <p:cNvPr id="23" name="Home Admin">
            <a:extLst>
              <a:ext uri="{FF2B5EF4-FFF2-40B4-BE49-F238E27FC236}">
                <a16:creationId xmlns:a16="http://schemas.microsoft.com/office/drawing/2014/main" id="{A9852651-209B-1458-A263-D9273DB64E20}"/>
              </a:ext>
            </a:extLst>
          </p:cNvPr>
          <p:cNvPicPr>
            <a:picLocks noChangeAspect="1"/>
          </p:cNvPicPr>
          <p:nvPr/>
        </p:nvPicPr>
        <p:blipFill>
          <a:blip r:embed="rId6"/>
          <a:stretch>
            <a:fillRect/>
          </a:stretch>
        </p:blipFill>
        <p:spPr>
          <a:xfrm>
            <a:off x="12769834" y="635400"/>
            <a:ext cx="7449600" cy="5587200"/>
          </a:xfrm>
          <a:prstGeom prst="rect">
            <a:avLst/>
          </a:prstGeom>
        </p:spPr>
      </p:pic>
      <p:pic>
        <p:nvPicPr>
          <p:cNvPr id="31" name="Connexion Admin">
            <a:extLst>
              <a:ext uri="{FF2B5EF4-FFF2-40B4-BE49-F238E27FC236}">
                <a16:creationId xmlns:a16="http://schemas.microsoft.com/office/drawing/2014/main" id="{5C5EDF6F-0C33-FCC5-4F4C-3DF9A21B695A}"/>
              </a:ext>
            </a:extLst>
          </p:cNvPr>
          <p:cNvPicPr>
            <a:picLocks noChangeAspect="1"/>
          </p:cNvPicPr>
          <p:nvPr/>
        </p:nvPicPr>
        <p:blipFill>
          <a:blip r:embed="rId7"/>
          <a:stretch>
            <a:fillRect/>
          </a:stretch>
        </p:blipFill>
        <p:spPr>
          <a:xfrm>
            <a:off x="2371200" y="635400"/>
            <a:ext cx="7449600" cy="5587200"/>
          </a:xfrm>
          <a:prstGeom prst="rect">
            <a:avLst/>
          </a:prstGeom>
        </p:spPr>
      </p:pic>
      <p:pic>
        <p:nvPicPr>
          <p:cNvPr id="32" name="Account">
            <a:extLst>
              <a:ext uri="{FF2B5EF4-FFF2-40B4-BE49-F238E27FC236}">
                <a16:creationId xmlns:a16="http://schemas.microsoft.com/office/drawing/2014/main" id="{141F9FA4-DD4D-A7AF-D89D-43DAF618884B}"/>
              </a:ext>
            </a:extLst>
          </p:cNvPr>
          <p:cNvPicPr>
            <a:picLocks noChangeAspect="1"/>
          </p:cNvPicPr>
          <p:nvPr/>
        </p:nvPicPr>
        <p:blipFill>
          <a:blip r:embed="rId8"/>
          <a:stretch>
            <a:fillRect/>
          </a:stretch>
        </p:blipFill>
        <p:spPr>
          <a:xfrm>
            <a:off x="32178100" y="635400"/>
            <a:ext cx="7449600" cy="5587200"/>
          </a:xfrm>
          <a:prstGeom prst="rect">
            <a:avLst/>
          </a:prstGeom>
        </p:spPr>
      </p:pic>
      <p:sp>
        <p:nvSpPr>
          <p:cNvPr id="33" name="Slide Number Placeholder 32">
            <a:extLst>
              <a:ext uri="{FF2B5EF4-FFF2-40B4-BE49-F238E27FC236}">
                <a16:creationId xmlns:a16="http://schemas.microsoft.com/office/drawing/2014/main" id="{A2CB3C41-988A-4DCC-96CE-C2E54687C97E}"/>
              </a:ext>
            </a:extLst>
          </p:cNvPr>
          <p:cNvSpPr>
            <a:spLocks noGrp="1"/>
          </p:cNvSpPr>
          <p:nvPr>
            <p:ph type="sldNum" sz="quarter" idx="12"/>
          </p:nvPr>
        </p:nvSpPr>
        <p:spPr/>
        <p:txBody>
          <a:bodyPr/>
          <a:lstStyle/>
          <a:p>
            <a:pPr algn="ctr"/>
            <a:fld id="{DD31AE6B-CDAB-407E-9BC6-E294FE5CDB12}" type="slidenum">
              <a:rPr lang="fr-FR" smtClean="0"/>
              <a:pPr algn="ctr"/>
              <a:t>37</a:t>
            </a:fld>
            <a:endParaRPr lang="fr-FR"/>
          </a:p>
        </p:txBody>
      </p:sp>
      <p:sp>
        <p:nvSpPr>
          <p:cNvPr id="34" name="Rectangle: Rounded Corners 33">
            <a:extLst>
              <a:ext uri="{FF2B5EF4-FFF2-40B4-BE49-F238E27FC236}">
                <a16:creationId xmlns:a16="http://schemas.microsoft.com/office/drawing/2014/main" id="{A6A20C8D-A61A-EC3B-A97A-0E6B942038A0}"/>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4" name="Slicer">
            <a:extLst>
              <a:ext uri="{FF2B5EF4-FFF2-40B4-BE49-F238E27FC236}">
                <a16:creationId xmlns:a16="http://schemas.microsoft.com/office/drawing/2014/main" id="{2DEFEE8D-4520-0589-0737-F5CA329C7CAD}"/>
              </a:ext>
            </a:extLst>
          </p:cNvPr>
          <p:cNvSpPr/>
          <p:nvPr/>
        </p:nvSpPr>
        <p:spPr>
          <a:xfrm>
            <a:off x="469797" y="2097000"/>
            <a:ext cx="720000" cy="2664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TextBox 25">
            <a:extLst>
              <a:ext uri="{FF2B5EF4-FFF2-40B4-BE49-F238E27FC236}">
                <a16:creationId xmlns:a16="http://schemas.microsoft.com/office/drawing/2014/main" id="{C2EB4989-26D3-FFA0-9209-193127685232}"/>
              </a:ext>
            </a:extLst>
          </p:cNvPr>
          <p:cNvSpPr txBox="1"/>
          <p:nvPr/>
        </p:nvSpPr>
        <p:spPr>
          <a:xfrm>
            <a:off x="460194" y="2669520"/>
            <a:ext cx="756000" cy="252000"/>
          </a:xfrm>
          <a:prstGeom prst="rect">
            <a:avLst/>
          </a:prstGeom>
          <a:noFill/>
        </p:spPr>
        <p:txBody>
          <a:bodyPr wrap="square">
            <a:spAutoFit/>
          </a:bodyPr>
          <a:lstStyle/>
          <a:p>
            <a:pPr algn="ctr"/>
            <a:r>
              <a:rPr lang="fr-FR" sz="1000" dirty="0">
                <a:solidFill>
                  <a:schemeClr val="bg1"/>
                </a:solidFill>
                <a:latin typeface="Darker Grotesque" pitchFamily="2" charset="0"/>
                <a:ea typeface="Times New Roman" panose="02020603050405020304" pitchFamily="18" charset="0"/>
                <a:cs typeface="Times New Roman" panose="02020603050405020304" pitchFamily="18" charset="0"/>
              </a:rPr>
              <a:t>Connexion</a:t>
            </a: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 </a:t>
            </a:r>
            <a:endParaRPr lang="fr-FR" sz="1000" dirty="0">
              <a:solidFill>
                <a:schemeClr val="bg1"/>
              </a:solidFill>
              <a:latin typeface="Darker Grotesque" pitchFamily="2" charset="0"/>
            </a:endParaRPr>
          </a:p>
        </p:txBody>
      </p:sp>
      <p:pic>
        <p:nvPicPr>
          <p:cNvPr id="27" name="Home admin" descr="Home with solid fill">
            <a:hlinkClick r:id="rId9" action="ppaction://hlinksldjump"/>
            <a:extLst>
              <a:ext uri="{FF2B5EF4-FFF2-40B4-BE49-F238E27FC236}">
                <a16:creationId xmlns:a16="http://schemas.microsoft.com/office/drawing/2014/main" id="{C48D4C6F-A9D6-0569-77E4-8C9A685545CC}"/>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88539" y="3141000"/>
            <a:ext cx="288000" cy="288000"/>
          </a:xfrm>
          <a:prstGeom prst="rect">
            <a:avLst/>
          </a:prstGeom>
        </p:spPr>
      </p:pic>
      <p:pic>
        <p:nvPicPr>
          <p:cNvPr id="28" name="Connexion" descr="Social network with solid fill">
            <a:hlinkClick r:id="rId12" action="ppaction://hlinksldjump"/>
            <a:extLst>
              <a:ext uri="{FF2B5EF4-FFF2-40B4-BE49-F238E27FC236}">
                <a16:creationId xmlns:a16="http://schemas.microsoft.com/office/drawing/2014/main" id="{EBAEAD61-84DF-7E71-7364-AACBA2F72C23}"/>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88539" y="2389165"/>
            <a:ext cx="288000" cy="288000"/>
          </a:xfrm>
          <a:prstGeom prst="rect">
            <a:avLst/>
          </a:prstGeom>
        </p:spPr>
      </p:pic>
      <p:pic>
        <p:nvPicPr>
          <p:cNvPr id="36" name="User register">
            <a:extLst>
              <a:ext uri="{FF2B5EF4-FFF2-40B4-BE49-F238E27FC236}">
                <a16:creationId xmlns:a16="http://schemas.microsoft.com/office/drawing/2014/main" id="{19EFB93A-3237-C157-3982-80D43E9A82B1}"/>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688539" y="4157895"/>
            <a:ext cx="288000" cy="288000"/>
          </a:xfrm>
          <a:prstGeom prst="rect">
            <a:avLst/>
          </a:prstGeom>
        </p:spPr>
      </p:pic>
      <p:pic>
        <p:nvPicPr>
          <p:cNvPr id="40" name="travel">
            <a:extLst>
              <a:ext uri="{FF2B5EF4-FFF2-40B4-BE49-F238E27FC236}">
                <a16:creationId xmlns:a16="http://schemas.microsoft.com/office/drawing/2014/main" id="{818620FB-A989-46C4-1025-1C9D3094A23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688539" y="3649770"/>
            <a:ext cx="288000" cy="288000"/>
          </a:xfrm>
          <a:prstGeom prst="rect">
            <a:avLst/>
          </a:prstGeom>
        </p:spPr>
      </p:pic>
      <p:pic>
        <p:nvPicPr>
          <p:cNvPr id="43" name="voyages">
            <a:extLst>
              <a:ext uri="{FF2B5EF4-FFF2-40B4-BE49-F238E27FC236}">
                <a16:creationId xmlns:a16="http://schemas.microsoft.com/office/drawing/2014/main" id="{71135728-D68B-4AA1-46A5-B2F6E1822A69}"/>
              </a:ext>
            </a:extLst>
          </p:cNvPr>
          <p:cNvPicPr>
            <a:picLocks noChangeAspect="1"/>
          </p:cNvPicPr>
          <p:nvPr/>
        </p:nvPicPr>
        <p:blipFill>
          <a:blip r:embed="rId19"/>
          <a:stretch>
            <a:fillRect/>
          </a:stretch>
        </p:blipFill>
        <p:spPr>
          <a:xfrm>
            <a:off x="38213678" y="635400"/>
            <a:ext cx="7449600" cy="5587200"/>
          </a:xfrm>
          <a:prstGeom prst="rect">
            <a:avLst/>
          </a:prstGeom>
        </p:spPr>
      </p:pic>
      <p:pic>
        <p:nvPicPr>
          <p:cNvPr id="45" name="users enregistrés">
            <a:extLst>
              <a:ext uri="{FF2B5EF4-FFF2-40B4-BE49-F238E27FC236}">
                <a16:creationId xmlns:a16="http://schemas.microsoft.com/office/drawing/2014/main" id="{988AE233-40EA-64E5-2633-16BA389CD138}"/>
              </a:ext>
            </a:extLst>
          </p:cNvPr>
          <p:cNvPicPr>
            <a:picLocks noChangeAspect="1"/>
          </p:cNvPicPr>
          <p:nvPr/>
        </p:nvPicPr>
        <p:blipFill>
          <a:blip r:embed="rId20"/>
          <a:stretch>
            <a:fillRect/>
          </a:stretch>
        </p:blipFill>
        <p:spPr>
          <a:xfrm>
            <a:off x="44059952" y="635400"/>
            <a:ext cx="7449600" cy="5587200"/>
          </a:xfrm>
          <a:prstGeom prst="rect">
            <a:avLst/>
          </a:prstGeom>
        </p:spPr>
      </p:pic>
      <p:sp>
        <p:nvSpPr>
          <p:cNvPr id="10" name="Rectangle: Rounded Corners 9">
            <a:extLst>
              <a:ext uri="{FF2B5EF4-FFF2-40B4-BE49-F238E27FC236}">
                <a16:creationId xmlns:a16="http://schemas.microsoft.com/office/drawing/2014/main" id="{3D7DD7AB-ED09-8AE4-CDE5-944C36F92224}"/>
              </a:ext>
            </a:extLst>
          </p:cNvPr>
          <p:cNvSpPr/>
          <p:nvPr/>
        </p:nvSpPr>
        <p:spPr>
          <a:xfrm>
            <a:off x="-1720512"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 name="Graphic 12">
            <a:hlinkClick r:id="rId21" action="ppaction://hlinksldjump"/>
            <a:extLst>
              <a:ext uri="{FF2B5EF4-FFF2-40B4-BE49-F238E27FC236}">
                <a16:creationId xmlns:a16="http://schemas.microsoft.com/office/drawing/2014/main" id="{6BFE1DBB-6612-2A61-7BF5-391E1983397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 xmlns:asvg="http://schemas.microsoft.com/office/drawing/2016/SVG/main" r:embed="rId23"/>
              </a:ext>
            </a:extLst>
          </a:blip>
          <a:stretch>
            <a:fillRect/>
          </a:stretch>
        </p:blipFill>
        <p:spPr>
          <a:xfrm>
            <a:off x="-1491280" y="2453613"/>
            <a:ext cx="288000" cy="288000"/>
          </a:xfrm>
          <a:prstGeom prst="rect">
            <a:avLst/>
          </a:prstGeom>
        </p:spPr>
      </p:pic>
      <p:pic>
        <p:nvPicPr>
          <p:cNvPr id="15" name="Graphic 14">
            <a:hlinkClick r:id="rId9" action="ppaction://hlinksldjump"/>
            <a:extLst>
              <a:ext uri="{FF2B5EF4-FFF2-40B4-BE49-F238E27FC236}">
                <a16:creationId xmlns:a16="http://schemas.microsoft.com/office/drawing/2014/main" id="{FFB9A358-1363-A152-A0D3-888209CC40BF}"/>
              </a:ext>
            </a:extLst>
          </p:cNvPr>
          <p:cNvPicPr>
            <a:picLocks noChangeAspect="1"/>
          </p:cNvPicPr>
          <p:nvPr/>
        </p:nvPicPr>
        <p:blipFill>
          <a:blip r:embed="rId24" cstate="hqprint">
            <a:extLst>
              <a:ext uri="{28A0092B-C50C-407E-A947-70E740481C1C}">
                <a14:useLocalDpi xmlns:a14="http://schemas.microsoft.com/office/drawing/2010/main" val="0"/>
              </a:ext>
              <a:ext uri="{96DAC541-7B7A-43D3-8B79-37D633B846F1}">
                <asvg:svgBlip xmlns="" xmlns:asvg="http://schemas.microsoft.com/office/drawing/2016/SVG/main" r:embed="rId25"/>
              </a:ext>
            </a:extLst>
          </a:blip>
          <a:stretch>
            <a:fillRect/>
          </a:stretch>
        </p:blipFill>
        <p:spPr>
          <a:xfrm>
            <a:off x="-1468065" y="1354312"/>
            <a:ext cx="288000" cy="288000"/>
          </a:xfrm>
          <a:prstGeom prst="rect">
            <a:avLst/>
          </a:prstGeom>
        </p:spPr>
      </p:pic>
      <p:grpSp>
        <p:nvGrpSpPr>
          <p:cNvPr id="16" name="Group 15">
            <a:extLst>
              <a:ext uri="{FF2B5EF4-FFF2-40B4-BE49-F238E27FC236}">
                <a16:creationId xmlns:a16="http://schemas.microsoft.com/office/drawing/2014/main" id="{1D89F133-5DC8-E5FC-0054-F4F8356EC301}"/>
              </a:ext>
            </a:extLst>
          </p:cNvPr>
          <p:cNvGrpSpPr/>
          <p:nvPr/>
        </p:nvGrpSpPr>
        <p:grpSpPr>
          <a:xfrm>
            <a:off x="-1491280" y="1916015"/>
            <a:ext cx="288000" cy="324000"/>
            <a:chOff x="2812200" y="-3585"/>
            <a:chExt cx="6553769" cy="6861070"/>
          </a:xfrm>
          <a:solidFill>
            <a:schemeClr val="bg1">
              <a:alpha val="25000"/>
            </a:schemeClr>
          </a:solidFill>
        </p:grpSpPr>
        <p:sp>
          <p:nvSpPr>
            <p:cNvPr id="17" name="Freeform: Shape 16">
              <a:extLst>
                <a:ext uri="{FF2B5EF4-FFF2-40B4-BE49-F238E27FC236}">
                  <a16:creationId xmlns:a16="http://schemas.microsoft.com/office/drawing/2014/main" id="{BDC8D8A2-C715-6A49-E0C9-B151A313FC2B}"/>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18" name="Freeform: Shape 17">
              <a:hlinkClick r:id="rId9" action="ppaction://hlinksldjump"/>
              <a:extLst>
                <a:ext uri="{FF2B5EF4-FFF2-40B4-BE49-F238E27FC236}">
                  <a16:creationId xmlns:a16="http://schemas.microsoft.com/office/drawing/2014/main" id="{801A147B-4FAC-8DD8-BDC5-F05F9176F2C7}"/>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1DB58CE2-21DA-16EF-B1C5-5FA7A1F4D435}"/>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B85D6A91-AEBD-BA6B-6708-7FE2E9E15CB5}"/>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21" name="Group 20">
            <a:extLst>
              <a:ext uri="{FF2B5EF4-FFF2-40B4-BE49-F238E27FC236}">
                <a16:creationId xmlns:a16="http://schemas.microsoft.com/office/drawing/2014/main" id="{4B327B7C-7803-223D-BC36-45398458F411}"/>
              </a:ext>
            </a:extLst>
          </p:cNvPr>
          <p:cNvGrpSpPr/>
          <p:nvPr/>
        </p:nvGrpSpPr>
        <p:grpSpPr>
          <a:xfrm>
            <a:off x="-1471294" y="3430577"/>
            <a:ext cx="288000" cy="252000"/>
            <a:chOff x="3031853" y="897516"/>
            <a:chExt cx="6403839" cy="5628195"/>
          </a:xfrm>
        </p:grpSpPr>
        <p:sp>
          <p:nvSpPr>
            <p:cNvPr id="22" name="Freeform: Shape 21">
              <a:extLst>
                <a:ext uri="{FF2B5EF4-FFF2-40B4-BE49-F238E27FC236}">
                  <a16:creationId xmlns:a16="http://schemas.microsoft.com/office/drawing/2014/main" id="{643D925E-4D69-3174-9D59-F980D1B1675D}"/>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2C3A48D3-5770-775C-6FB2-7A52CB81BE73}"/>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78756BBC-2E7D-EA30-A406-9674A8B3AD69}"/>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90880273-1BB8-FB18-739B-F0B70C27576B}"/>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A8FA2211-3B83-1348-B7D3-D7E95C941DA7}"/>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582A2A3E-5D88-41A0-C519-5296DE5E783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D5A7AC2E-881E-6D4F-3393-D8CFF2119086}"/>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8A68B93C-41A1-75B7-82DC-FE41C62A9F0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DDB87BA2-009C-D82B-B295-0030B7F10B4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3A3222F4-753A-94DA-A574-7745DD58820D}"/>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4AC4EB72-BFEF-2E4D-F724-B4263A792724}"/>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0" name="Freeform: Shape 49">
              <a:extLst>
                <a:ext uri="{FF2B5EF4-FFF2-40B4-BE49-F238E27FC236}">
                  <a16:creationId xmlns:a16="http://schemas.microsoft.com/office/drawing/2014/main" id="{D63B883F-25AD-5B5B-BBFC-5C8B27DD661D}"/>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51" name="Freeform: Shape 50">
              <a:hlinkClick r:id="rId9" action="ppaction://hlinksldjump"/>
              <a:extLst>
                <a:ext uri="{FF2B5EF4-FFF2-40B4-BE49-F238E27FC236}">
                  <a16:creationId xmlns:a16="http://schemas.microsoft.com/office/drawing/2014/main" id="{5C4F775C-BC74-17F9-299C-9EBE263F8E49}"/>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52" name="Graphic 51">
            <a:hlinkClick r:id="rId9" action="ppaction://hlinksldjump"/>
            <a:extLst>
              <a:ext uri="{FF2B5EF4-FFF2-40B4-BE49-F238E27FC236}">
                <a16:creationId xmlns:a16="http://schemas.microsoft.com/office/drawing/2014/main" id="{49635CDD-D089-8060-E441-4B88388D23B2}"/>
              </a:ext>
            </a:extLst>
          </p:cNvPr>
          <p:cNvPicPr>
            <a:picLocks noChangeAspect="1"/>
          </p:cNvPicPr>
          <p:nvPr/>
        </p:nvPicPr>
        <p:blipFill>
          <a:blip r:embed="rId26" cstate="hq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1494568" y="3889352"/>
            <a:ext cx="288000" cy="288000"/>
          </a:xfrm>
          <a:prstGeom prst="rect">
            <a:avLst/>
          </a:prstGeom>
        </p:spPr>
      </p:pic>
      <p:pic>
        <p:nvPicPr>
          <p:cNvPr id="53" name="travel">
            <a:extLst>
              <a:ext uri="{FF2B5EF4-FFF2-40B4-BE49-F238E27FC236}">
                <a16:creationId xmlns:a16="http://schemas.microsoft.com/office/drawing/2014/main" id="{4377B576-EB20-D2A9-79AC-0B28DBDA32C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1491280" y="2968468"/>
            <a:ext cx="288000" cy="288000"/>
          </a:xfrm>
          <a:prstGeom prst="rect">
            <a:avLst/>
          </a:prstGeom>
        </p:spPr>
      </p:pic>
      <p:pic>
        <p:nvPicPr>
          <p:cNvPr id="54" name="Graphic 53">
            <a:extLst>
              <a:ext uri="{FF2B5EF4-FFF2-40B4-BE49-F238E27FC236}">
                <a16:creationId xmlns:a16="http://schemas.microsoft.com/office/drawing/2014/main" id="{D0F3704B-F162-5E5D-69C5-BF95E3C2C6B9}"/>
              </a:ext>
            </a:extLst>
          </p:cNvPr>
          <p:cNvPicPr>
            <a:picLocks noChangeAspect="1"/>
          </p:cNvPicPr>
          <p:nvPr/>
        </p:nvPicPr>
        <p:blipFill>
          <a:blip r:embed="rId28" cstate="hqprint">
            <a:extLst>
              <a:ext uri="{28A0092B-C50C-407E-A947-70E740481C1C}">
                <a14:useLocalDpi xmlns:a14="http://schemas.microsoft.com/office/drawing/2010/main" val="0"/>
              </a:ext>
              <a:ext uri="{96DAC541-7B7A-43D3-8B79-37D633B846F1}">
                <asvg:svgBlip xmlns="" xmlns:asvg="http://schemas.microsoft.com/office/drawing/2016/SVG/main" r:embed="rId29"/>
              </a:ext>
            </a:extLst>
          </a:blip>
          <a:stretch>
            <a:fillRect/>
          </a:stretch>
        </p:blipFill>
        <p:spPr>
          <a:xfrm>
            <a:off x="-1491280" y="4892936"/>
            <a:ext cx="288000" cy="288000"/>
          </a:xfrm>
          <a:prstGeom prst="rect">
            <a:avLst/>
          </a:prstGeom>
        </p:spPr>
      </p:pic>
      <p:pic>
        <p:nvPicPr>
          <p:cNvPr id="66" name="Graphic 65">
            <a:extLst>
              <a:ext uri="{FF2B5EF4-FFF2-40B4-BE49-F238E27FC236}">
                <a16:creationId xmlns:a16="http://schemas.microsoft.com/office/drawing/2014/main" id="{D5B49D69-5159-44F0-C461-779FFEA40A5B}"/>
              </a:ext>
            </a:extLst>
          </p:cNvPr>
          <p:cNvPicPr>
            <a:picLocks noChangeAspect="1"/>
          </p:cNvPicPr>
          <p:nvPr/>
        </p:nvPicPr>
        <p:blipFill>
          <a:blip r:embed="rId30" cstate="hqprint">
            <a:extLst>
              <a:ext uri="{28A0092B-C50C-407E-A947-70E740481C1C}">
                <a14:useLocalDpi xmlns:a14="http://schemas.microsoft.com/office/drawing/2010/main" val="0"/>
              </a:ext>
              <a:ext uri="{96DAC541-7B7A-43D3-8B79-37D633B846F1}">
                <asvg:svgBlip xmlns="" xmlns:asvg="http://schemas.microsoft.com/office/drawing/2016/SVG/main" r:embed="rId31"/>
              </a:ext>
            </a:extLst>
          </a:blip>
          <a:stretch>
            <a:fillRect/>
          </a:stretch>
        </p:blipFill>
        <p:spPr>
          <a:xfrm>
            <a:off x="-1463535" y="4412410"/>
            <a:ext cx="288000" cy="288000"/>
          </a:xfrm>
          <a:prstGeom prst="rect">
            <a:avLst/>
          </a:prstGeom>
        </p:spPr>
      </p:pic>
      <p:sp>
        <p:nvSpPr>
          <p:cNvPr id="67" name="TextBox 66">
            <a:extLst>
              <a:ext uri="{FF2B5EF4-FFF2-40B4-BE49-F238E27FC236}">
                <a16:creationId xmlns:a16="http://schemas.microsoft.com/office/drawing/2014/main" id="{C7450915-B13D-F544-C11B-68C42B613530}"/>
              </a:ext>
            </a:extLst>
          </p:cNvPr>
          <p:cNvSpPr txBox="1"/>
          <p:nvPr/>
        </p:nvSpPr>
        <p:spPr>
          <a:xfrm>
            <a:off x="-1783433" y="5200851"/>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Supprimer mon compte</a:t>
            </a:r>
            <a:endParaRPr lang="fr-FR" sz="1000" dirty="0">
              <a:solidFill>
                <a:schemeClr val="bg1"/>
              </a:solidFill>
              <a:latin typeface="Darker Grotesque" pitchFamily="2" charset="0"/>
            </a:endParaRPr>
          </a:p>
        </p:txBody>
      </p:sp>
      <p:sp>
        <p:nvSpPr>
          <p:cNvPr id="69" name="Google Shape;542;p39">
            <a:extLst>
              <a:ext uri="{FF2B5EF4-FFF2-40B4-BE49-F238E27FC236}">
                <a16:creationId xmlns:a16="http://schemas.microsoft.com/office/drawing/2014/main" id="{472CD684-E503-B47C-6314-65A7970A1AC2}"/>
              </a:ext>
            </a:extLst>
          </p:cNvPr>
          <p:cNvSpPr/>
          <p:nvPr/>
        </p:nvSpPr>
        <p:spPr>
          <a:xfrm>
            <a:off x="3252280" y="-2483697"/>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Tree>
    <p:extLst>
      <p:ext uri="{BB962C8B-B14F-4D97-AF65-F5344CB8AC3E}">
        <p14:creationId xmlns:p14="http://schemas.microsoft.com/office/powerpoint/2010/main" val="258629359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Administration </a:t>
            </a:r>
          </a:p>
        </p:txBody>
      </p:sp>
      <p:pic>
        <p:nvPicPr>
          <p:cNvPr id="11" name="Connexion">
            <a:extLst>
              <a:ext uri="{FF2B5EF4-FFF2-40B4-BE49-F238E27FC236}">
                <a16:creationId xmlns:a16="http://schemas.microsoft.com/office/drawing/2014/main" id="{9DAAF98A-5361-DDE4-E5C2-1C5C2D43934E}"/>
              </a:ext>
            </a:extLst>
          </p:cNvPr>
          <p:cNvPicPr>
            <a:picLocks noChangeAspect="1"/>
          </p:cNvPicPr>
          <p:nvPr/>
        </p:nvPicPr>
        <p:blipFill>
          <a:blip r:embed="rId3"/>
          <a:stretch>
            <a:fillRect/>
          </a:stretch>
        </p:blipFill>
        <p:spPr>
          <a:xfrm>
            <a:off x="25851660" y="635400"/>
            <a:ext cx="7449600" cy="5587200"/>
          </a:xfrm>
          <a:prstGeom prst="rect">
            <a:avLst/>
          </a:prstGeom>
        </p:spPr>
      </p:pic>
      <p:pic>
        <p:nvPicPr>
          <p:cNvPr id="12" name="Home">
            <a:extLst>
              <a:ext uri="{FF2B5EF4-FFF2-40B4-BE49-F238E27FC236}">
                <a16:creationId xmlns:a16="http://schemas.microsoft.com/office/drawing/2014/main" id="{43A9DF40-AC63-7836-DF6B-43BFC5307301}"/>
              </a:ext>
            </a:extLst>
          </p:cNvPr>
          <p:cNvPicPr>
            <a:picLocks noChangeAspect="1"/>
          </p:cNvPicPr>
          <p:nvPr/>
        </p:nvPicPr>
        <p:blipFill>
          <a:blip r:embed="rId4"/>
          <a:stretch>
            <a:fillRect/>
          </a:stretch>
        </p:blipFill>
        <p:spPr>
          <a:xfrm>
            <a:off x="12789068" y="635587"/>
            <a:ext cx="7449101" cy="5586826"/>
          </a:xfrm>
          <a:prstGeom prst="rect">
            <a:avLst/>
          </a:prstGeom>
        </p:spPr>
      </p:pic>
      <p:pic>
        <p:nvPicPr>
          <p:cNvPr id="14" name="Inscription">
            <a:extLst>
              <a:ext uri="{FF2B5EF4-FFF2-40B4-BE49-F238E27FC236}">
                <a16:creationId xmlns:a16="http://schemas.microsoft.com/office/drawing/2014/main" id="{1C781775-E027-F031-E3AD-E4F7EF83BC35}"/>
              </a:ext>
            </a:extLst>
          </p:cNvPr>
          <p:cNvPicPr>
            <a:picLocks noChangeAspect="1"/>
          </p:cNvPicPr>
          <p:nvPr/>
        </p:nvPicPr>
        <p:blipFill>
          <a:blip r:embed="rId5"/>
          <a:stretch>
            <a:fillRect/>
          </a:stretch>
        </p:blipFill>
        <p:spPr>
          <a:xfrm>
            <a:off x="19548839" y="635400"/>
            <a:ext cx="7449600" cy="5587200"/>
          </a:xfrm>
          <a:prstGeom prst="rect">
            <a:avLst/>
          </a:prstGeom>
        </p:spPr>
      </p:pic>
      <p:pic>
        <p:nvPicPr>
          <p:cNvPr id="23" name="Home Admin">
            <a:extLst>
              <a:ext uri="{FF2B5EF4-FFF2-40B4-BE49-F238E27FC236}">
                <a16:creationId xmlns:a16="http://schemas.microsoft.com/office/drawing/2014/main" id="{A9852651-209B-1458-A263-D9273DB64E20}"/>
              </a:ext>
            </a:extLst>
          </p:cNvPr>
          <p:cNvPicPr>
            <a:picLocks noChangeAspect="1"/>
          </p:cNvPicPr>
          <p:nvPr/>
        </p:nvPicPr>
        <p:blipFill>
          <a:blip r:embed="rId6"/>
          <a:stretch>
            <a:fillRect/>
          </a:stretch>
        </p:blipFill>
        <p:spPr>
          <a:xfrm>
            <a:off x="2371200" y="635400"/>
            <a:ext cx="7449600" cy="5587200"/>
          </a:xfrm>
          <a:prstGeom prst="rect">
            <a:avLst/>
          </a:prstGeom>
        </p:spPr>
      </p:pic>
      <p:pic>
        <p:nvPicPr>
          <p:cNvPr id="31" name="Connexion Admin">
            <a:extLst>
              <a:ext uri="{FF2B5EF4-FFF2-40B4-BE49-F238E27FC236}">
                <a16:creationId xmlns:a16="http://schemas.microsoft.com/office/drawing/2014/main" id="{5C5EDF6F-0C33-FCC5-4F4C-3DF9A21B695A}"/>
              </a:ext>
            </a:extLst>
          </p:cNvPr>
          <p:cNvPicPr>
            <a:picLocks noChangeAspect="1"/>
          </p:cNvPicPr>
          <p:nvPr/>
        </p:nvPicPr>
        <p:blipFill>
          <a:blip r:embed="rId7"/>
          <a:stretch>
            <a:fillRect/>
          </a:stretch>
        </p:blipFill>
        <p:spPr>
          <a:xfrm>
            <a:off x="12788821" y="635400"/>
            <a:ext cx="7449600" cy="5587200"/>
          </a:xfrm>
          <a:prstGeom prst="rect">
            <a:avLst/>
          </a:prstGeom>
        </p:spPr>
      </p:pic>
      <p:pic>
        <p:nvPicPr>
          <p:cNvPr id="32" name="Account">
            <a:extLst>
              <a:ext uri="{FF2B5EF4-FFF2-40B4-BE49-F238E27FC236}">
                <a16:creationId xmlns:a16="http://schemas.microsoft.com/office/drawing/2014/main" id="{141F9FA4-DD4D-A7AF-D89D-43DAF618884B}"/>
              </a:ext>
            </a:extLst>
          </p:cNvPr>
          <p:cNvPicPr>
            <a:picLocks noChangeAspect="1"/>
          </p:cNvPicPr>
          <p:nvPr/>
        </p:nvPicPr>
        <p:blipFill>
          <a:blip r:embed="rId8"/>
          <a:stretch>
            <a:fillRect/>
          </a:stretch>
        </p:blipFill>
        <p:spPr>
          <a:xfrm>
            <a:off x="32178100" y="635400"/>
            <a:ext cx="7449600" cy="5587200"/>
          </a:xfrm>
          <a:prstGeom prst="rect">
            <a:avLst/>
          </a:prstGeom>
        </p:spPr>
      </p:pic>
      <p:sp>
        <p:nvSpPr>
          <p:cNvPr id="33" name="Slide Number Placeholder 32">
            <a:extLst>
              <a:ext uri="{FF2B5EF4-FFF2-40B4-BE49-F238E27FC236}">
                <a16:creationId xmlns:a16="http://schemas.microsoft.com/office/drawing/2014/main" id="{A2CB3C41-988A-4DCC-96CE-C2E54687C97E}"/>
              </a:ext>
            </a:extLst>
          </p:cNvPr>
          <p:cNvSpPr>
            <a:spLocks noGrp="1"/>
          </p:cNvSpPr>
          <p:nvPr>
            <p:ph type="sldNum" sz="quarter" idx="12"/>
          </p:nvPr>
        </p:nvSpPr>
        <p:spPr/>
        <p:txBody>
          <a:bodyPr/>
          <a:lstStyle/>
          <a:p>
            <a:pPr algn="ctr"/>
            <a:fld id="{DD31AE6B-CDAB-407E-9BC6-E294FE5CDB12}" type="slidenum">
              <a:rPr lang="fr-FR" smtClean="0"/>
              <a:pPr algn="ctr"/>
              <a:t>38</a:t>
            </a:fld>
            <a:endParaRPr lang="fr-FR"/>
          </a:p>
        </p:txBody>
      </p:sp>
      <p:sp>
        <p:nvSpPr>
          <p:cNvPr id="34" name="Rectangle: Rounded Corners 33">
            <a:extLst>
              <a:ext uri="{FF2B5EF4-FFF2-40B4-BE49-F238E27FC236}">
                <a16:creationId xmlns:a16="http://schemas.microsoft.com/office/drawing/2014/main" id="{A6A20C8D-A61A-EC3B-A97A-0E6B942038A0}"/>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4" name="Slicer">
            <a:extLst>
              <a:ext uri="{FF2B5EF4-FFF2-40B4-BE49-F238E27FC236}">
                <a16:creationId xmlns:a16="http://schemas.microsoft.com/office/drawing/2014/main" id="{2DEFEE8D-4520-0589-0737-F5CA329C7CAD}"/>
              </a:ext>
            </a:extLst>
          </p:cNvPr>
          <p:cNvSpPr/>
          <p:nvPr/>
        </p:nvSpPr>
        <p:spPr>
          <a:xfrm>
            <a:off x="469797" y="2097000"/>
            <a:ext cx="720000" cy="2664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TextBox 25">
            <a:extLst>
              <a:ext uri="{FF2B5EF4-FFF2-40B4-BE49-F238E27FC236}">
                <a16:creationId xmlns:a16="http://schemas.microsoft.com/office/drawing/2014/main" id="{C2EB4989-26D3-FFA0-9209-193127685232}"/>
              </a:ext>
            </a:extLst>
          </p:cNvPr>
          <p:cNvSpPr txBox="1"/>
          <p:nvPr/>
        </p:nvSpPr>
        <p:spPr>
          <a:xfrm>
            <a:off x="460194" y="3318109"/>
            <a:ext cx="756000" cy="252000"/>
          </a:xfrm>
          <a:prstGeom prst="rect">
            <a:avLst/>
          </a:prstGeom>
          <a:noFill/>
        </p:spPr>
        <p:txBody>
          <a:bodyPr wrap="square">
            <a:spAutoFit/>
          </a:bodyPr>
          <a:lstStyle/>
          <a:p>
            <a:pPr algn="ctr"/>
            <a:r>
              <a:rPr lang="fr-FR" sz="1000" dirty="0">
                <a:solidFill>
                  <a:schemeClr val="bg1"/>
                </a:solidFill>
                <a:latin typeface="Darker Grotesque" pitchFamily="2" charset="0"/>
                <a:ea typeface="Times New Roman" panose="02020603050405020304" pitchFamily="18" charset="0"/>
                <a:cs typeface="Times New Roman" panose="02020603050405020304" pitchFamily="18" charset="0"/>
              </a:rPr>
              <a:t>Accueil</a:t>
            </a: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 </a:t>
            </a:r>
            <a:endParaRPr lang="fr-FR" sz="1000" dirty="0">
              <a:solidFill>
                <a:schemeClr val="bg1"/>
              </a:solidFill>
              <a:latin typeface="Darker Grotesque" pitchFamily="2" charset="0"/>
            </a:endParaRPr>
          </a:p>
        </p:txBody>
      </p:sp>
      <p:pic>
        <p:nvPicPr>
          <p:cNvPr id="27" name="Home admin" descr="Home with solid fill">
            <a:hlinkClick r:id="rId9" action="ppaction://hlinksldjump"/>
            <a:extLst>
              <a:ext uri="{FF2B5EF4-FFF2-40B4-BE49-F238E27FC236}">
                <a16:creationId xmlns:a16="http://schemas.microsoft.com/office/drawing/2014/main" id="{C48D4C6F-A9D6-0569-77E4-8C9A685545CC}"/>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88539" y="2981505"/>
            <a:ext cx="288000" cy="288000"/>
          </a:xfrm>
          <a:prstGeom prst="rect">
            <a:avLst/>
          </a:prstGeom>
        </p:spPr>
      </p:pic>
      <p:pic>
        <p:nvPicPr>
          <p:cNvPr id="28" name="Connexion" descr="Social network with solid fill">
            <a:hlinkClick r:id="rId12" action="ppaction://hlinksldjump"/>
            <a:extLst>
              <a:ext uri="{FF2B5EF4-FFF2-40B4-BE49-F238E27FC236}">
                <a16:creationId xmlns:a16="http://schemas.microsoft.com/office/drawing/2014/main" id="{EBAEAD61-84DF-7E71-7364-AACBA2F72C23}"/>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88539" y="2389165"/>
            <a:ext cx="288000" cy="288000"/>
          </a:xfrm>
          <a:prstGeom prst="rect">
            <a:avLst/>
          </a:prstGeom>
        </p:spPr>
      </p:pic>
      <p:pic>
        <p:nvPicPr>
          <p:cNvPr id="36" name="User register">
            <a:extLst>
              <a:ext uri="{FF2B5EF4-FFF2-40B4-BE49-F238E27FC236}">
                <a16:creationId xmlns:a16="http://schemas.microsoft.com/office/drawing/2014/main" id="{19EFB93A-3237-C157-3982-80D43E9A82B1}"/>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688539" y="4157895"/>
            <a:ext cx="288000" cy="288000"/>
          </a:xfrm>
          <a:prstGeom prst="rect">
            <a:avLst/>
          </a:prstGeom>
        </p:spPr>
      </p:pic>
      <p:pic>
        <p:nvPicPr>
          <p:cNvPr id="40" name="travel">
            <a:extLst>
              <a:ext uri="{FF2B5EF4-FFF2-40B4-BE49-F238E27FC236}">
                <a16:creationId xmlns:a16="http://schemas.microsoft.com/office/drawing/2014/main" id="{818620FB-A989-46C4-1025-1C9D3094A23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688539" y="3649770"/>
            <a:ext cx="288000" cy="288000"/>
          </a:xfrm>
          <a:prstGeom prst="rect">
            <a:avLst/>
          </a:prstGeom>
        </p:spPr>
      </p:pic>
      <p:pic>
        <p:nvPicPr>
          <p:cNvPr id="43" name="voyages">
            <a:extLst>
              <a:ext uri="{FF2B5EF4-FFF2-40B4-BE49-F238E27FC236}">
                <a16:creationId xmlns:a16="http://schemas.microsoft.com/office/drawing/2014/main" id="{71135728-D68B-4AA1-46A5-B2F6E1822A69}"/>
              </a:ext>
            </a:extLst>
          </p:cNvPr>
          <p:cNvPicPr>
            <a:picLocks noChangeAspect="1"/>
          </p:cNvPicPr>
          <p:nvPr/>
        </p:nvPicPr>
        <p:blipFill>
          <a:blip r:embed="rId19"/>
          <a:stretch>
            <a:fillRect/>
          </a:stretch>
        </p:blipFill>
        <p:spPr>
          <a:xfrm>
            <a:off x="38213678" y="635400"/>
            <a:ext cx="7449600" cy="5587200"/>
          </a:xfrm>
          <a:prstGeom prst="rect">
            <a:avLst/>
          </a:prstGeom>
        </p:spPr>
      </p:pic>
      <p:pic>
        <p:nvPicPr>
          <p:cNvPr id="45" name="users enregistrés">
            <a:extLst>
              <a:ext uri="{FF2B5EF4-FFF2-40B4-BE49-F238E27FC236}">
                <a16:creationId xmlns:a16="http://schemas.microsoft.com/office/drawing/2014/main" id="{988AE233-40EA-64E5-2633-16BA389CD138}"/>
              </a:ext>
            </a:extLst>
          </p:cNvPr>
          <p:cNvPicPr>
            <a:picLocks noChangeAspect="1"/>
          </p:cNvPicPr>
          <p:nvPr/>
        </p:nvPicPr>
        <p:blipFill>
          <a:blip r:embed="rId20"/>
          <a:stretch>
            <a:fillRect/>
          </a:stretch>
        </p:blipFill>
        <p:spPr>
          <a:xfrm>
            <a:off x="44059952" y="635400"/>
            <a:ext cx="7449600" cy="5587200"/>
          </a:xfrm>
          <a:prstGeom prst="rect">
            <a:avLst/>
          </a:prstGeom>
        </p:spPr>
      </p:pic>
      <p:sp>
        <p:nvSpPr>
          <p:cNvPr id="10" name="Rectangle: Rounded Corners 9">
            <a:extLst>
              <a:ext uri="{FF2B5EF4-FFF2-40B4-BE49-F238E27FC236}">
                <a16:creationId xmlns:a16="http://schemas.microsoft.com/office/drawing/2014/main" id="{3D7DD7AB-ED09-8AE4-CDE5-944C36F92224}"/>
              </a:ext>
            </a:extLst>
          </p:cNvPr>
          <p:cNvSpPr/>
          <p:nvPr/>
        </p:nvSpPr>
        <p:spPr>
          <a:xfrm>
            <a:off x="-1720512"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 name="Graphic 12">
            <a:hlinkClick r:id="rId21" action="ppaction://hlinksldjump"/>
            <a:extLst>
              <a:ext uri="{FF2B5EF4-FFF2-40B4-BE49-F238E27FC236}">
                <a16:creationId xmlns:a16="http://schemas.microsoft.com/office/drawing/2014/main" id="{6BFE1DBB-6612-2A61-7BF5-391E1983397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 xmlns:asvg="http://schemas.microsoft.com/office/drawing/2016/SVG/main" r:embed="rId23"/>
              </a:ext>
            </a:extLst>
          </a:blip>
          <a:stretch>
            <a:fillRect/>
          </a:stretch>
        </p:blipFill>
        <p:spPr>
          <a:xfrm>
            <a:off x="-1491280" y="2453613"/>
            <a:ext cx="288000" cy="288000"/>
          </a:xfrm>
          <a:prstGeom prst="rect">
            <a:avLst/>
          </a:prstGeom>
        </p:spPr>
      </p:pic>
      <p:pic>
        <p:nvPicPr>
          <p:cNvPr id="15" name="Graphic 14">
            <a:hlinkClick r:id="rId9" action="ppaction://hlinksldjump"/>
            <a:extLst>
              <a:ext uri="{FF2B5EF4-FFF2-40B4-BE49-F238E27FC236}">
                <a16:creationId xmlns:a16="http://schemas.microsoft.com/office/drawing/2014/main" id="{FFB9A358-1363-A152-A0D3-888209CC40BF}"/>
              </a:ext>
            </a:extLst>
          </p:cNvPr>
          <p:cNvPicPr>
            <a:picLocks noChangeAspect="1"/>
          </p:cNvPicPr>
          <p:nvPr/>
        </p:nvPicPr>
        <p:blipFill>
          <a:blip r:embed="rId24" cstate="hqprint">
            <a:extLst>
              <a:ext uri="{28A0092B-C50C-407E-A947-70E740481C1C}">
                <a14:useLocalDpi xmlns:a14="http://schemas.microsoft.com/office/drawing/2010/main" val="0"/>
              </a:ext>
              <a:ext uri="{96DAC541-7B7A-43D3-8B79-37D633B846F1}">
                <asvg:svgBlip xmlns="" xmlns:asvg="http://schemas.microsoft.com/office/drawing/2016/SVG/main" r:embed="rId25"/>
              </a:ext>
            </a:extLst>
          </a:blip>
          <a:stretch>
            <a:fillRect/>
          </a:stretch>
        </p:blipFill>
        <p:spPr>
          <a:xfrm>
            <a:off x="-1468065" y="1354312"/>
            <a:ext cx="288000" cy="288000"/>
          </a:xfrm>
          <a:prstGeom prst="rect">
            <a:avLst/>
          </a:prstGeom>
        </p:spPr>
      </p:pic>
      <p:grpSp>
        <p:nvGrpSpPr>
          <p:cNvPr id="16" name="Group 15">
            <a:extLst>
              <a:ext uri="{FF2B5EF4-FFF2-40B4-BE49-F238E27FC236}">
                <a16:creationId xmlns:a16="http://schemas.microsoft.com/office/drawing/2014/main" id="{1D89F133-5DC8-E5FC-0054-F4F8356EC301}"/>
              </a:ext>
            </a:extLst>
          </p:cNvPr>
          <p:cNvGrpSpPr/>
          <p:nvPr/>
        </p:nvGrpSpPr>
        <p:grpSpPr>
          <a:xfrm>
            <a:off x="-1491280" y="1916015"/>
            <a:ext cx="288000" cy="324000"/>
            <a:chOff x="2812200" y="-3585"/>
            <a:chExt cx="6553769" cy="6861070"/>
          </a:xfrm>
          <a:solidFill>
            <a:schemeClr val="bg1">
              <a:alpha val="25000"/>
            </a:schemeClr>
          </a:solidFill>
        </p:grpSpPr>
        <p:sp>
          <p:nvSpPr>
            <p:cNvPr id="17" name="Freeform: Shape 16">
              <a:extLst>
                <a:ext uri="{FF2B5EF4-FFF2-40B4-BE49-F238E27FC236}">
                  <a16:creationId xmlns:a16="http://schemas.microsoft.com/office/drawing/2014/main" id="{BDC8D8A2-C715-6A49-E0C9-B151A313FC2B}"/>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18" name="Freeform: Shape 17">
              <a:hlinkClick r:id="rId9" action="ppaction://hlinksldjump"/>
              <a:extLst>
                <a:ext uri="{FF2B5EF4-FFF2-40B4-BE49-F238E27FC236}">
                  <a16:creationId xmlns:a16="http://schemas.microsoft.com/office/drawing/2014/main" id="{801A147B-4FAC-8DD8-BDC5-F05F9176F2C7}"/>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1DB58CE2-21DA-16EF-B1C5-5FA7A1F4D435}"/>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B85D6A91-AEBD-BA6B-6708-7FE2E9E15CB5}"/>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21" name="Group 20">
            <a:extLst>
              <a:ext uri="{FF2B5EF4-FFF2-40B4-BE49-F238E27FC236}">
                <a16:creationId xmlns:a16="http://schemas.microsoft.com/office/drawing/2014/main" id="{4B327B7C-7803-223D-BC36-45398458F411}"/>
              </a:ext>
            </a:extLst>
          </p:cNvPr>
          <p:cNvGrpSpPr/>
          <p:nvPr/>
        </p:nvGrpSpPr>
        <p:grpSpPr>
          <a:xfrm>
            <a:off x="-1471294" y="3430577"/>
            <a:ext cx="288000" cy="252000"/>
            <a:chOff x="3031853" y="897516"/>
            <a:chExt cx="6403839" cy="5628195"/>
          </a:xfrm>
        </p:grpSpPr>
        <p:sp>
          <p:nvSpPr>
            <p:cNvPr id="22" name="Freeform: Shape 21">
              <a:extLst>
                <a:ext uri="{FF2B5EF4-FFF2-40B4-BE49-F238E27FC236}">
                  <a16:creationId xmlns:a16="http://schemas.microsoft.com/office/drawing/2014/main" id="{643D925E-4D69-3174-9D59-F980D1B1675D}"/>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2C3A48D3-5770-775C-6FB2-7A52CB81BE73}"/>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78756BBC-2E7D-EA30-A406-9674A8B3AD69}"/>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90880273-1BB8-FB18-739B-F0B70C27576B}"/>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A8FA2211-3B83-1348-B7D3-D7E95C941DA7}"/>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582A2A3E-5D88-41A0-C519-5296DE5E783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D5A7AC2E-881E-6D4F-3393-D8CFF2119086}"/>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8A68B93C-41A1-75B7-82DC-FE41C62A9F0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DDB87BA2-009C-D82B-B295-0030B7F10B4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3A3222F4-753A-94DA-A574-7745DD58820D}"/>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4AC4EB72-BFEF-2E4D-F724-B4263A792724}"/>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0" name="Freeform: Shape 49">
              <a:extLst>
                <a:ext uri="{FF2B5EF4-FFF2-40B4-BE49-F238E27FC236}">
                  <a16:creationId xmlns:a16="http://schemas.microsoft.com/office/drawing/2014/main" id="{D63B883F-25AD-5B5B-BBFC-5C8B27DD661D}"/>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51" name="Freeform: Shape 50">
              <a:hlinkClick r:id="rId9" action="ppaction://hlinksldjump"/>
              <a:extLst>
                <a:ext uri="{FF2B5EF4-FFF2-40B4-BE49-F238E27FC236}">
                  <a16:creationId xmlns:a16="http://schemas.microsoft.com/office/drawing/2014/main" id="{5C4F775C-BC74-17F9-299C-9EBE263F8E49}"/>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52" name="Graphic 51">
            <a:hlinkClick r:id="rId9" action="ppaction://hlinksldjump"/>
            <a:extLst>
              <a:ext uri="{FF2B5EF4-FFF2-40B4-BE49-F238E27FC236}">
                <a16:creationId xmlns:a16="http://schemas.microsoft.com/office/drawing/2014/main" id="{49635CDD-D089-8060-E441-4B88388D23B2}"/>
              </a:ext>
            </a:extLst>
          </p:cNvPr>
          <p:cNvPicPr>
            <a:picLocks noChangeAspect="1"/>
          </p:cNvPicPr>
          <p:nvPr/>
        </p:nvPicPr>
        <p:blipFill>
          <a:blip r:embed="rId26" cstate="hq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1494568" y="3889352"/>
            <a:ext cx="288000" cy="288000"/>
          </a:xfrm>
          <a:prstGeom prst="rect">
            <a:avLst/>
          </a:prstGeom>
        </p:spPr>
      </p:pic>
      <p:pic>
        <p:nvPicPr>
          <p:cNvPr id="53" name="travel">
            <a:extLst>
              <a:ext uri="{FF2B5EF4-FFF2-40B4-BE49-F238E27FC236}">
                <a16:creationId xmlns:a16="http://schemas.microsoft.com/office/drawing/2014/main" id="{4377B576-EB20-D2A9-79AC-0B28DBDA32C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1491280" y="2968468"/>
            <a:ext cx="288000" cy="288000"/>
          </a:xfrm>
          <a:prstGeom prst="rect">
            <a:avLst/>
          </a:prstGeom>
        </p:spPr>
      </p:pic>
      <p:pic>
        <p:nvPicPr>
          <p:cNvPr id="54" name="Graphic 53">
            <a:extLst>
              <a:ext uri="{FF2B5EF4-FFF2-40B4-BE49-F238E27FC236}">
                <a16:creationId xmlns:a16="http://schemas.microsoft.com/office/drawing/2014/main" id="{D0F3704B-F162-5E5D-69C5-BF95E3C2C6B9}"/>
              </a:ext>
            </a:extLst>
          </p:cNvPr>
          <p:cNvPicPr>
            <a:picLocks noChangeAspect="1"/>
          </p:cNvPicPr>
          <p:nvPr/>
        </p:nvPicPr>
        <p:blipFill>
          <a:blip r:embed="rId28" cstate="hqprint">
            <a:extLst>
              <a:ext uri="{28A0092B-C50C-407E-A947-70E740481C1C}">
                <a14:useLocalDpi xmlns:a14="http://schemas.microsoft.com/office/drawing/2010/main" val="0"/>
              </a:ext>
              <a:ext uri="{96DAC541-7B7A-43D3-8B79-37D633B846F1}">
                <asvg:svgBlip xmlns="" xmlns:asvg="http://schemas.microsoft.com/office/drawing/2016/SVG/main" r:embed="rId29"/>
              </a:ext>
            </a:extLst>
          </a:blip>
          <a:stretch>
            <a:fillRect/>
          </a:stretch>
        </p:blipFill>
        <p:spPr>
          <a:xfrm>
            <a:off x="-1491280" y="4892936"/>
            <a:ext cx="288000" cy="288000"/>
          </a:xfrm>
          <a:prstGeom prst="rect">
            <a:avLst/>
          </a:prstGeom>
        </p:spPr>
      </p:pic>
      <p:pic>
        <p:nvPicPr>
          <p:cNvPr id="66" name="Graphic 65">
            <a:extLst>
              <a:ext uri="{FF2B5EF4-FFF2-40B4-BE49-F238E27FC236}">
                <a16:creationId xmlns:a16="http://schemas.microsoft.com/office/drawing/2014/main" id="{D5B49D69-5159-44F0-C461-779FFEA40A5B}"/>
              </a:ext>
            </a:extLst>
          </p:cNvPr>
          <p:cNvPicPr>
            <a:picLocks noChangeAspect="1"/>
          </p:cNvPicPr>
          <p:nvPr/>
        </p:nvPicPr>
        <p:blipFill>
          <a:blip r:embed="rId30" cstate="hqprint">
            <a:extLst>
              <a:ext uri="{28A0092B-C50C-407E-A947-70E740481C1C}">
                <a14:useLocalDpi xmlns:a14="http://schemas.microsoft.com/office/drawing/2010/main" val="0"/>
              </a:ext>
              <a:ext uri="{96DAC541-7B7A-43D3-8B79-37D633B846F1}">
                <asvg:svgBlip xmlns="" xmlns:asvg="http://schemas.microsoft.com/office/drawing/2016/SVG/main" r:embed="rId31"/>
              </a:ext>
            </a:extLst>
          </a:blip>
          <a:stretch>
            <a:fillRect/>
          </a:stretch>
        </p:blipFill>
        <p:spPr>
          <a:xfrm>
            <a:off x="-1463535" y="4412410"/>
            <a:ext cx="288000" cy="288000"/>
          </a:xfrm>
          <a:prstGeom prst="rect">
            <a:avLst/>
          </a:prstGeom>
        </p:spPr>
      </p:pic>
      <p:sp>
        <p:nvSpPr>
          <p:cNvPr id="67" name="TextBox 66">
            <a:extLst>
              <a:ext uri="{FF2B5EF4-FFF2-40B4-BE49-F238E27FC236}">
                <a16:creationId xmlns:a16="http://schemas.microsoft.com/office/drawing/2014/main" id="{C7450915-B13D-F544-C11B-68C42B613530}"/>
              </a:ext>
            </a:extLst>
          </p:cNvPr>
          <p:cNvSpPr txBox="1"/>
          <p:nvPr/>
        </p:nvSpPr>
        <p:spPr>
          <a:xfrm>
            <a:off x="-1783433" y="5200851"/>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Supprimer mon compte</a:t>
            </a:r>
            <a:endParaRPr lang="fr-FR" sz="1000" dirty="0">
              <a:solidFill>
                <a:schemeClr val="bg1"/>
              </a:solidFill>
              <a:latin typeface="Darker Grotesque" pitchFamily="2" charset="0"/>
            </a:endParaRPr>
          </a:p>
        </p:txBody>
      </p:sp>
      <p:sp>
        <p:nvSpPr>
          <p:cNvPr id="69" name="Google Shape;542;p39">
            <a:extLst>
              <a:ext uri="{FF2B5EF4-FFF2-40B4-BE49-F238E27FC236}">
                <a16:creationId xmlns:a16="http://schemas.microsoft.com/office/drawing/2014/main" id="{472CD684-E503-B47C-6314-65A7970A1AC2}"/>
              </a:ext>
            </a:extLst>
          </p:cNvPr>
          <p:cNvSpPr/>
          <p:nvPr/>
        </p:nvSpPr>
        <p:spPr>
          <a:xfrm>
            <a:off x="3252280" y="-2483697"/>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Tree>
    <p:extLst>
      <p:ext uri="{BB962C8B-B14F-4D97-AF65-F5344CB8AC3E}">
        <p14:creationId xmlns:p14="http://schemas.microsoft.com/office/powerpoint/2010/main" val="228464809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Administration </a:t>
            </a:r>
          </a:p>
        </p:txBody>
      </p:sp>
      <p:pic>
        <p:nvPicPr>
          <p:cNvPr id="11" name="Connexion">
            <a:extLst>
              <a:ext uri="{FF2B5EF4-FFF2-40B4-BE49-F238E27FC236}">
                <a16:creationId xmlns:a16="http://schemas.microsoft.com/office/drawing/2014/main" id="{9DAAF98A-5361-DDE4-E5C2-1C5C2D43934E}"/>
              </a:ext>
            </a:extLst>
          </p:cNvPr>
          <p:cNvPicPr>
            <a:picLocks noChangeAspect="1"/>
          </p:cNvPicPr>
          <p:nvPr/>
        </p:nvPicPr>
        <p:blipFill>
          <a:blip r:embed="rId3"/>
          <a:stretch>
            <a:fillRect/>
          </a:stretch>
        </p:blipFill>
        <p:spPr>
          <a:xfrm>
            <a:off x="25851660" y="635400"/>
            <a:ext cx="7449600" cy="5587200"/>
          </a:xfrm>
          <a:prstGeom prst="rect">
            <a:avLst/>
          </a:prstGeom>
        </p:spPr>
      </p:pic>
      <p:pic>
        <p:nvPicPr>
          <p:cNvPr id="12" name="Home">
            <a:extLst>
              <a:ext uri="{FF2B5EF4-FFF2-40B4-BE49-F238E27FC236}">
                <a16:creationId xmlns:a16="http://schemas.microsoft.com/office/drawing/2014/main" id="{43A9DF40-AC63-7836-DF6B-43BFC5307301}"/>
              </a:ext>
            </a:extLst>
          </p:cNvPr>
          <p:cNvPicPr>
            <a:picLocks noChangeAspect="1"/>
          </p:cNvPicPr>
          <p:nvPr/>
        </p:nvPicPr>
        <p:blipFill>
          <a:blip r:embed="rId4"/>
          <a:stretch>
            <a:fillRect/>
          </a:stretch>
        </p:blipFill>
        <p:spPr>
          <a:xfrm>
            <a:off x="12789068" y="635587"/>
            <a:ext cx="7449101" cy="5586826"/>
          </a:xfrm>
          <a:prstGeom prst="rect">
            <a:avLst/>
          </a:prstGeom>
        </p:spPr>
      </p:pic>
      <p:pic>
        <p:nvPicPr>
          <p:cNvPr id="14" name="Inscription">
            <a:extLst>
              <a:ext uri="{FF2B5EF4-FFF2-40B4-BE49-F238E27FC236}">
                <a16:creationId xmlns:a16="http://schemas.microsoft.com/office/drawing/2014/main" id="{1C781775-E027-F031-E3AD-E4F7EF83BC35}"/>
              </a:ext>
            </a:extLst>
          </p:cNvPr>
          <p:cNvPicPr>
            <a:picLocks noChangeAspect="1"/>
          </p:cNvPicPr>
          <p:nvPr/>
        </p:nvPicPr>
        <p:blipFill>
          <a:blip r:embed="rId5"/>
          <a:stretch>
            <a:fillRect/>
          </a:stretch>
        </p:blipFill>
        <p:spPr>
          <a:xfrm>
            <a:off x="19548839" y="635400"/>
            <a:ext cx="7449600" cy="5587200"/>
          </a:xfrm>
          <a:prstGeom prst="rect">
            <a:avLst/>
          </a:prstGeom>
        </p:spPr>
      </p:pic>
      <p:pic>
        <p:nvPicPr>
          <p:cNvPr id="23" name="Home Admin">
            <a:extLst>
              <a:ext uri="{FF2B5EF4-FFF2-40B4-BE49-F238E27FC236}">
                <a16:creationId xmlns:a16="http://schemas.microsoft.com/office/drawing/2014/main" id="{A9852651-209B-1458-A263-D9273DB64E20}"/>
              </a:ext>
            </a:extLst>
          </p:cNvPr>
          <p:cNvPicPr>
            <a:picLocks noChangeAspect="1"/>
          </p:cNvPicPr>
          <p:nvPr/>
        </p:nvPicPr>
        <p:blipFill>
          <a:blip r:embed="rId6"/>
          <a:stretch>
            <a:fillRect/>
          </a:stretch>
        </p:blipFill>
        <p:spPr>
          <a:xfrm>
            <a:off x="38228748" y="635400"/>
            <a:ext cx="7449600" cy="5587200"/>
          </a:xfrm>
          <a:prstGeom prst="rect">
            <a:avLst/>
          </a:prstGeom>
        </p:spPr>
      </p:pic>
      <p:pic>
        <p:nvPicPr>
          <p:cNvPr id="31" name="Connexion Admin">
            <a:extLst>
              <a:ext uri="{FF2B5EF4-FFF2-40B4-BE49-F238E27FC236}">
                <a16:creationId xmlns:a16="http://schemas.microsoft.com/office/drawing/2014/main" id="{5C5EDF6F-0C33-FCC5-4F4C-3DF9A21B695A}"/>
              </a:ext>
            </a:extLst>
          </p:cNvPr>
          <p:cNvPicPr>
            <a:picLocks noChangeAspect="1"/>
          </p:cNvPicPr>
          <p:nvPr/>
        </p:nvPicPr>
        <p:blipFill>
          <a:blip r:embed="rId7"/>
          <a:stretch>
            <a:fillRect/>
          </a:stretch>
        </p:blipFill>
        <p:spPr>
          <a:xfrm>
            <a:off x="12788821" y="635400"/>
            <a:ext cx="7449600" cy="5587200"/>
          </a:xfrm>
          <a:prstGeom prst="rect">
            <a:avLst/>
          </a:prstGeom>
        </p:spPr>
      </p:pic>
      <p:pic>
        <p:nvPicPr>
          <p:cNvPr id="32" name="Account">
            <a:extLst>
              <a:ext uri="{FF2B5EF4-FFF2-40B4-BE49-F238E27FC236}">
                <a16:creationId xmlns:a16="http://schemas.microsoft.com/office/drawing/2014/main" id="{141F9FA4-DD4D-A7AF-D89D-43DAF618884B}"/>
              </a:ext>
            </a:extLst>
          </p:cNvPr>
          <p:cNvPicPr>
            <a:picLocks noChangeAspect="1"/>
          </p:cNvPicPr>
          <p:nvPr/>
        </p:nvPicPr>
        <p:blipFill>
          <a:blip r:embed="rId8"/>
          <a:stretch>
            <a:fillRect/>
          </a:stretch>
        </p:blipFill>
        <p:spPr>
          <a:xfrm>
            <a:off x="32178100" y="635400"/>
            <a:ext cx="7449600" cy="5587200"/>
          </a:xfrm>
          <a:prstGeom prst="rect">
            <a:avLst/>
          </a:prstGeom>
        </p:spPr>
      </p:pic>
      <p:sp>
        <p:nvSpPr>
          <p:cNvPr id="33" name="Slide Number Placeholder 32">
            <a:extLst>
              <a:ext uri="{FF2B5EF4-FFF2-40B4-BE49-F238E27FC236}">
                <a16:creationId xmlns:a16="http://schemas.microsoft.com/office/drawing/2014/main" id="{A2CB3C41-988A-4DCC-96CE-C2E54687C97E}"/>
              </a:ext>
            </a:extLst>
          </p:cNvPr>
          <p:cNvSpPr>
            <a:spLocks noGrp="1"/>
          </p:cNvSpPr>
          <p:nvPr>
            <p:ph type="sldNum" sz="quarter" idx="12"/>
          </p:nvPr>
        </p:nvSpPr>
        <p:spPr/>
        <p:txBody>
          <a:bodyPr/>
          <a:lstStyle/>
          <a:p>
            <a:pPr algn="ctr"/>
            <a:fld id="{DD31AE6B-CDAB-407E-9BC6-E294FE5CDB12}" type="slidenum">
              <a:rPr lang="fr-FR" smtClean="0"/>
              <a:pPr algn="ctr"/>
              <a:t>39</a:t>
            </a:fld>
            <a:endParaRPr lang="fr-FR"/>
          </a:p>
        </p:txBody>
      </p:sp>
      <p:sp>
        <p:nvSpPr>
          <p:cNvPr id="34" name="Rectangle: Rounded Corners 33">
            <a:extLst>
              <a:ext uri="{FF2B5EF4-FFF2-40B4-BE49-F238E27FC236}">
                <a16:creationId xmlns:a16="http://schemas.microsoft.com/office/drawing/2014/main" id="{A6A20C8D-A61A-EC3B-A97A-0E6B942038A0}"/>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4" name="Slicer">
            <a:extLst>
              <a:ext uri="{FF2B5EF4-FFF2-40B4-BE49-F238E27FC236}">
                <a16:creationId xmlns:a16="http://schemas.microsoft.com/office/drawing/2014/main" id="{2DEFEE8D-4520-0589-0737-F5CA329C7CAD}"/>
              </a:ext>
            </a:extLst>
          </p:cNvPr>
          <p:cNvSpPr/>
          <p:nvPr/>
        </p:nvSpPr>
        <p:spPr>
          <a:xfrm>
            <a:off x="469797" y="2097000"/>
            <a:ext cx="720000" cy="2664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TextBox 25">
            <a:extLst>
              <a:ext uri="{FF2B5EF4-FFF2-40B4-BE49-F238E27FC236}">
                <a16:creationId xmlns:a16="http://schemas.microsoft.com/office/drawing/2014/main" id="{C2EB4989-26D3-FFA0-9209-193127685232}"/>
              </a:ext>
            </a:extLst>
          </p:cNvPr>
          <p:cNvSpPr txBox="1"/>
          <p:nvPr/>
        </p:nvSpPr>
        <p:spPr>
          <a:xfrm>
            <a:off x="460194" y="3860373"/>
            <a:ext cx="756000" cy="252000"/>
          </a:xfrm>
          <a:prstGeom prst="rect">
            <a:avLst/>
          </a:prstGeom>
          <a:noFill/>
        </p:spPr>
        <p:txBody>
          <a:bodyPr wrap="square">
            <a:spAutoFit/>
          </a:bodyPr>
          <a:lstStyle/>
          <a:p>
            <a:pPr algn="ct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Voyages</a:t>
            </a:r>
            <a:endParaRPr lang="fr-FR" sz="1000" dirty="0">
              <a:solidFill>
                <a:schemeClr val="bg1"/>
              </a:solidFill>
              <a:latin typeface="Darker Grotesque" pitchFamily="2" charset="0"/>
            </a:endParaRPr>
          </a:p>
        </p:txBody>
      </p:sp>
      <p:pic>
        <p:nvPicPr>
          <p:cNvPr id="27" name="Home admin" descr="Home with solid fill">
            <a:hlinkClick r:id="rId9" action="ppaction://hlinksldjump"/>
            <a:extLst>
              <a:ext uri="{FF2B5EF4-FFF2-40B4-BE49-F238E27FC236}">
                <a16:creationId xmlns:a16="http://schemas.microsoft.com/office/drawing/2014/main" id="{C48D4C6F-A9D6-0569-77E4-8C9A685545CC}"/>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88539" y="2981505"/>
            <a:ext cx="288000" cy="288000"/>
          </a:xfrm>
          <a:prstGeom prst="rect">
            <a:avLst/>
          </a:prstGeom>
        </p:spPr>
      </p:pic>
      <p:pic>
        <p:nvPicPr>
          <p:cNvPr id="28" name="Connexion" descr="Social network with solid fill">
            <a:hlinkClick r:id="rId12" action="ppaction://hlinksldjump"/>
            <a:extLst>
              <a:ext uri="{FF2B5EF4-FFF2-40B4-BE49-F238E27FC236}">
                <a16:creationId xmlns:a16="http://schemas.microsoft.com/office/drawing/2014/main" id="{EBAEAD61-84DF-7E71-7364-AACBA2F72C23}"/>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88539" y="2389165"/>
            <a:ext cx="288000" cy="288000"/>
          </a:xfrm>
          <a:prstGeom prst="rect">
            <a:avLst/>
          </a:prstGeom>
        </p:spPr>
      </p:pic>
      <p:pic>
        <p:nvPicPr>
          <p:cNvPr id="36" name="User register">
            <a:extLst>
              <a:ext uri="{FF2B5EF4-FFF2-40B4-BE49-F238E27FC236}">
                <a16:creationId xmlns:a16="http://schemas.microsoft.com/office/drawing/2014/main" id="{19EFB93A-3237-C157-3982-80D43E9A82B1}"/>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688539" y="4157895"/>
            <a:ext cx="288000" cy="288000"/>
          </a:xfrm>
          <a:prstGeom prst="rect">
            <a:avLst/>
          </a:prstGeom>
        </p:spPr>
      </p:pic>
      <p:pic>
        <p:nvPicPr>
          <p:cNvPr id="40" name="travel">
            <a:extLst>
              <a:ext uri="{FF2B5EF4-FFF2-40B4-BE49-F238E27FC236}">
                <a16:creationId xmlns:a16="http://schemas.microsoft.com/office/drawing/2014/main" id="{818620FB-A989-46C4-1025-1C9D3094A23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688539" y="3564706"/>
            <a:ext cx="288000" cy="288000"/>
          </a:xfrm>
          <a:prstGeom prst="rect">
            <a:avLst/>
          </a:prstGeom>
        </p:spPr>
      </p:pic>
      <p:pic>
        <p:nvPicPr>
          <p:cNvPr id="43" name="voyages">
            <a:extLst>
              <a:ext uri="{FF2B5EF4-FFF2-40B4-BE49-F238E27FC236}">
                <a16:creationId xmlns:a16="http://schemas.microsoft.com/office/drawing/2014/main" id="{71135728-D68B-4AA1-46A5-B2F6E1822A69}"/>
              </a:ext>
            </a:extLst>
          </p:cNvPr>
          <p:cNvPicPr>
            <a:picLocks noChangeAspect="1"/>
          </p:cNvPicPr>
          <p:nvPr/>
        </p:nvPicPr>
        <p:blipFill>
          <a:blip r:embed="rId19"/>
          <a:stretch>
            <a:fillRect/>
          </a:stretch>
        </p:blipFill>
        <p:spPr>
          <a:xfrm>
            <a:off x="2371200" y="635400"/>
            <a:ext cx="7449600" cy="5587200"/>
          </a:xfrm>
          <a:prstGeom prst="rect">
            <a:avLst/>
          </a:prstGeom>
        </p:spPr>
      </p:pic>
      <p:pic>
        <p:nvPicPr>
          <p:cNvPr id="45" name="users enregistrés">
            <a:extLst>
              <a:ext uri="{FF2B5EF4-FFF2-40B4-BE49-F238E27FC236}">
                <a16:creationId xmlns:a16="http://schemas.microsoft.com/office/drawing/2014/main" id="{988AE233-40EA-64E5-2633-16BA389CD138}"/>
              </a:ext>
            </a:extLst>
          </p:cNvPr>
          <p:cNvPicPr>
            <a:picLocks noChangeAspect="1"/>
          </p:cNvPicPr>
          <p:nvPr/>
        </p:nvPicPr>
        <p:blipFill>
          <a:blip r:embed="rId20"/>
          <a:stretch>
            <a:fillRect/>
          </a:stretch>
        </p:blipFill>
        <p:spPr>
          <a:xfrm>
            <a:off x="44059952" y="635400"/>
            <a:ext cx="7449600" cy="5587200"/>
          </a:xfrm>
          <a:prstGeom prst="rect">
            <a:avLst/>
          </a:prstGeom>
        </p:spPr>
      </p:pic>
      <p:sp>
        <p:nvSpPr>
          <p:cNvPr id="10" name="Rectangle: Rounded Corners 9">
            <a:extLst>
              <a:ext uri="{FF2B5EF4-FFF2-40B4-BE49-F238E27FC236}">
                <a16:creationId xmlns:a16="http://schemas.microsoft.com/office/drawing/2014/main" id="{3D7DD7AB-ED09-8AE4-CDE5-944C36F92224}"/>
              </a:ext>
            </a:extLst>
          </p:cNvPr>
          <p:cNvSpPr/>
          <p:nvPr/>
        </p:nvSpPr>
        <p:spPr>
          <a:xfrm>
            <a:off x="-1720512"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 name="Graphic 12">
            <a:hlinkClick r:id="rId21" action="ppaction://hlinksldjump"/>
            <a:extLst>
              <a:ext uri="{FF2B5EF4-FFF2-40B4-BE49-F238E27FC236}">
                <a16:creationId xmlns:a16="http://schemas.microsoft.com/office/drawing/2014/main" id="{6BFE1DBB-6612-2A61-7BF5-391E1983397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 xmlns:asvg="http://schemas.microsoft.com/office/drawing/2016/SVG/main" r:embed="rId23"/>
              </a:ext>
            </a:extLst>
          </a:blip>
          <a:stretch>
            <a:fillRect/>
          </a:stretch>
        </p:blipFill>
        <p:spPr>
          <a:xfrm>
            <a:off x="-1491280" y="2453613"/>
            <a:ext cx="288000" cy="288000"/>
          </a:xfrm>
          <a:prstGeom prst="rect">
            <a:avLst/>
          </a:prstGeom>
        </p:spPr>
      </p:pic>
      <p:pic>
        <p:nvPicPr>
          <p:cNvPr id="15" name="Graphic 14">
            <a:hlinkClick r:id="rId9" action="ppaction://hlinksldjump"/>
            <a:extLst>
              <a:ext uri="{FF2B5EF4-FFF2-40B4-BE49-F238E27FC236}">
                <a16:creationId xmlns:a16="http://schemas.microsoft.com/office/drawing/2014/main" id="{FFB9A358-1363-A152-A0D3-888209CC40BF}"/>
              </a:ext>
            </a:extLst>
          </p:cNvPr>
          <p:cNvPicPr>
            <a:picLocks noChangeAspect="1"/>
          </p:cNvPicPr>
          <p:nvPr/>
        </p:nvPicPr>
        <p:blipFill>
          <a:blip r:embed="rId24" cstate="hqprint">
            <a:extLst>
              <a:ext uri="{28A0092B-C50C-407E-A947-70E740481C1C}">
                <a14:useLocalDpi xmlns:a14="http://schemas.microsoft.com/office/drawing/2010/main" val="0"/>
              </a:ext>
              <a:ext uri="{96DAC541-7B7A-43D3-8B79-37D633B846F1}">
                <asvg:svgBlip xmlns="" xmlns:asvg="http://schemas.microsoft.com/office/drawing/2016/SVG/main" r:embed="rId25"/>
              </a:ext>
            </a:extLst>
          </a:blip>
          <a:stretch>
            <a:fillRect/>
          </a:stretch>
        </p:blipFill>
        <p:spPr>
          <a:xfrm>
            <a:off x="-1468065" y="1354312"/>
            <a:ext cx="288000" cy="288000"/>
          </a:xfrm>
          <a:prstGeom prst="rect">
            <a:avLst/>
          </a:prstGeom>
        </p:spPr>
      </p:pic>
      <p:grpSp>
        <p:nvGrpSpPr>
          <p:cNvPr id="16" name="Group 15">
            <a:extLst>
              <a:ext uri="{FF2B5EF4-FFF2-40B4-BE49-F238E27FC236}">
                <a16:creationId xmlns:a16="http://schemas.microsoft.com/office/drawing/2014/main" id="{1D89F133-5DC8-E5FC-0054-F4F8356EC301}"/>
              </a:ext>
            </a:extLst>
          </p:cNvPr>
          <p:cNvGrpSpPr/>
          <p:nvPr/>
        </p:nvGrpSpPr>
        <p:grpSpPr>
          <a:xfrm>
            <a:off x="-1491280" y="1916015"/>
            <a:ext cx="288000" cy="324000"/>
            <a:chOff x="2812200" y="-3585"/>
            <a:chExt cx="6553769" cy="6861070"/>
          </a:xfrm>
          <a:solidFill>
            <a:schemeClr val="bg1">
              <a:alpha val="25000"/>
            </a:schemeClr>
          </a:solidFill>
        </p:grpSpPr>
        <p:sp>
          <p:nvSpPr>
            <p:cNvPr id="17" name="Freeform: Shape 16">
              <a:extLst>
                <a:ext uri="{FF2B5EF4-FFF2-40B4-BE49-F238E27FC236}">
                  <a16:creationId xmlns:a16="http://schemas.microsoft.com/office/drawing/2014/main" id="{BDC8D8A2-C715-6A49-E0C9-B151A313FC2B}"/>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18" name="Freeform: Shape 17">
              <a:hlinkClick r:id="rId9" action="ppaction://hlinksldjump"/>
              <a:extLst>
                <a:ext uri="{FF2B5EF4-FFF2-40B4-BE49-F238E27FC236}">
                  <a16:creationId xmlns:a16="http://schemas.microsoft.com/office/drawing/2014/main" id="{801A147B-4FAC-8DD8-BDC5-F05F9176F2C7}"/>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1DB58CE2-21DA-16EF-B1C5-5FA7A1F4D435}"/>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B85D6A91-AEBD-BA6B-6708-7FE2E9E15CB5}"/>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21" name="Group 20">
            <a:extLst>
              <a:ext uri="{FF2B5EF4-FFF2-40B4-BE49-F238E27FC236}">
                <a16:creationId xmlns:a16="http://schemas.microsoft.com/office/drawing/2014/main" id="{4B327B7C-7803-223D-BC36-45398458F411}"/>
              </a:ext>
            </a:extLst>
          </p:cNvPr>
          <p:cNvGrpSpPr/>
          <p:nvPr/>
        </p:nvGrpSpPr>
        <p:grpSpPr>
          <a:xfrm>
            <a:off x="-1471294" y="3430577"/>
            <a:ext cx="288000" cy="252000"/>
            <a:chOff x="3031853" y="897516"/>
            <a:chExt cx="6403839" cy="5628195"/>
          </a:xfrm>
        </p:grpSpPr>
        <p:sp>
          <p:nvSpPr>
            <p:cNvPr id="22" name="Freeform: Shape 21">
              <a:extLst>
                <a:ext uri="{FF2B5EF4-FFF2-40B4-BE49-F238E27FC236}">
                  <a16:creationId xmlns:a16="http://schemas.microsoft.com/office/drawing/2014/main" id="{643D925E-4D69-3174-9D59-F980D1B1675D}"/>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2C3A48D3-5770-775C-6FB2-7A52CB81BE73}"/>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78756BBC-2E7D-EA30-A406-9674A8B3AD69}"/>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90880273-1BB8-FB18-739B-F0B70C27576B}"/>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A8FA2211-3B83-1348-B7D3-D7E95C941DA7}"/>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582A2A3E-5D88-41A0-C519-5296DE5E783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D5A7AC2E-881E-6D4F-3393-D8CFF2119086}"/>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8A68B93C-41A1-75B7-82DC-FE41C62A9F0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DDB87BA2-009C-D82B-B295-0030B7F10B4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3A3222F4-753A-94DA-A574-7745DD58820D}"/>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4AC4EB72-BFEF-2E4D-F724-B4263A792724}"/>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0" name="Freeform: Shape 49">
              <a:extLst>
                <a:ext uri="{FF2B5EF4-FFF2-40B4-BE49-F238E27FC236}">
                  <a16:creationId xmlns:a16="http://schemas.microsoft.com/office/drawing/2014/main" id="{D63B883F-25AD-5B5B-BBFC-5C8B27DD661D}"/>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51" name="Freeform: Shape 50">
              <a:hlinkClick r:id="rId9" action="ppaction://hlinksldjump"/>
              <a:extLst>
                <a:ext uri="{FF2B5EF4-FFF2-40B4-BE49-F238E27FC236}">
                  <a16:creationId xmlns:a16="http://schemas.microsoft.com/office/drawing/2014/main" id="{5C4F775C-BC74-17F9-299C-9EBE263F8E49}"/>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52" name="Graphic 51">
            <a:hlinkClick r:id="rId9" action="ppaction://hlinksldjump"/>
            <a:extLst>
              <a:ext uri="{FF2B5EF4-FFF2-40B4-BE49-F238E27FC236}">
                <a16:creationId xmlns:a16="http://schemas.microsoft.com/office/drawing/2014/main" id="{49635CDD-D089-8060-E441-4B88388D23B2}"/>
              </a:ext>
            </a:extLst>
          </p:cNvPr>
          <p:cNvPicPr>
            <a:picLocks noChangeAspect="1"/>
          </p:cNvPicPr>
          <p:nvPr/>
        </p:nvPicPr>
        <p:blipFill>
          <a:blip r:embed="rId26" cstate="hq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1494568" y="3889352"/>
            <a:ext cx="288000" cy="288000"/>
          </a:xfrm>
          <a:prstGeom prst="rect">
            <a:avLst/>
          </a:prstGeom>
        </p:spPr>
      </p:pic>
      <p:pic>
        <p:nvPicPr>
          <p:cNvPr id="53" name="travel">
            <a:extLst>
              <a:ext uri="{FF2B5EF4-FFF2-40B4-BE49-F238E27FC236}">
                <a16:creationId xmlns:a16="http://schemas.microsoft.com/office/drawing/2014/main" id="{4377B576-EB20-D2A9-79AC-0B28DBDA32C9}"/>
              </a:ext>
            </a:extLst>
          </p:cNvPr>
          <p:cNvPicPr>
            <a:picLocks noChangeAspect="1"/>
          </p:cNvPicPr>
          <p:nvPr/>
        </p:nvPicPr>
        <p:blipFill>
          <a:blip r:embed="rId28" cstate="hqprint">
            <a:extLst>
              <a:ext uri="{28A0092B-C50C-407E-A947-70E740481C1C}">
                <a14:useLocalDpi xmlns:a14="http://schemas.microsoft.com/office/drawing/2010/main" val="0"/>
              </a:ext>
              <a:ext uri="{96DAC541-7B7A-43D3-8B79-37D633B846F1}">
                <asvg:svgBlip xmlns="" xmlns:asvg="http://schemas.microsoft.com/office/drawing/2016/SVG/main" r:embed="rId29"/>
              </a:ext>
            </a:extLst>
          </a:blip>
          <a:stretch>
            <a:fillRect/>
          </a:stretch>
        </p:blipFill>
        <p:spPr>
          <a:xfrm>
            <a:off x="-1491280" y="2968468"/>
            <a:ext cx="288000" cy="288000"/>
          </a:xfrm>
          <a:prstGeom prst="rect">
            <a:avLst/>
          </a:prstGeom>
        </p:spPr>
      </p:pic>
      <p:pic>
        <p:nvPicPr>
          <p:cNvPr id="54" name="Graphic 53">
            <a:extLst>
              <a:ext uri="{FF2B5EF4-FFF2-40B4-BE49-F238E27FC236}">
                <a16:creationId xmlns:a16="http://schemas.microsoft.com/office/drawing/2014/main" id="{D0F3704B-F162-5E5D-69C5-BF95E3C2C6B9}"/>
              </a:ext>
            </a:extLst>
          </p:cNvPr>
          <p:cNvPicPr>
            <a:picLocks noChangeAspect="1"/>
          </p:cNvPicPr>
          <p:nvPr/>
        </p:nvPicPr>
        <p:blipFill>
          <a:blip r:embed="rId30" cstate="hqprint">
            <a:extLst>
              <a:ext uri="{28A0092B-C50C-407E-A947-70E740481C1C}">
                <a14:useLocalDpi xmlns:a14="http://schemas.microsoft.com/office/drawing/2010/main" val="0"/>
              </a:ext>
              <a:ext uri="{96DAC541-7B7A-43D3-8B79-37D633B846F1}">
                <asvg:svgBlip xmlns="" xmlns:asvg="http://schemas.microsoft.com/office/drawing/2016/SVG/main" r:embed="rId31"/>
              </a:ext>
            </a:extLst>
          </a:blip>
          <a:stretch>
            <a:fillRect/>
          </a:stretch>
        </p:blipFill>
        <p:spPr>
          <a:xfrm>
            <a:off x="-1491280" y="4892936"/>
            <a:ext cx="288000" cy="288000"/>
          </a:xfrm>
          <a:prstGeom prst="rect">
            <a:avLst/>
          </a:prstGeom>
        </p:spPr>
      </p:pic>
      <p:pic>
        <p:nvPicPr>
          <p:cNvPr id="66" name="Graphic 65">
            <a:extLst>
              <a:ext uri="{FF2B5EF4-FFF2-40B4-BE49-F238E27FC236}">
                <a16:creationId xmlns:a16="http://schemas.microsoft.com/office/drawing/2014/main" id="{D5B49D69-5159-44F0-C461-779FFEA40A5B}"/>
              </a:ext>
            </a:extLst>
          </p:cNvPr>
          <p:cNvPicPr>
            <a:picLocks noChangeAspect="1"/>
          </p:cNvPicPr>
          <p:nvPr/>
        </p:nvPicPr>
        <p:blipFill>
          <a:blip r:embed="rId32" cstate="hqprint">
            <a:extLst>
              <a:ext uri="{28A0092B-C50C-407E-A947-70E740481C1C}">
                <a14:useLocalDpi xmlns:a14="http://schemas.microsoft.com/office/drawing/2010/main" val="0"/>
              </a:ext>
              <a:ext uri="{96DAC541-7B7A-43D3-8B79-37D633B846F1}">
                <asvg:svgBlip xmlns="" xmlns:asvg="http://schemas.microsoft.com/office/drawing/2016/SVG/main" r:embed="rId33"/>
              </a:ext>
            </a:extLst>
          </a:blip>
          <a:stretch>
            <a:fillRect/>
          </a:stretch>
        </p:blipFill>
        <p:spPr>
          <a:xfrm>
            <a:off x="-1463535" y="4412410"/>
            <a:ext cx="288000" cy="288000"/>
          </a:xfrm>
          <a:prstGeom prst="rect">
            <a:avLst/>
          </a:prstGeom>
        </p:spPr>
      </p:pic>
      <p:sp>
        <p:nvSpPr>
          <p:cNvPr id="67" name="TextBox 66">
            <a:extLst>
              <a:ext uri="{FF2B5EF4-FFF2-40B4-BE49-F238E27FC236}">
                <a16:creationId xmlns:a16="http://schemas.microsoft.com/office/drawing/2014/main" id="{C7450915-B13D-F544-C11B-68C42B613530}"/>
              </a:ext>
            </a:extLst>
          </p:cNvPr>
          <p:cNvSpPr txBox="1"/>
          <p:nvPr/>
        </p:nvSpPr>
        <p:spPr>
          <a:xfrm>
            <a:off x="-1783433" y="5200851"/>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Supprimer mon compte</a:t>
            </a:r>
            <a:endParaRPr lang="fr-FR" sz="1000" dirty="0">
              <a:solidFill>
                <a:schemeClr val="bg1"/>
              </a:solidFill>
              <a:latin typeface="Darker Grotesque" pitchFamily="2" charset="0"/>
            </a:endParaRPr>
          </a:p>
        </p:txBody>
      </p:sp>
      <p:sp>
        <p:nvSpPr>
          <p:cNvPr id="69" name="Google Shape;542;p39">
            <a:extLst>
              <a:ext uri="{FF2B5EF4-FFF2-40B4-BE49-F238E27FC236}">
                <a16:creationId xmlns:a16="http://schemas.microsoft.com/office/drawing/2014/main" id="{472CD684-E503-B47C-6314-65A7970A1AC2}"/>
              </a:ext>
            </a:extLst>
          </p:cNvPr>
          <p:cNvSpPr/>
          <p:nvPr/>
        </p:nvSpPr>
        <p:spPr>
          <a:xfrm>
            <a:off x="3252280" y="-2483697"/>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Tree>
    <p:extLst>
      <p:ext uri="{BB962C8B-B14F-4D97-AF65-F5344CB8AC3E}">
        <p14:creationId xmlns:p14="http://schemas.microsoft.com/office/powerpoint/2010/main" val="235226417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5" name="Google Shape;312;p33">
            <a:extLst>
              <a:ext uri="{FF2B5EF4-FFF2-40B4-BE49-F238E27FC236}">
                <a16:creationId xmlns:a16="http://schemas.microsoft.com/office/drawing/2014/main" id="{EB7C2518-618F-FE3C-03A4-93B496464D53}"/>
              </a:ext>
            </a:extLst>
          </p:cNvPr>
          <p:cNvSpPr/>
          <p:nvPr/>
        </p:nvSpPr>
        <p:spPr>
          <a:xfrm>
            <a:off x="376003" y="-3212426"/>
            <a:ext cx="1011666" cy="897104"/>
          </a:xfrm>
          <a:prstGeom prst="ellipse">
            <a:avLst/>
          </a:prstGeom>
          <a:solidFill>
            <a:srgbClr val="9A8C98"/>
          </a:solidFill>
          <a:ln w="28575" cap="flat" cmpd="sng">
            <a:noFill/>
            <a:prstDash val="solid"/>
            <a:round/>
            <a:headEnd type="none" w="sm" len="sm"/>
            <a:tailEnd type="none" w="sm" len="sm"/>
          </a:ln>
          <a:effectLst>
            <a:outerShdw blurRad="114300" dist="19050" dir="5400000" algn="bl" rotWithShape="0">
              <a:srgbClr val="9A8C98">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3119922"/>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04</a:t>
            </a:r>
            <a:endParaRPr lang="en" dirty="0">
              <a:solidFill>
                <a:schemeClr val="bg1"/>
              </a:solidFill>
              <a:latin typeface="Oswald ExtraLight" pitchFamily="2" charset="0"/>
            </a:endParaRPr>
          </a:p>
        </p:txBody>
      </p:sp>
      <p:sp>
        <p:nvSpPr>
          <p:cNvPr id="2" name="oval red">
            <a:extLst>
              <a:ext uri="{FF2B5EF4-FFF2-40B4-BE49-F238E27FC236}">
                <a16:creationId xmlns:a16="http://schemas.microsoft.com/office/drawing/2014/main" id="{7572AAC4-09A4-5AE3-FBCC-FE6793302983}"/>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4" name="oval blue">
            <a:extLst>
              <a:ext uri="{FF2B5EF4-FFF2-40B4-BE49-F238E27FC236}">
                <a16:creationId xmlns:a16="http://schemas.microsoft.com/office/drawing/2014/main" id="{5D89ADA7-A07E-9659-CD7D-B900FD02914C}"/>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6" name="Oval 5">
            <a:extLst>
              <a:ext uri="{FF2B5EF4-FFF2-40B4-BE49-F238E27FC236}">
                <a16:creationId xmlns:a16="http://schemas.microsoft.com/office/drawing/2014/main" id="{87093CA6-AB1B-50B8-8910-9CFE646EAB75}"/>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val 7">
            <a:extLst>
              <a:ext uri="{FF2B5EF4-FFF2-40B4-BE49-F238E27FC236}">
                <a16:creationId xmlns:a16="http://schemas.microsoft.com/office/drawing/2014/main" id="{77D3DDBF-5AAF-69A8-CC3F-F6F17566E01D}"/>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Google Shape;242;p32">
            <a:extLst>
              <a:ext uri="{FF2B5EF4-FFF2-40B4-BE49-F238E27FC236}">
                <a16:creationId xmlns:a16="http://schemas.microsoft.com/office/drawing/2014/main" id="{4D6433C5-5282-545A-0B95-1AA50D9F0E62}"/>
              </a:ext>
            </a:extLst>
          </p:cNvPr>
          <p:cNvSpPr txBox="1">
            <a:spLocks/>
          </p:cNvSpPr>
          <p:nvPr/>
        </p:nvSpPr>
        <p:spPr>
          <a:xfrm>
            <a:off x="1569513" y="-1756610"/>
            <a:ext cx="7596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Réalisation du application web</a:t>
            </a: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a:p>
            <a:pPr>
              <a:spcBef>
                <a:spcPts val="0"/>
              </a:spcBef>
            </a:pPr>
            <a:endParaRPr lang="fr-FR" dirty="0">
              <a:solidFill>
                <a:schemeClr val="bg1"/>
              </a:solidFill>
              <a:latin typeface="Oswald" pitchFamily="2" charset="0"/>
            </a:endParaRPr>
          </a:p>
        </p:txBody>
      </p:sp>
      <p:sp>
        <p:nvSpPr>
          <p:cNvPr id="25" name="Google Shape;542;p39">
            <a:extLst>
              <a:ext uri="{FF2B5EF4-FFF2-40B4-BE49-F238E27FC236}">
                <a16:creationId xmlns:a16="http://schemas.microsoft.com/office/drawing/2014/main" id="{9D7247B7-2933-A44A-2994-BEDE430484F2}"/>
              </a:ext>
            </a:extLst>
          </p:cNvPr>
          <p:cNvSpPr/>
          <p:nvPr/>
        </p:nvSpPr>
        <p:spPr>
          <a:xfrm>
            <a:off x="3270000" y="404813"/>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Administration </a:t>
            </a:r>
          </a:p>
        </p:txBody>
      </p:sp>
      <p:pic>
        <p:nvPicPr>
          <p:cNvPr id="11" name="Connexion">
            <a:extLst>
              <a:ext uri="{FF2B5EF4-FFF2-40B4-BE49-F238E27FC236}">
                <a16:creationId xmlns:a16="http://schemas.microsoft.com/office/drawing/2014/main" id="{9DAAF98A-5361-DDE4-E5C2-1C5C2D43934E}"/>
              </a:ext>
            </a:extLst>
          </p:cNvPr>
          <p:cNvPicPr>
            <a:picLocks noChangeAspect="1"/>
          </p:cNvPicPr>
          <p:nvPr/>
        </p:nvPicPr>
        <p:blipFill>
          <a:blip r:embed="rId3"/>
          <a:stretch>
            <a:fillRect/>
          </a:stretch>
        </p:blipFill>
        <p:spPr>
          <a:xfrm>
            <a:off x="25851660" y="635400"/>
            <a:ext cx="7449600" cy="5587200"/>
          </a:xfrm>
          <a:prstGeom prst="rect">
            <a:avLst/>
          </a:prstGeom>
        </p:spPr>
      </p:pic>
      <p:pic>
        <p:nvPicPr>
          <p:cNvPr id="12" name="Home">
            <a:extLst>
              <a:ext uri="{FF2B5EF4-FFF2-40B4-BE49-F238E27FC236}">
                <a16:creationId xmlns:a16="http://schemas.microsoft.com/office/drawing/2014/main" id="{43A9DF40-AC63-7836-DF6B-43BFC5307301}"/>
              </a:ext>
            </a:extLst>
          </p:cNvPr>
          <p:cNvPicPr>
            <a:picLocks noChangeAspect="1"/>
          </p:cNvPicPr>
          <p:nvPr/>
        </p:nvPicPr>
        <p:blipFill>
          <a:blip r:embed="rId4"/>
          <a:stretch>
            <a:fillRect/>
          </a:stretch>
        </p:blipFill>
        <p:spPr>
          <a:xfrm>
            <a:off x="12789068" y="635587"/>
            <a:ext cx="7449101" cy="5586826"/>
          </a:xfrm>
          <a:prstGeom prst="rect">
            <a:avLst/>
          </a:prstGeom>
        </p:spPr>
      </p:pic>
      <p:pic>
        <p:nvPicPr>
          <p:cNvPr id="14" name="Inscription">
            <a:extLst>
              <a:ext uri="{FF2B5EF4-FFF2-40B4-BE49-F238E27FC236}">
                <a16:creationId xmlns:a16="http://schemas.microsoft.com/office/drawing/2014/main" id="{1C781775-E027-F031-E3AD-E4F7EF83BC35}"/>
              </a:ext>
            </a:extLst>
          </p:cNvPr>
          <p:cNvPicPr>
            <a:picLocks noChangeAspect="1"/>
          </p:cNvPicPr>
          <p:nvPr/>
        </p:nvPicPr>
        <p:blipFill>
          <a:blip r:embed="rId5"/>
          <a:stretch>
            <a:fillRect/>
          </a:stretch>
        </p:blipFill>
        <p:spPr>
          <a:xfrm>
            <a:off x="19548839" y="635400"/>
            <a:ext cx="7449600" cy="5587200"/>
          </a:xfrm>
          <a:prstGeom prst="rect">
            <a:avLst/>
          </a:prstGeom>
        </p:spPr>
      </p:pic>
      <p:pic>
        <p:nvPicPr>
          <p:cNvPr id="23" name="Home Admin">
            <a:extLst>
              <a:ext uri="{FF2B5EF4-FFF2-40B4-BE49-F238E27FC236}">
                <a16:creationId xmlns:a16="http://schemas.microsoft.com/office/drawing/2014/main" id="{A9852651-209B-1458-A263-D9273DB64E20}"/>
              </a:ext>
            </a:extLst>
          </p:cNvPr>
          <p:cNvPicPr>
            <a:picLocks noChangeAspect="1"/>
          </p:cNvPicPr>
          <p:nvPr/>
        </p:nvPicPr>
        <p:blipFill>
          <a:blip r:embed="rId6"/>
          <a:stretch>
            <a:fillRect/>
          </a:stretch>
        </p:blipFill>
        <p:spPr>
          <a:xfrm>
            <a:off x="38228748" y="635400"/>
            <a:ext cx="7449600" cy="5587200"/>
          </a:xfrm>
          <a:prstGeom prst="rect">
            <a:avLst/>
          </a:prstGeom>
        </p:spPr>
      </p:pic>
      <p:pic>
        <p:nvPicPr>
          <p:cNvPr id="31" name="Connexion Admin">
            <a:extLst>
              <a:ext uri="{FF2B5EF4-FFF2-40B4-BE49-F238E27FC236}">
                <a16:creationId xmlns:a16="http://schemas.microsoft.com/office/drawing/2014/main" id="{5C5EDF6F-0C33-FCC5-4F4C-3DF9A21B695A}"/>
              </a:ext>
            </a:extLst>
          </p:cNvPr>
          <p:cNvPicPr>
            <a:picLocks noChangeAspect="1"/>
          </p:cNvPicPr>
          <p:nvPr/>
        </p:nvPicPr>
        <p:blipFill>
          <a:blip r:embed="rId7"/>
          <a:stretch>
            <a:fillRect/>
          </a:stretch>
        </p:blipFill>
        <p:spPr>
          <a:xfrm>
            <a:off x="12788821" y="635400"/>
            <a:ext cx="7449600" cy="5587200"/>
          </a:xfrm>
          <a:prstGeom prst="rect">
            <a:avLst/>
          </a:prstGeom>
        </p:spPr>
      </p:pic>
      <p:pic>
        <p:nvPicPr>
          <p:cNvPr id="32" name="Account">
            <a:extLst>
              <a:ext uri="{FF2B5EF4-FFF2-40B4-BE49-F238E27FC236}">
                <a16:creationId xmlns:a16="http://schemas.microsoft.com/office/drawing/2014/main" id="{141F9FA4-DD4D-A7AF-D89D-43DAF618884B}"/>
              </a:ext>
            </a:extLst>
          </p:cNvPr>
          <p:cNvPicPr>
            <a:picLocks noChangeAspect="1"/>
          </p:cNvPicPr>
          <p:nvPr/>
        </p:nvPicPr>
        <p:blipFill>
          <a:blip r:embed="rId8"/>
          <a:stretch>
            <a:fillRect/>
          </a:stretch>
        </p:blipFill>
        <p:spPr>
          <a:xfrm>
            <a:off x="32178100" y="635400"/>
            <a:ext cx="7449600" cy="5587200"/>
          </a:xfrm>
          <a:prstGeom prst="rect">
            <a:avLst/>
          </a:prstGeom>
        </p:spPr>
      </p:pic>
      <p:sp>
        <p:nvSpPr>
          <p:cNvPr id="33" name="Slide Number Placeholder 32">
            <a:extLst>
              <a:ext uri="{FF2B5EF4-FFF2-40B4-BE49-F238E27FC236}">
                <a16:creationId xmlns:a16="http://schemas.microsoft.com/office/drawing/2014/main" id="{A2CB3C41-988A-4DCC-96CE-C2E54687C97E}"/>
              </a:ext>
            </a:extLst>
          </p:cNvPr>
          <p:cNvSpPr>
            <a:spLocks noGrp="1"/>
          </p:cNvSpPr>
          <p:nvPr>
            <p:ph type="sldNum" sz="quarter" idx="12"/>
          </p:nvPr>
        </p:nvSpPr>
        <p:spPr/>
        <p:txBody>
          <a:bodyPr/>
          <a:lstStyle/>
          <a:p>
            <a:pPr algn="ctr"/>
            <a:fld id="{DD31AE6B-CDAB-407E-9BC6-E294FE5CDB12}" type="slidenum">
              <a:rPr lang="fr-FR" smtClean="0"/>
              <a:pPr algn="ctr"/>
              <a:t>40</a:t>
            </a:fld>
            <a:endParaRPr lang="fr-FR"/>
          </a:p>
        </p:txBody>
      </p:sp>
      <p:sp>
        <p:nvSpPr>
          <p:cNvPr id="34" name="Rectangle: Rounded Corners 33">
            <a:extLst>
              <a:ext uri="{FF2B5EF4-FFF2-40B4-BE49-F238E27FC236}">
                <a16:creationId xmlns:a16="http://schemas.microsoft.com/office/drawing/2014/main" id="{A6A20C8D-A61A-EC3B-A97A-0E6B942038A0}"/>
              </a:ext>
            </a:extLst>
          </p:cNvPr>
          <p:cNvSpPr/>
          <p:nvPr/>
        </p:nvSpPr>
        <p:spPr>
          <a:xfrm rot="2571227">
            <a:off x="11567899" y="6340911"/>
            <a:ext cx="396000" cy="396000"/>
          </a:xfrm>
          <a:prstGeom prst="roundRect">
            <a:avLst/>
          </a:prstGeom>
          <a:noFill/>
          <a:ln w="38100">
            <a:gradFill>
              <a:gsLst>
                <a:gs pos="20000">
                  <a:srgbClr val="9A8C98"/>
                </a:gs>
                <a:gs pos="80000">
                  <a:srgbClr val="4A4E69"/>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
        <p:nvSpPr>
          <p:cNvPr id="24" name="Slicer">
            <a:extLst>
              <a:ext uri="{FF2B5EF4-FFF2-40B4-BE49-F238E27FC236}">
                <a16:creationId xmlns:a16="http://schemas.microsoft.com/office/drawing/2014/main" id="{2DEFEE8D-4520-0589-0737-F5CA329C7CAD}"/>
              </a:ext>
            </a:extLst>
          </p:cNvPr>
          <p:cNvSpPr/>
          <p:nvPr/>
        </p:nvSpPr>
        <p:spPr>
          <a:xfrm>
            <a:off x="469797" y="2097000"/>
            <a:ext cx="720000" cy="2664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TextBox 25">
            <a:extLst>
              <a:ext uri="{FF2B5EF4-FFF2-40B4-BE49-F238E27FC236}">
                <a16:creationId xmlns:a16="http://schemas.microsoft.com/office/drawing/2014/main" id="{C2EB4989-26D3-FFA0-9209-193127685232}"/>
              </a:ext>
            </a:extLst>
          </p:cNvPr>
          <p:cNvSpPr txBox="1"/>
          <p:nvPr/>
        </p:nvSpPr>
        <p:spPr>
          <a:xfrm>
            <a:off x="460194" y="4179344"/>
            <a:ext cx="756000" cy="400110"/>
          </a:xfrm>
          <a:prstGeom prst="rect">
            <a:avLst/>
          </a:prstGeom>
          <a:noFill/>
        </p:spPr>
        <p:txBody>
          <a:bodyPr wrap="square">
            <a:spAutoFit/>
          </a:bodyPr>
          <a:lstStyle/>
          <a:p>
            <a:pPr algn="ctr"/>
            <a:r>
              <a:rPr lang="fr-FR" sz="1000" dirty="0">
                <a:solidFill>
                  <a:schemeClr val="bg1"/>
                </a:solidFill>
                <a:effectLst/>
                <a:latin typeface="Darker Grotesque" pitchFamily="2" charset="0"/>
                <a:ea typeface="Times New Roman" panose="02020603050405020304" pitchFamily="18" charset="0"/>
                <a:cs typeface="Times New Roman" panose="02020603050405020304" pitchFamily="18" charset="0"/>
              </a:rPr>
              <a:t>Utilisateurs Enregistrés</a:t>
            </a:r>
            <a:endParaRPr lang="fr-FR" sz="1000" dirty="0">
              <a:solidFill>
                <a:schemeClr val="bg1"/>
              </a:solidFill>
              <a:latin typeface="Darker Grotesque" pitchFamily="2" charset="0"/>
            </a:endParaRPr>
          </a:p>
        </p:txBody>
      </p:sp>
      <p:pic>
        <p:nvPicPr>
          <p:cNvPr id="27" name="Home admin" descr="Home with solid fill">
            <a:hlinkClick r:id="rId9" action="ppaction://hlinksldjump"/>
            <a:extLst>
              <a:ext uri="{FF2B5EF4-FFF2-40B4-BE49-F238E27FC236}">
                <a16:creationId xmlns:a16="http://schemas.microsoft.com/office/drawing/2014/main" id="{C48D4C6F-A9D6-0569-77E4-8C9A685545CC}"/>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88539" y="2907074"/>
            <a:ext cx="288000" cy="288000"/>
          </a:xfrm>
          <a:prstGeom prst="rect">
            <a:avLst/>
          </a:prstGeom>
        </p:spPr>
      </p:pic>
      <p:pic>
        <p:nvPicPr>
          <p:cNvPr id="28" name="Connexion" descr="Social network with solid fill">
            <a:hlinkClick r:id="rId12" action="ppaction://hlinksldjump"/>
            <a:extLst>
              <a:ext uri="{FF2B5EF4-FFF2-40B4-BE49-F238E27FC236}">
                <a16:creationId xmlns:a16="http://schemas.microsoft.com/office/drawing/2014/main" id="{EBAEAD61-84DF-7E71-7364-AACBA2F72C23}"/>
              </a:ext>
            </a:extLst>
          </p:cNvPr>
          <p:cNvPicPr>
            <a:picLocks noChangeAspect="1"/>
          </p:cNvPicPr>
          <p:nvPr/>
        </p:nvPicPr>
        <p:blipFill>
          <a:blip r:embed="rId13" cstate="hq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88539" y="2389165"/>
            <a:ext cx="288000" cy="288000"/>
          </a:xfrm>
          <a:prstGeom prst="rect">
            <a:avLst/>
          </a:prstGeom>
        </p:spPr>
      </p:pic>
      <p:pic>
        <p:nvPicPr>
          <p:cNvPr id="36" name="User register">
            <a:extLst>
              <a:ext uri="{FF2B5EF4-FFF2-40B4-BE49-F238E27FC236}">
                <a16:creationId xmlns:a16="http://schemas.microsoft.com/office/drawing/2014/main" id="{19EFB93A-3237-C157-3982-80D43E9A82B1}"/>
              </a:ext>
            </a:extLst>
          </p:cNvPr>
          <p:cNvPicPr>
            <a:picLocks noChangeAspect="1"/>
          </p:cNvPicPr>
          <p:nvPr/>
        </p:nvPicPr>
        <p:blipFill>
          <a:blip r:embed="rId15" cstate="hqprint">
            <a:extLst>
              <a:ext uri="{28A0092B-C50C-407E-A947-70E740481C1C}">
                <a14:useLocalDpi xmlns:a14="http://schemas.microsoft.com/office/drawing/2010/main" val="0"/>
              </a:ext>
              <a:ext uri="{96DAC541-7B7A-43D3-8B79-37D633B846F1}">
                <asvg:svgBlip xmlns="" xmlns:asvg="http://schemas.microsoft.com/office/drawing/2016/SVG/main" r:embed="rId16"/>
              </a:ext>
            </a:extLst>
          </a:blip>
          <a:stretch>
            <a:fillRect/>
          </a:stretch>
        </p:blipFill>
        <p:spPr>
          <a:xfrm>
            <a:off x="688539" y="3913341"/>
            <a:ext cx="288000" cy="288000"/>
          </a:xfrm>
          <a:prstGeom prst="rect">
            <a:avLst/>
          </a:prstGeom>
        </p:spPr>
      </p:pic>
      <p:pic>
        <p:nvPicPr>
          <p:cNvPr id="40" name="travel">
            <a:extLst>
              <a:ext uri="{FF2B5EF4-FFF2-40B4-BE49-F238E27FC236}">
                <a16:creationId xmlns:a16="http://schemas.microsoft.com/office/drawing/2014/main" id="{818620FB-A989-46C4-1025-1C9D3094A23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688539" y="3469009"/>
            <a:ext cx="288000" cy="288000"/>
          </a:xfrm>
          <a:prstGeom prst="rect">
            <a:avLst/>
          </a:prstGeom>
        </p:spPr>
      </p:pic>
      <p:pic>
        <p:nvPicPr>
          <p:cNvPr id="43" name="voyages">
            <a:extLst>
              <a:ext uri="{FF2B5EF4-FFF2-40B4-BE49-F238E27FC236}">
                <a16:creationId xmlns:a16="http://schemas.microsoft.com/office/drawing/2014/main" id="{71135728-D68B-4AA1-46A5-B2F6E1822A69}"/>
              </a:ext>
            </a:extLst>
          </p:cNvPr>
          <p:cNvPicPr>
            <a:picLocks noChangeAspect="1"/>
          </p:cNvPicPr>
          <p:nvPr/>
        </p:nvPicPr>
        <p:blipFill>
          <a:blip r:embed="rId19"/>
          <a:stretch>
            <a:fillRect/>
          </a:stretch>
        </p:blipFill>
        <p:spPr>
          <a:xfrm>
            <a:off x="43388581" y="635400"/>
            <a:ext cx="7449600" cy="5587200"/>
          </a:xfrm>
          <a:prstGeom prst="rect">
            <a:avLst/>
          </a:prstGeom>
        </p:spPr>
      </p:pic>
      <p:pic>
        <p:nvPicPr>
          <p:cNvPr id="45" name="users enregistrés">
            <a:extLst>
              <a:ext uri="{FF2B5EF4-FFF2-40B4-BE49-F238E27FC236}">
                <a16:creationId xmlns:a16="http://schemas.microsoft.com/office/drawing/2014/main" id="{988AE233-40EA-64E5-2633-16BA389CD138}"/>
              </a:ext>
            </a:extLst>
          </p:cNvPr>
          <p:cNvPicPr>
            <a:picLocks noChangeAspect="1"/>
          </p:cNvPicPr>
          <p:nvPr/>
        </p:nvPicPr>
        <p:blipFill>
          <a:blip r:embed="rId20"/>
          <a:stretch>
            <a:fillRect/>
          </a:stretch>
        </p:blipFill>
        <p:spPr>
          <a:xfrm>
            <a:off x="2371200" y="635400"/>
            <a:ext cx="7449600" cy="5587200"/>
          </a:xfrm>
          <a:prstGeom prst="rect">
            <a:avLst/>
          </a:prstGeom>
        </p:spPr>
      </p:pic>
      <p:sp>
        <p:nvSpPr>
          <p:cNvPr id="10" name="Rectangle: Rounded Corners 9">
            <a:extLst>
              <a:ext uri="{FF2B5EF4-FFF2-40B4-BE49-F238E27FC236}">
                <a16:creationId xmlns:a16="http://schemas.microsoft.com/office/drawing/2014/main" id="{3D7DD7AB-ED09-8AE4-CDE5-944C36F92224}"/>
              </a:ext>
            </a:extLst>
          </p:cNvPr>
          <p:cNvSpPr/>
          <p:nvPr/>
        </p:nvSpPr>
        <p:spPr>
          <a:xfrm>
            <a:off x="-1720512" y="1071000"/>
            <a:ext cx="735347" cy="4716000"/>
          </a:xfrm>
          <a:prstGeom prst="roundRect">
            <a:avLst/>
          </a:prstGeom>
          <a:solidFill>
            <a:schemeClr val="bg1">
              <a:alpha val="5000"/>
            </a:schemeClr>
          </a:solidFill>
          <a:ln>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3" name="Graphic 12">
            <a:hlinkClick r:id="rId21" action="ppaction://hlinksldjump"/>
            <a:extLst>
              <a:ext uri="{FF2B5EF4-FFF2-40B4-BE49-F238E27FC236}">
                <a16:creationId xmlns:a16="http://schemas.microsoft.com/office/drawing/2014/main" id="{6BFE1DBB-6612-2A61-7BF5-391E1983397C}"/>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 xmlns:asvg="http://schemas.microsoft.com/office/drawing/2016/SVG/main" r:embed="rId23"/>
              </a:ext>
            </a:extLst>
          </a:blip>
          <a:stretch>
            <a:fillRect/>
          </a:stretch>
        </p:blipFill>
        <p:spPr>
          <a:xfrm>
            <a:off x="-1491280" y="2453613"/>
            <a:ext cx="288000" cy="288000"/>
          </a:xfrm>
          <a:prstGeom prst="rect">
            <a:avLst/>
          </a:prstGeom>
        </p:spPr>
      </p:pic>
      <p:pic>
        <p:nvPicPr>
          <p:cNvPr id="15" name="Graphic 14">
            <a:hlinkClick r:id="rId9" action="ppaction://hlinksldjump"/>
            <a:extLst>
              <a:ext uri="{FF2B5EF4-FFF2-40B4-BE49-F238E27FC236}">
                <a16:creationId xmlns:a16="http://schemas.microsoft.com/office/drawing/2014/main" id="{FFB9A358-1363-A152-A0D3-888209CC40BF}"/>
              </a:ext>
            </a:extLst>
          </p:cNvPr>
          <p:cNvPicPr>
            <a:picLocks noChangeAspect="1"/>
          </p:cNvPicPr>
          <p:nvPr/>
        </p:nvPicPr>
        <p:blipFill>
          <a:blip r:embed="rId24" cstate="hqprint">
            <a:extLst>
              <a:ext uri="{28A0092B-C50C-407E-A947-70E740481C1C}">
                <a14:useLocalDpi xmlns:a14="http://schemas.microsoft.com/office/drawing/2010/main" val="0"/>
              </a:ext>
              <a:ext uri="{96DAC541-7B7A-43D3-8B79-37D633B846F1}">
                <asvg:svgBlip xmlns="" xmlns:asvg="http://schemas.microsoft.com/office/drawing/2016/SVG/main" r:embed="rId25"/>
              </a:ext>
            </a:extLst>
          </a:blip>
          <a:stretch>
            <a:fillRect/>
          </a:stretch>
        </p:blipFill>
        <p:spPr>
          <a:xfrm>
            <a:off x="-1468065" y="1354312"/>
            <a:ext cx="288000" cy="288000"/>
          </a:xfrm>
          <a:prstGeom prst="rect">
            <a:avLst/>
          </a:prstGeom>
        </p:spPr>
      </p:pic>
      <p:grpSp>
        <p:nvGrpSpPr>
          <p:cNvPr id="16" name="Group 15">
            <a:extLst>
              <a:ext uri="{FF2B5EF4-FFF2-40B4-BE49-F238E27FC236}">
                <a16:creationId xmlns:a16="http://schemas.microsoft.com/office/drawing/2014/main" id="{1D89F133-5DC8-E5FC-0054-F4F8356EC301}"/>
              </a:ext>
            </a:extLst>
          </p:cNvPr>
          <p:cNvGrpSpPr/>
          <p:nvPr/>
        </p:nvGrpSpPr>
        <p:grpSpPr>
          <a:xfrm>
            <a:off x="-1491280" y="1916015"/>
            <a:ext cx="288000" cy="324000"/>
            <a:chOff x="2812200" y="-3585"/>
            <a:chExt cx="6553769" cy="6861070"/>
          </a:xfrm>
          <a:solidFill>
            <a:schemeClr val="bg1">
              <a:alpha val="25000"/>
            </a:schemeClr>
          </a:solidFill>
        </p:grpSpPr>
        <p:sp>
          <p:nvSpPr>
            <p:cNvPr id="17" name="Freeform: Shape 16">
              <a:extLst>
                <a:ext uri="{FF2B5EF4-FFF2-40B4-BE49-F238E27FC236}">
                  <a16:creationId xmlns:a16="http://schemas.microsoft.com/office/drawing/2014/main" id="{BDC8D8A2-C715-6A49-E0C9-B151A313FC2B}"/>
                </a:ext>
              </a:extLst>
            </p:cNvPr>
            <p:cNvSpPr/>
            <p:nvPr/>
          </p:nvSpPr>
          <p:spPr>
            <a:xfrm>
              <a:off x="6617372" y="913902"/>
              <a:ext cx="2748597" cy="3510755"/>
            </a:xfrm>
            <a:custGeom>
              <a:avLst/>
              <a:gdLst>
                <a:gd name="connsiteX0" fmla="*/ 1601617 w 2748597"/>
                <a:gd name="connsiteY0" fmla="*/ 25005 h 3510755"/>
                <a:gd name="connsiteX1" fmla="*/ 1612547 w 2748597"/>
                <a:gd name="connsiteY1" fmla="*/ 27813 h 3510755"/>
                <a:gd name="connsiteX2" fmla="*/ 2062603 w 2748597"/>
                <a:gd name="connsiteY2" fmla="*/ 277701 h 3510755"/>
                <a:gd name="connsiteX3" fmla="*/ 2069418 w 2748597"/>
                <a:gd name="connsiteY3" fmla="*/ 284045 h 3510755"/>
                <a:gd name="connsiteX4" fmla="*/ 2174003 w 2748597"/>
                <a:gd name="connsiteY4" fmla="*/ 406203 h 3510755"/>
                <a:gd name="connsiteX5" fmla="*/ 2182789 w 2748597"/>
                <a:gd name="connsiteY5" fmla="*/ 418119 h 3510755"/>
                <a:gd name="connsiteX6" fmla="*/ 2364098 w 2748597"/>
                <a:gd name="connsiteY6" fmla="*/ 1009621 h 3510755"/>
                <a:gd name="connsiteX7" fmla="*/ 2364147 w 2748597"/>
                <a:gd name="connsiteY7" fmla="*/ 1022523 h 3510755"/>
                <a:gd name="connsiteX8" fmla="*/ 2338644 w 2748597"/>
                <a:gd name="connsiteY8" fmla="*/ 1242407 h 3510755"/>
                <a:gd name="connsiteX9" fmla="*/ 2336380 w 2748597"/>
                <a:gd name="connsiteY9" fmla="*/ 1251366 h 3510755"/>
                <a:gd name="connsiteX10" fmla="*/ 2285803 w 2748597"/>
                <a:gd name="connsiteY10" fmla="*/ 1397955 h 3510755"/>
                <a:gd name="connsiteX11" fmla="*/ 2281516 w 2748597"/>
                <a:gd name="connsiteY11" fmla="*/ 1407171 h 3510755"/>
                <a:gd name="connsiteX12" fmla="*/ 2251513 w 2748597"/>
                <a:gd name="connsiteY12" fmla="*/ 1466321 h 3510755"/>
                <a:gd name="connsiteX13" fmla="*/ 2247364 w 2748597"/>
                <a:gd name="connsiteY13" fmla="*/ 1474122 h 3510755"/>
                <a:gd name="connsiteX14" fmla="*/ 2174497 w 2748597"/>
                <a:gd name="connsiteY14" fmla="*/ 1586422 h 3510755"/>
                <a:gd name="connsiteX15" fmla="*/ 2169054 w 2748597"/>
                <a:gd name="connsiteY15" fmla="*/ 1593794 h 3510755"/>
                <a:gd name="connsiteX16" fmla="*/ 2093187 w 2748597"/>
                <a:gd name="connsiteY16" fmla="*/ 1685091 h 3510755"/>
                <a:gd name="connsiteX17" fmla="*/ 2087401 w 2748597"/>
                <a:gd name="connsiteY17" fmla="*/ 1691221 h 3510755"/>
                <a:gd name="connsiteX18" fmla="*/ 1993532 w 2748597"/>
                <a:gd name="connsiteY18" fmla="*/ 1773945 h 3510755"/>
                <a:gd name="connsiteX19" fmla="*/ 1977716 w 2748597"/>
                <a:gd name="connsiteY19" fmla="*/ 1785561 h 3510755"/>
                <a:gd name="connsiteX20" fmla="*/ 1715826 w 2748597"/>
                <a:gd name="connsiteY20" fmla="*/ 1929579 h 3510755"/>
                <a:gd name="connsiteX21" fmla="*/ 1715826 w 2748597"/>
                <a:gd name="connsiteY21" fmla="*/ 1938152 h 3510755"/>
                <a:gd name="connsiteX22" fmla="*/ 1725427 w 2748597"/>
                <a:gd name="connsiteY22" fmla="*/ 1940565 h 3510755"/>
                <a:gd name="connsiteX23" fmla="*/ 1896020 w 2748597"/>
                <a:gd name="connsiteY23" fmla="*/ 1989428 h 3510755"/>
                <a:gd name="connsiteX24" fmla="*/ 1905406 w 2748597"/>
                <a:gd name="connsiteY24" fmla="*/ 1992711 h 3510755"/>
                <a:gd name="connsiteX25" fmla="*/ 2183156 w 2748597"/>
                <a:gd name="connsiteY25" fmla="*/ 2126442 h 3510755"/>
                <a:gd name="connsiteX26" fmla="*/ 2191685 w 2748597"/>
                <a:gd name="connsiteY26" fmla="*/ 2131929 h 3510755"/>
                <a:gd name="connsiteX27" fmla="*/ 2320273 w 2748597"/>
                <a:gd name="connsiteY27" fmla="*/ 2229227 h 3510755"/>
                <a:gd name="connsiteX28" fmla="*/ 2328374 w 2748597"/>
                <a:gd name="connsiteY28" fmla="*/ 2236085 h 3510755"/>
                <a:gd name="connsiteX29" fmla="*/ 2397382 w 2748597"/>
                <a:gd name="connsiteY29" fmla="*/ 2301236 h 3510755"/>
                <a:gd name="connsiteX30" fmla="*/ 2408441 w 2748597"/>
                <a:gd name="connsiteY30" fmla="*/ 2312123 h 3510755"/>
                <a:gd name="connsiteX31" fmla="*/ 2551602 w 2748597"/>
                <a:gd name="connsiteY31" fmla="*/ 2499003 h 3510755"/>
                <a:gd name="connsiteX32" fmla="*/ 2560131 w 2748597"/>
                <a:gd name="connsiteY32" fmla="*/ 2512162 h 3510755"/>
                <a:gd name="connsiteX33" fmla="*/ 2735010 w 2748597"/>
                <a:gd name="connsiteY33" fmla="*/ 3035084 h 3510755"/>
                <a:gd name="connsiteX34" fmla="*/ 2736403 w 2748597"/>
                <a:gd name="connsiteY34" fmla="*/ 3045286 h 3510755"/>
                <a:gd name="connsiteX35" fmla="*/ 2749734 w 2748597"/>
                <a:gd name="connsiteY35" fmla="*/ 3239024 h 3510755"/>
                <a:gd name="connsiteX36" fmla="*/ 2749892 w 2748597"/>
                <a:gd name="connsiteY36" fmla="*/ 3256340 h 3510755"/>
                <a:gd name="connsiteX37" fmla="*/ 2693314 w 2748597"/>
                <a:gd name="connsiteY37" fmla="*/ 3432934 h 3510755"/>
                <a:gd name="connsiteX38" fmla="*/ 2685856 w 2748597"/>
                <a:gd name="connsiteY38" fmla="*/ 3441721 h 3510755"/>
                <a:gd name="connsiteX39" fmla="*/ 2535409 w 2748597"/>
                <a:gd name="connsiteY39" fmla="*/ 3506872 h 3510755"/>
                <a:gd name="connsiteX40" fmla="*/ 2456970 w 2748597"/>
                <a:gd name="connsiteY40" fmla="*/ 3507751 h 3510755"/>
                <a:gd name="connsiteX41" fmla="*/ 2426023 w 2748597"/>
                <a:gd name="connsiteY41" fmla="*/ 3507978 h 3510755"/>
                <a:gd name="connsiteX42" fmla="*/ 2349300 w 2748597"/>
                <a:gd name="connsiteY42" fmla="*/ 3508375 h 3510755"/>
                <a:gd name="connsiteX43" fmla="*/ 2284577 w 2748597"/>
                <a:gd name="connsiteY43" fmla="*/ 3508688 h 3510755"/>
                <a:gd name="connsiteX44" fmla="*/ 1264450 w 2748597"/>
                <a:gd name="connsiteY44" fmla="*/ 3510668 h 3510755"/>
                <a:gd name="connsiteX45" fmla="*/ 1249876 w 2748597"/>
                <a:gd name="connsiteY45" fmla="*/ 3510668 h 3510755"/>
                <a:gd name="connsiteX46" fmla="*/ 1235303 w 2748597"/>
                <a:gd name="connsiteY46" fmla="*/ 3510667 h 3510755"/>
                <a:gd name="connsiteX47" fmla="*/ 1220730 w 2748597"/>
                <a:gd name="connsiteY47" fmla="*/ 3510667 h 3510755"/>
                <a:gd name="connsiteX48" fmla="*/ 1191498 w 2748597"/>
                <a:gd name="connsiteY48" fmla="*/ 3510666 h 3510755"/>
                <a:gd name="connsiteX49" fmla="*/ 953182 w 2748597"/>
                <a:gd name="connsiteY49" fmla="*/ 3510766 h 3510755"/>
                <a:gd name="connsiteX50" fmla="*/ 704580 w 2748597"/>
                <a:gd name="connsiteY50" fmla="*/ 3510853 h 3510755"/>
                <a:gd name="connsiteX51" fmla="*/ 566562 w 2748597"/>
                <a:gd name="connsiteY51" fmla="*/ 3510910 h 3510755"/>
                <a:gd name="connsiteX52" fmla="*/ 450405 w 2748597"/>
                <a:gd name="connsiteY52" fmla="*/ 3510929 h 3510755"/>
                <a:gd name="connsiteX53" fmla="*/ 391255 w 2748597"/>
                <a:gd name="connsiteY53" fmla="*/ 3510952 h 3510755"/>
                <a:gd name="connsiteX54" fmla="*/ 337248 w 2748597"/>
                <a:gd name="connsiteY54" fmla="*/ 3510942 h 3510755"/>
                <a:gd name="connsiteX55" fmla="*/ 317831 w 2748597"/>
                <a:gd name="connsiteY55" fmla="*/ 3510967 h 3510755"/>
                <a:gd name="connsiteX56" fmla="*/ 214533 w 2748597"/>
                <a:gd name="connsiteY56" fmla="*/ 3505953 h 3510755"/>
                <a:gd name="connsiteX57" fmla="*/ 204803 w 2748597"/>
                <a:gd name="connsiteY57" fmla="*/ 3504911 h 3510755"/>
                <a:gd name="connsiteX58" fmla="*/ 59070 w 2748597"/>
                <a:gd name="connsiteY58" fmla="*/ 3426901 h 3510755"/>
                <a:gd name="connsiteX59" fmla="*/ 12779 w 2748597"/>
                <a:gd name="connsiteY59" fmla="*/ 3076715 h 3510755"/>
                <a:gd name="connsiteX60" fmla="*/ 191944 w 2748597"/>
                <a:gd name="connsiteY60" fmla="*/ 2523788 h 3510755"/>
                <a:gd name="connsiteX61" fmla="*/ 197345 w 2748597"/>
                <a:gd name="connsiteY61" fmla="*/ 2515002 h 3510755"/>
                <a:gd name="connsiteX62" fmla="*/ 319503 w 2748597"/>
                <a:gd name="connsiteY62" fmla="*/ 2349981 h 3510755"/>
                <a:gd name="connsiteX63" fmla="*/ 342949 w 2748597"/>
                <a:gd name="connsiteY63" fmla="*/ 2323578 h 3510755"/>
                <a:gd name="connsiteX64" fmla="*/ 474965 w 2748597"/>
                <a:gd name="connsiteY64" fmla="*/ 2198419 h 3510755"/>
                <a:gd name="connsiteX65" fmla="*/ 482509 w 2748597"/>
                <a:gd name="connsiteY65" fmla="*/ 2192890 h 3510755"/>
                <a:gd name="connsiteX66" fmla="*/ 796263 w 2748597"/>
                <a:gd name="connsiteY66" fmla="*/ 2014153 h 3510755"/>
                <a:gd name="connsiteX67" fmla="*/ 806421 w 2748597"/>
                <a:gd name="connsiteY67" fmla="*/ 2009923 h 3510755"/>
                <a:gd name="connsiteX68" fmla="*/ 949582 w 2748597"/>
                <a:gd name="connsiteY68" fmla="*/ 1960631 h 3510755"/>
                <a:gd name="connsiteX69" fmla="*/ 964884 w 2748597"/>
                <a:gd name="connsiteY69" fmla="*/ 1956173 h 3510755"/>
                <a:gd name="connsiteX70" fmla="*/ 1045037 w 2748597"/>
                <a:gd name="connsiteY70" fmla="*/ 1941043 h 3510755"/>
                <a:gd name="connsiteX71" fmla="*/ 1004317 w 2748597"/>
                <a:gd name="connsiteY71" fmla="*/ 1911810 h 3510755"/>
                <a:gd name="connsiteX72" fmla="*/ 932737 w 2748597"/>
                <a:gd name="connsiteY72" fmla="*/ 1878378 h 3510755"/>
                <a:gd name="connsiteX73" fmla="*/ 919664 w 2748597"/>
                <a:gd name="connsiteY73" fmla="*/ 1871520 h 3510755"/>
                <a:gd name="connsiteX74" fmla="*/ 817651 w 2748597"/>
                <a:gd name="connsiteY74" fmla="*/ 1808083 h 3510755"/>
                <a:gd name="connsiteX75" fmla="*/ 801920 w 2748597"/>
                <a:gd name="connsiteY75" fmla="*/ 1797110 h 3510755"/>
                <a:gd name="connsiteX76" fmla="*/ 401585 w 2748597"/>
                <a:gd name="connsiteY76" fmla="*/ 1162745 h 3510755"/>
                <a:gd name="connsiteX77" fmla="*/ 560605 w 2748597"/>
                <a:gd name="connsiteY77" fmla="*/ 438369 h 3510755"/>
                <a:gd name="connsiteX78" fmla="*/ 676333 w 2748597"/>
                <a:gd name="connsiteY78" fmla="*/ 301209 h 3510755"/>
                <a:gd name="connsiteX79" fmla="*/ 686492 w 2748597"/>
                <a:gd name="connsiteY79" fmla="*/ 291008 h 3510755"/>
                <a:gd name="connsiteX80" fmla="*/ 821937 w 2748597"/>
                <a:gd name="connsiteY80" fmla="*/ 176994 h 3510755"/>
                <a:gd name="connsiteX81" fmla="*/ 831110 w 2748597"/>
                <a:gd name="connsiteY81" fmla="*/ 170736 h 3510755"/>
                <a:gd name="connsiteX82" fmla="*/ 1057852 w 2748597"/>
                <a:gd name="connsiteY82" fmla="*/ 57150 h 3510755"/>
                <a:gd name="connsiteX83" fmla="*/ 1067668 w 2748597"/>
                <a:gd name="connsiteY83" fmla="*/ 53742 h 3510755"/>
                <a:gd name="connsiteX84" fmla="*/ 1603449 w 2748597"/>
                <a:gd name="connsiteY84" fmla="*/ 27125 h 35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748597" h="3510755">
                  <a:moveTo>
                    <a:pt x="1601617" y="25005"/>
                  </a:moveTo>
                  <a:cubicBezTo>
                    <a:pt x="1605222" y="25931"/>
                    <a:pt x="1608818" y="26857"/>
                    <a:pt x="1612547" y="27813"/>
                  </a:cubicBezTo>
                  <a:cubicBezTo>
                    <a:pt x="1785711" y="73247"/>
                    <a:pt x="1934873" y="155114"/>
                    <a:pt x="2062603" y="277701"/>
                  </a:cubicBezTo>
                  <a:cubicBezTo>
                    <a:pt x="2064849" y="279801"/>
                    <a:pt x="2067104" y="281897"/>
                    <a:pt x="2069418" y="284045"/>
                  </a:cubicBezTo>
                  <a:cubicBezTo>
                    <a:pt x="2109109" y="321378"/>
                    <a:pt x="2141856" y="362483"/>
                    <a:pt x="2174003" y="406203"/>
                  </a:cubicBezTo>
                  <a:cubicBezTo>
                    <a:pt x="2178375" y="412075"/>
                    <a:pt x="2178375" y="412075"/>
                    <a:pt x="2182789" y="418119"/>
                  </a:cubicBezTo>
                  <a:cubicBezTo>
                    <a:pt x="2308377" y="591712"/>
                    <a:pt x="2363669" y="796166"/>
                    <a:pt x="2364098" y="1009621"/>
                  </a:cubicBezTo>
                  <a:cubicBezTo>
                    <a:pt x="2364114" y="1013877"/>
                    <a:pt x="2364130" y="1018151"/>
                    <a:pt x="2364147" y="1022523"/>
                  </a:cubicBezTo>
                  <a:cubicBezTo>
                    <a:pt x="2364292" y="1098389"/>
                    <a:pt x="2357417" y="1169112"/>
                    <a:pt x="2338644" y="1242407"/>
                  </a:cubicBezTo>
                  <a:cubicBezTo>
                    <a:pt x="2337525" y="1246865"/>
                    <a:pt x="2337525" y="1246865"/>
                    <a:pt x="2336380" y="1251366"/>
                  </a:cubicBezTo>
                  <a:cubicBezTo>
                    <a:pt x="2323522" y="1301943"/>
                    <a:pt x="2307705" y="1350378"/>
                    <a:pt x="2285803" y="1397955"/>
                  </a:cubicBezTo>
                  <a:cubicBezTo>
                    <a:pt x="2284388" y="1400999"/>
                    <a:pt x="2282974" y="1404042"/>
                    <a:pt x="2281516" y="1407171"/>
                  </a:cubicBezTo>
                  <a:cubicBezTo>
                    <a:pt x="2272044" y="1427230"/>
                    <a:pt x="2262014" y="1446947"/>
                    <a:pt x="2251513" y="1466321"/>
                  </a:cubicBezTo>
                  <a:cubicBezTo>
                    <a:pt x="2249460" y="1470179"/>
                    <a:pt x="2249460" y="1470179"/>
                    <a:pt x="2247364" y="1474122"/>
                  </a:cubicBezTo>
                  <a:cubicBezTo>
                    <a:pt x="2226018" y="1513813"/>
                    <a:pt x="2201501" y="1550417"/>
                    <a:pt x="2174497" y="1586422"/>
                  </a:cubicBezTo>
                  <a:cubicBezTo>
                    <a:pt x="2172693" y="1588848"/>
                    <a:pt x="2170893" y="1591265"/>
                    <a:pt x="2169054" y="1593794"/>
                  </a:cubicBezTo>
                  <a:cubicBezTo>
                    <a:pt x="2145308" y="1625684"/>
                    <a:pt x="2120619" y="1656373"/>
                    <a:pt x="2093187" y="1685091"/>
                  </a:cubicBezTo>
                  <a:cubicBezTo>
                    <a:pt x="2091275" y="1687119"/>
                    <a:pt x="2089368" y="1689146"/>
                    <a:pt x="2087401" y="1691221"/>
                  </a:cubicBezTo>
                  <a:cubicBezTo>
                    <a:pt x="2058383" y="1721824"/>
                    <a:pt x="2027822" y="1749085"/>
                    <a:pt x="1993532" y="1773945"/>
                  </a:cubicBezTo>
                  <a:cubicBezTo>
                    <a:pt x="1988260" y="1777786"/>
                    <a:pt x="1982988" y="1781660"/>
                    <a:pt x="1977716" y="1785561"/>
                  </a:cubicBezTo>
                  <a:cubicBezTo>
                    <a:pt x="1896277" y="1845997"/>
                    <a:pt x="1809266" y="1890574"/>
                    <a:pt x="1715826" y="1929579"/>
                  </a:cubicBezTo>
                  <a:lnTo>
                    <a:pt x="1715826" y="1938152"/>
                  </a:lnTo>
                  <a:cubicBezTo>
                    <a:pt x="1718993" y="1938949"/>
                    <a:pt x="1722169" y="1939746"/>
                    <a:pt x="1725427" y="1940565"/>
                  </a:cubicBezTo>
                  <a:cubicBezTo>
                    <a:pt x="1842870" y="1970226"/>
                    <a:pt x="1842870" y="1970226"/>
                    <a:pt x="1896020" y="1989428"/>
                  </a:cubicBezTo>
                  <a:cubicBezTo>
                    <a:pt x="1899110" y="1990512"/>
                    <a:pt x="1902192" y="1991592"/>
                    <a:pt x="1905406" y="1992711"/>
                  </a:cubicBezTo>
                  <a:cubicBezTo>
                    <a:pt x="2001847" y="2026530"/>
                    <a:pt x="2097431" y="2071150"/>
                    <a:pt x="2183156" y="2126442"/>
                  </a:cubicBezTo>
                  <a:cubicBezTo>
                    <a:pt x="2185972" y="2128255"/>
                    <a:pt x="2188771" y="2130068"/>
                    <a:pt x="2191685" y="2131929"/>
                  </a:cubicBezTo>
                  <a:cubicBezTo>
                    <a:pt x="2237119" y="2161418"/>
                    <a:pt x="2279125" y="2194508"/>
                    <a:pt x="2320273" y="2229227"/>
                  </a:cubicBezTo>
                  <a:cubicBezTo>
                    <a:pt x="2322952" y="2231494"/>
                    <a:pt x="2325631" y="2233770"/>
                    <a:pt x="2328374" y="2236085"/>
                  </a:cubicBezTo>
                  <a:cubicBezTo>
                    <a:pt x="2352420" y="2256744"/>
                    <a:pt x="2375094" y="2278861"/>
                    <a:pt x="2397382" y="2301236"/>
                  </a:cubicBezTo>
                  <a:cubicBezTo>
                    <a:pt x="2401030" y="2304832"/>
                    <a:pt x="2404669" y="2308436"/>
                    <a:pt x="2408441" y="2312123"/>
                  </a:cubicBezTo>
                  <a:cubicBezTo>
                    <a:pt x="2464162" y="2367844"/>
                    <a:pt x="2508739" y="2432995"/>
                    <a:pt x="2551602" y="2499003"/>
                  </a:cubicBezTo>
                  <a:cubicBezTo>
                    <a:pt x="2554418" y="2503332"/>
                    <a:pt x="2557217" y="2507704"/>
                    <a:pt x="2560131" y="2512162"/>
                  </a:cubicBezTo>
                  <a:cubicBezTo>
                    <a:pt x="2660429" y="2670753"/>
                    <a:pt x="2709721" y="2850776"/>
                    <a:pt x="2735010" y="3035084"/>
                  </a:cubicBezTo>
                  <a:cubicBezTo>
                    <a:pt x="2735469" y="3038449"/>
                    <a:pt x="2735927" y="3041814"/>
                    <a:pt x="2736403" y="3045286"/>
                  </a:cubicBezTo>
                  <a:cubicBezTo>
                    <a:pt x="2745147" y="3110008"/>
                    <a:pt x="2749734" y="3173873"/>
                    <a:pt x="2749734" y="3239024"/>
                  </a:cubicBezTo>
                  <a:cubicBezTo>
                    <a:pt x="2749786" y="3244810"/>
                    <a:pt x="2749839" y="3250554"/>
                    <a:pt x="2749892" y="3256340"/>
                  </a:cubicBezTo>
                  <a:cubicBezTo>
                    <a:pt x="2749990" y="3322349"/>
                    <a:pt x="2737891" y="3382356"/>
                    <a:pt x="2693314" y="3432934"/>
                  </a:cubicBezTo>
                  <a:cubicBezTo>
                    <a:pt x="2690854" y="3435840"/>
                    <a:pt x="2688385" y="3438763"/>
                    <a:pt x="2685856" y="3441721"/>
                  </a:cubicBezTo>
                  <a:cubicBezTo>
                    <a:pt x="2647237" y="3484069"/>
                    <a:pt x="2591987" y="3504300"/>
                    <a:pt x="2535409" y="3506872"/>
                  </a:cubicBezTo>
                  <a:cubicBezTo>
                    <a:pt x="2509220" y="3507648"/>
                    <a:pt x="2483116" y="3507682"/>
                    <a:pt x="2456970" y="3507751"/>
                  </a:cubicBezTo>
                  <a:cubicBezTo>
                    <a:pt x="2446640" y="3507821"/>
                    <a:pt x="2436310" y="3507897"/>
                    <a:pt x="2426023" y="3507978"/>
                  </a:cubicBezTo>
                  <a:cubicBezTo>
                    <a:pt x="2400392" y="3508161"/>
                    <a:pt x="2374588" y="3508282"/>
                    <a:pt x="2349300" y="3508375"/>
                  </a:cubicBezTo>
                  <a:cubicBezTo>
                    <a:pt x="2327740" y="3508454"/>
                    <a:pt x="2306008" y="3508562"/>
                    <a:pt x="2284577" y="3508688"/>
                  </a:cubicBezTo>
                  <a:cubicBezTo>
                    <a:pt x="1944249" y="3510651"/>
                    <a:pt x="1603063" y="3510672"/>
                    <a:pt x="1264450" y="3510668"/>
                  </a:cubicBezTo>
                  <a:cubicBezTo>
                    <a:pt x="1259649" y="3510668"/>
                    <a:pt x="1254848" y="3510668"/>
                    <a:pt x="1249876" y="3510668"/>
                  </a:cubicBezTo>
                  <a:cubicBezTo>
                    <a:pt x="1245076" y="3510667"/>
                    <a:pt x="1240275" y="3510667"/>
                    <a:pt x="1235303" y="3510667"/>
                  </a:cubicBezTo>
                  <a:cubicBezTo>
                    <a:pt x="1230503" y="3510667"/>
                    <a:pt x="1225659" y="3510667"/>
                    <a:pt x="1220730" y="3510667"/>
                  </a:cubicBezTo>
                  <a:cubicBezTo>
                    <a:pt x="1211000" y="3510667"/>
                    <a:pt x="1201270" y="3510667"/>
                    <a:pt x="1191498" y="3510666"/>
                  </a:cubicBezTo>
                  <a:cubicBezTo>
                    <a:pt x="1112202" y="3510664"/>
                    <a:pt x="1032478" y="3510706"/>
                    <a:pt x="953182" y="3510766"/>
                  </a:cubicBezTo>
                  <a:cubicBezTo>
                    <a:pt x="870457" y="3510828"/>
                    <a:pt x="787304" y="3510857"/>
                    <a:pt x="704580" y="3510853"/>
                  </a:cubicBezTo>
                  <a:cubicBezTo>
                    <a:pt x="658717" y="3510852"/>
                    <a:pt x="612425" y="3510863"/>
                    <a:pt x="566562" y="3510910"/>
                  </a:cubicBezTo>
                  <a:cubicBezTo>
                    <a:pt x="527772" y="3510949"/>
                    <a:pt x="488981" y="3510959"/>
                    <a:pt x="450405" y="3510929"/>
                  </a:cubicBezTo>
                  <a:cubicBezTo>
                    <a:pt x="430731" y="3510915"/>
                    <a:pt x="411057" y="3510915"/>
                    <a:pt x="391255" y="3510952"/>
                  </a:cubicBezTo>
                  <a:cubicBezTo>
                    <a:pt x="373210" y="3510986"/>
                    <a:pt x="355165" y="3510979"/>
                    <a:pt x="337248" y="3510942"/>
                  </a:cubicBezTo>
                  <a:cubicBezTo>
                    <a:pt x="330776" y="3510936"/>
                    <a:pt x="324304" y="3510943"/>
                    <a:pt x="317831" y="3510967"/>
                  </a:cubicBezTo>
                  <a:cubicBezTo>
                    <a:pt x="283198" y="3511088"/>
                    <a:pt x="249251" y="3509694"/>
                    <a:pt x="214533" y="3505953"/>
                  </a:cubicBezTo>
                  <a:cubicBezTo>
                    <a:pt x="211322" y="3505609"/>
                    <a:pt x="208103" y="3505267"/>
                    <a:pt x="204803" y="3504911"/>
                  </a:cubicBezTo>
                  <a:cubicBezTo>
                    <a:pt x="148224" y="3498225"/>
                    <a:pt x="98075" y="3467878"/>
                    <a:pt x="59070" y="3426901"/>
                  </a:cubicBezTo>
                  <a:cubicBezTo>
                    <a:pt x="-16796" y="3330032"/>
                    <a:pt x="-937" y="3191158"/>
                    <a:pt x="12779" y="3076715"/>
                  </a:cubicBezTo>
                  <a:cubicBezTo>
                    <a:pt x="36782" y="2882119"/>
                    <a:pt x="88217" y="2692238"/>
                    <a:pt x="191944" y="2523788"/>
                  </a:cubicBezTo>
                  <a:cubicBezTo>
                    <a:pt x="193727" y="2520882"/>
                    <a:pt x="195506" y="2517959"/>
                    <a:pt x="197345" y="2515002"/>
                  </a:cubicBezTo>
                  <a:cubicBezTo>
                    <a:pt x="233435" y="2456709"/>
                    <a:pt x="272783" y="2400130"/>
                    <a:pt x="319503" y="2349981"/>
                  </a:cubicBezTo>
                  <a:cubicBezTo>
                    <a:pt x="327518" y="2341323"/>
                    <a:pt x="335233" y="2332536"/>
                    <a:pt x="342949" y="2323578"/>
                  </a:cubicBezTo>
                  <a:cubicBezTo>
                    <a:pt x="382554" y="2278143"/>
                    <a:pt x="425673" y="2233567"/>
                    <a:pt x="474965" y="2198419"/>
                  </a:cubicBezTo>
                  <a:cubicBezTo>
                    <a:pt x="477455" y="2196597"/>
                    <a:pt x="479937" y="2194776"/>
                    <a:pt x="482509" y="2192890"/>
                  </a:cubicBezTo>
                  <a:cubicBezTo>
                    <a:pt x="580664" y="2121310"/>
                    <a:pt x="683963" y="2060445"/>
                    <a:pt x="796263" y="2014153"/>
                  </a:cubicBezTo>
                  <a:cubicBezTo>
                    <a:pt x="799614" y="2012756"/>
                    <a:pt x="802949" y="2011363"/>
                    <a:pt x="806421" y="2009923"/>
                  </a:cubicBezTo>
                  <a:cubicBezTo>
                    <a:pt x="853141" y="1990635"/>
                    <a:pt x="900718" y="1974904"/>
                    <a:pt x="949582" y="1960631"/>
                  </a:cubicBezTo>
                  <a:cubicBezTo>
                    <a:pt x="954639" y="1959165"/>
                    <a:pt x="959697" y="1957699"/>
                    <a:pt x="964884" y="1956173"/>
                  </a:cubicBezTo>
                  <a:cubicBezTo>
                    <a:pt x="991673" y="1948629"/>
                    <a:pt x="1017176" y="1943143"/>
                    <a:pt x="1045037" y="1941043"/>
                  </a:cubicBezTo>
                  <a:cubicBezTo>
                    <a:pt x="1032606" y="1926127"/>
                    <a:pt x="1022619" y="1918497"/>
                    <a:pt x="1004317" y="1911810"/>
                  </a:cubicBezTo>
                  <a:cubicBezTo>
                    <a:pt x="979585" y="1902252"/>
                    <a:pt x="956311" y="1890636"/>
                    <a:pt x="932737" y="1878378"/>
                  </a:cubicBezTo>
                  <a:cubicBezTo>
                    <a:pt x="928408" y="1876119"/>
                    <a:pt x="924121" y="1873877"/>
                    <a:pt x="919664" y="1871520"/>
                  </a:cubicBezTo>
                  <a:cubicBezTo>
                    <a:pt x="884002" y="1852574"/>
                    <a:pt x="850655" y="1831572"/>
                    <a:pt x="817651" y="1808083"/>
                  </a:cubicBezTo>
                  <a:cubicBezTo>
                    <a:pt x="812422" y="1804419"/>
                    <a:pt x="807150" y="1800754"/>
                    <a:pt x="801920" y="1797110"/>
                  </a:cubicBezTo>
                  <a:cubicBezTo>
                    <a:pt x="586751" y="1646234"/>
                    <a:pt x="448305" y="1420778"/>
                    <a:pt x="401585" y="1162745"/>
                  </a:cubicBezTo>
                  <a:cubicBezTo>
                    <a:pt x="360094" y="912428"/>
                    <a:pt x="413500" y="644109"/>
                    <a:pt x="560605" y="438369"/>
                  </a:cubicBezTo>
                  <a:cubicBezTo>
                    <a:pt x="595837" y="389506"/>
                    <a:pt x="633042" y="343214"/>
                    <a:pt x="676333" y="301209"/>
                  </a:cubicBezTo>
                  <a:cubicBezTo>
                    <a:pt x="679681" y="297849"/>
                    <a:pt x="683020" y="294480"/>
                    <a:pt x="686492" y="291008"/>
                  </a:cubicBezTo>
                  <a:cubicBezTo>
                    <a:pt x="728840" y="248788"/>
                    <a:pt x="772645" y="210426"/>
                    <a:pt x="821937" y="176994"/>
                  </a:cubicBezTo>
                  <a:cubicBezTo>
                    <a:pt x="824968" y="174923"/>
                    <a:pt x="827981" y="172853"/>
                    <a:pt x="831110" y="170736"/>
                  </a:cubicBezTo>
                  <a:cubicBezTo>
                    <a:pt x="900976" y="123587"/>
                    <a:pt x="977699" y="83725"/>
                    <a:pt x="1057852" y="57150"/>
                  </a:cubicBezTo>
                  <a:cubicBezTo>
                    <a:pt x="1061089" y="56027"/>
                    <a:pt x="1064325" y="54900"/>
                    <a:pt x="1067668" y="53742"/>
                  </a:cubicBezTo>
                  <a:cubicBezTo>
                    <a:pt x="1236546" y="-4122"/>
                    <a:pt x="1428142" y="-18267"/>
                    <a:pt x="1603449" y="27125"/>
                  </a:cubicBezTo>
                  <a:close/>
                </a:path>
              </a:pathLst>
            </a:custGeom>
            <a:grpFill/>
            <a:ln w="4286" cap="flat">
              <a:noFill/>
              <a:prstDash val="solid"/>
              <a:miter/>
            </a:ln>
          </p:spPr>
          <p:txBody>
            <a:bodyPr rtlCol="0" anchor="ctr"/>
            <a:lstStyle/>
            <a:p>
              <a:endParaRPr lang="fr-FR"/>
            </a:p>
          </p:txBody>
        </p:sp>
        <p:sp>
          <p:nvSpPr>
            <p:cNvPr id="18" name="Freeform: Shape 17">
              <a:hlinkClick r:id="rId9" action="ppaction://hlinksldjump"/>
              <a:extLst>
                <a:ext uri="{FF2B5EF4-FFF2-40B4-BE49-F238E27FC236}">
                  <a16:creationId xmlns:a16="http://schemas.microsoft.com/office/drawing/2014/main" id="{801A147B-4FAC-8DD8-BDC5-F05F9176F2C7}"/>
                </a:ext>
              </a:extLst>
            </p:cNvPr>
            <p:cNvSpPr/>
            <p:nvPr/>
          </p:nvSpPr>
          <p:spPr>
            <a:xfrm>
              <a:off x="2812200" y="2294768"/>
              <a:ext cx="2748998" cy="3508274"/>
            </a:xfrm>
            <a:custGeom>
              <a:avLst/>
              <a:gdLst>
                <a:gd name="connsiteX0" fmla="*/ 1955552 w 2748998"/>
                <a:gd name="connsiteY0" fmla="*/ 191837 h 3508274"/>
                <a:gd name="connsiteX1" fmla="*/ 1963568 w 2748998"/>
                <a:gd name="connsiteY1" fmla="*/ 197837 h 3508274"/>
                <a:gd name="connsiteX2" fmla="*/ 2152591 w 2748998"/>
                <a:gd name="connsiteY2" fmla="*/ 380432 h 3508274"/>
                <a:gd name="connsiteX3" fmla="*/ 2158892 w 2748998"/>
                <a:gd name="connsiteY3" fmla="*/ 388661 h 3508274"/>
                <a:gd name="connsiteX4" fmla="*/ 2255333 w 2748998"/>
                <a:gd name="connsiteY4" fmla="*/ 539109 h 3508274"/>
                <a:gd name="connsiteX5" fmla="*/ 2260476 w 2748998"/>
                <a:gd name="connsiteY5" fmla="*/ 548753 h 3508274"/>
                <a:gd name="connsiteX6" fmla="*/ 2353917 w 2748998"/>
                <a:gd name="connsiteY6" fmla="*/ 838932 h 3508274"/>
                <a:gd name="connsiteX7" fmla="*/ 2356325 w 2748998"/>
                <a:gd name="connsiteY7" fmla="*/ 853891 h 3508274"/>
                <a:gd name="connsiteX8" fmla="*/ 2363612 w 2748998"/>
                <a:gd name="connsiteY8" fmla="*/ 989336 h 3508274"/>
                <a:gd name="connsiteX9" fmla="*/ 2363666 w 2748998"/>
                <a:gd name="connsiteY9" fmla="*/ 1026070 h 3508274"/>
                <a:gd name="connsiteX10" fmla="*/ 2342407 w 2748998"/>
                <a:gd name="connsiteY10" fmla="*/ 1223666 h 3508274"/>
                <a:gd name="connsiteX11" fmla="*/ 2338986 w 2748998"/>
                <a:gd name="connsiteY11" fmla="*/ 1238068 h 3508274"/>
                <a:gd name="connsiteX12" fmla="*/ 2152534 w 2748998"/>
                <a:gd name="connsiteY12" fmla="*/ 1614829 h 3508274"/>
                <a:gd name="connsiteX13" fmla="*/ 2136761 w 2748998"/>
                <a:gd name="connsiteY13" fmla="*/ 1634160 h 3508274"/>
                <a:gd name="connsiteX14" fmla="*/ 1985456 w 2748998"/>
                <a:gd name="connsiteY14" fmla="*/ 1782036 h 3508274"/>
                <a:gd name="connsiteX15" fmla="*/ 1974183 w 2748998"/>
                <a:gd name="connsiteY15" fmla="*/ 1791079 h 3508274"/>
                <a:gd name="connsiteX16" fmla="*/ 1724295 w 2748998"/>
                <a:gd name="connsiteY16" fmla="*/ 1927811 h 3508274"/>
                <a:gd name="connsiteX17" fmla="*/ 1711222 w 2748998"/>
                <a:gd name="connsiteY17" fmla="*/ 1940541 h 3508274"/>
                <a:gd name="connsiteX18" fmla="*/ 1723952 w 2748998"/>
                <a:gd name="connsiteY18" fmla="*/ 1943687 h 3508274"/>
                <a:gd name="connsiteX19" fmla="*/ 1770244 w 2748998"/>
                <a:gd name="connsiteY19" fmla="*/ 1955303 h 3508274"/>
                <a:gd name="connsiteX20" fmla="*/ 1795490 w 2748998"/>
                <a:gd name="connsiteY20" fmla="*/ 1961561 h 3508274"/>
                <a:gd name="connsiteX21" fmla="*/ 2352702 w 2748998"/>
                <a:gd name="connsiteY21" fmla="*/ 2260313 h 3508274"/>
                <a:gd name="connsiteX22" fmla="*/ 2378548 w 2748998"/>
                <a:gd name="connsiteY22" fmla="*/ 2282430 h 3508274"/>
                <a:gd name="connsiteX23" fmla="*/ 2416053 w 2748998"/>
                <a:gd name="connsiteY23" fmla="*/ 2321563 h 3508274"/>
                <a:gd name="connsiteX24" fmla="*/ 2430969 w 2748998"/>
                <a:gd name="connsiteY24" fmla="*/ 2338279 h 3508274"/>
                <a:gd name="connsiteX25" fmla="*/ 2667999 w 2748998"/>
                <a:gd name="connsiteY25" fmla="*/ 2746330 h 3508274"/>
                <a:gd name="connsiteX26" fmla="*/ 2672264 w 2748998"/>
                <a:gd name="connsiteY26" fmla="*/ 2757860 h 3508274"/>
                <a:gd name="connsiteX27" fmla="*/ 2748559 w 2748998"/>
                <a:gd name="connsiteY27" fmla="*/ 3203630 h 3508274"/>
                <a:gd name="connsiteX28" fmla="*/ 2748841 w 2748998"/>
                <a:gd name="connsiteY28" fmla="*/ 3212717 h 3508274"/>
                <a:gd name="connsiteX29" fmla="*/ 2696978 w 2748998"/>
                <a:gd name="connsiteY29" fmla="*/ 3433031 h 3508274"/>
                <a:gd name="connsiteX30" fmla="*/ 2533243 w 2748998"/>
                <a:gd name="connsiteY30" fmla="*/ 3507611 h 3508274"/>
                <a:gd name="connsiteX31" fmla="*/ 2501996 w 2748998"/>
                <a:gd name="connsiteY31" fmla="*/ 3507776 h 3508274"/>
                <a:gd name="connsiteX32" fmla="*/ 2489995 w 2748998"/>
                <a:gd name="connsiteY32" fmla="*/ 3507803 h 3508274"/>
                <a:gd name="connsiteX33" fmla="*/ 2450347 w 2748998"/>
                <a:gd name="connsiteY33" fmla="*/ 3507815 h 3508274"/>
                <a:gd name="connsiteX34" fmla="*/ 2421586 w 2748998"/>
                <a:gd name="connsiteY34" fmla="*/ 3507853 h 3508274"/>
                <a:gd name="connsiteX35" fmla="*/ 2342719 w 2748998"/>
                <a:gd name="connsiteY35" fmla="*/ 3507899 h 3508274"/>
                <a:gd name="connsiteX36" fmla="*/ 2266424 w 2748998"/>
                <a:gd name="connsiteY36" fmla="*/ 3507959 h 3508274"/>
                <a:gd name="connsiteX37" fmla="*/ 2061541 w 2748998"/>
                <a:gd name="connsiteY37" fmla="*/ 3508074 h 3508274"/>
                <a:gd name="connsiteX38" fmla="*/ 1964672 w 2748998"/>
                <a:gd name="connsiteY38" fmla="*/ 3508115 h 3508274"/>
                <a:gd name="connsiteX39" fmla="*/ 1632916 w 2748998"/>
                <a:gd name="connsiteY39" fmla="*/ 3508231 h 3508274"/>
                <a:gd name="connsiteX40" fmla="*/ 1612085 w 2748998"/>
                <a:gd name="connsiteY40" fmla="*/ 3508234 h 3508274"/>
                <a:gd name="connsiteX41" fmla="*/ 1591211 w 2748998"/>
                <a:gd name="connsiteY41" fmla="*/ 3508237 h 3508274"/>
                <a:gd name="connsiteX42" fmla="*/ 1549377 w 2748998"/>
                <a:gd name="connsiteY42" fmla="*/ 3508242 h 3508274"/>
                <a:gd name="connsiteX43" fmla="*/ 1538876 w 2748998"/>
                <a:gd name="connsiteY43" fmla="*/ 3508244 h 3508274"/>
                <a:gd name="connsiteX44" fmla="*/ 1202405 w 2748998"/>
                <a:gd name="connsiteY44" fmla="*/ 3508428 h 3508274"/>
                <a:gd name="connsiteX45" fmla="*/ 846646 w 2748998"/>
                <a:gd name="connsiteY45" fmla="*/ 3508597 h 3508274"/>
                <a:gd name="connsiteX46" fmla="*/ 807556 w 2748998"/>
                <a:gd name="connsiteY46" fmla="*/ 3508600 h 3508274"/>
                <a:gd name="connsiteX47" fmla="*/ 797826 w 2748998"/>
                <a:gd name="connsiteY47" fmla="*/ 3508601 h 3508274"/>
                <a:gd name="connsiteX48" fmla="*/ 643092 w 2748998"/>
                <a:gd name="connsiteY48" fmla="*/ 3508715 h 3508274"/>
                <a:gd name="connsiteX49" fmla="*/ 487501 w 2748998"/>
                <a:gd name="connsiteY49" fmla="*/ 3508756 h 3508274"/>
                <a:gd name="connsiteX50" fmla="*/ 403491 w 2748998"/>
                <a:gd name="connsiteY50" fmla="*/ 3508804 h 3508274"/>
                <a:gd name="connsiteX51" fmla="*/ 326338 w 2748998"/>
                <a:gd name="connsiteY51" fmla="*/ 3508801 h 3508274"/>
                <a:gd name="connsiteX52" fmla="*/ 298478 w 2748998"/>
                <a:gd name="connsiteY52" fmla="*/ 3508843 h 3508274"/>
                <a:gd name="connsiteX53" fmla="*/ 66163 w 2748998"/>
                <a:gd name="connsiteY53" fmla="*/ 3438549 h 3508274"/>
                <a:gd name="connsiteX54" fmla="*/ 1869 w 2748998"/>
                <a:gd name="connsiteY54" fmla="*/ 3168515 h 3508274"/>
                <a:gd name="connsiteX55" fmla="*/ 12756 w 2748998"/>
                <a:gd name="connsiteY55" fmla="*/ 3067788 h 3508274"/>
                <a:gd name="connsiteX56" fmla="*/ 18500 w 2748998"/>
                <a:gd name="connsiteY56" fmla="*/ 3022354 h 3508274"/>
                <a:gd name="connsiteX57" fmla="*/ 57591 w 2748998"/>
                <a:gd name="connsiteY57" fmla="*/ 2834188 h 3508274"/>
                <a:gd name="connsiteX58" fmla="*/ 60424 w 2748998"/>
                <a:gd name="connsiteY58" fmla="*/ 2824415 h 3508274"/>
                <a:gd name="connsiteX59" fmla="*/ 237446 w 2748998"/>
                <a:gd name="connsiteY59" fmla="*/ 2452797 h 3508274"/>
                <a:gd name="connsiteX60" fmla="*/ 244904 w 2748998"/>
                <a:gd name="connsiteY60" fmla="*/ 2442210 h 3508274"/>
                <a:gd name="connsiteX61" fmla="*/ 327629 w 2748998"/>
                <a:gd name="connsiteY61" fmla="*/ 2337197 h 3508274"/>
                <a:gd name="connsiteX62" fmla="*/ 334487 w 2748998"/>
                <a:gd name="connsiteY62" fmla="*/ 2328967 h 3508274"/>
                <a:gd name="connsiteX63" fmla="*/ 369977 w 2748998"/>
                <a:gd name="connsiteY63" fmla="*/ 2292448 h 3508274"/>
                <a:gd name="connsiteX64" fmla="*/ 404010 w 2748998"/>
                <a:gd name="connsiteY64" fmla="*/ 2260559 h 3508274"/>
                <a:gd name="connsiteX65" fmla="*/ 469161 w 2748998"/>
                <a:gd name="connsiteY65" fmla="*/ 2204409 h 3508274"/>
                <a:gd name="connsiteX66" fmla="*/ 482019 w 2748998"/>
                <a:gd name="connsiteY66" fmla="*/ 2194079 h 3508274"/>
                <a:gd name="connsiteX67" fmla="*/ 589176 w 2748998"/>
                <a:gd name="connsiteY67" fmla="*/ 2119927 h 3508274"/>
                <a:gd name="connsiteX68" fmla="*/ 612664 w 2748998"/>
                <a:gd name="connsiteY68" fmla="*/ 2104796 h 3508274"/>
                <a:gd name="connsiteX69" fmla="*/ 872411 w 2748998"/>
                <a:gd name="connsiteY69" fmla="*/ 1985638 h 3508274"/>
                <a:gd name="connsiteX70" fmla="*/ 882355 w 2748998"/>
                <a:gd name="connsiteY70" fmla="*/ 1982012 h 3508274"/>
                <a:gd name="connsiteX71" fmla="*/ 1048233 w 2748998"/>
                <a:gd name="connsiteY71" fmla="*/ 1942793 h 3508274"/>
                <a:gd name="connsiteX72" fmla="*/ 1039660 w 2748998"/>
                <a:gd name="connsiteY72" fmla="*/ 1925648 h 3508274"/>
                <a:gd name="connsiteX73" fmla="*/ 1010471 w 2748998"/>
                <a:gd name="connsiteY73" fmla="*/ 1914675 h 3508274"/>
                <a:gd name="connsiteX74" fmla="*/ 686431 w 2748998"/>
                <a:gd name="connsiteY74" fmla="*/ 1705078 h 3508274"/>
                <a:gd name="connsiteX75" fmla="*/ 672500 w 2748998"/>
                <a:gd name="connsiteY75" fmla="*/ 1691876 h 3508274"/>
                <a:gd name="connsiteX76" fmla="*/ 567916 w 2748998"/>
                <a:gd name="connsiteY76" fmla="*/ 1569718 h 3508274"/>
                <a:gd name="connsiteX77" fmla="*/ 561915 w 2748998"/>
                <a:gd name="connsiteY77" fmla="*/ 1561360 h 3508274"/>
                <a:gd name="connsiteX78" fmla="*/ 386607 w 2748998"/>
                <a:gd name="connsiteY78" fmla="*/ 982716 h 3508274"/>
                <a:gd name="connsiteX79" fmla="*/ 386535 w 2748998"/>
                <a:gd name="connsiteY79" fmla="*/ 972600 h 3508274"/>
                <a:gd name="connsiteX80" fmla="*/ 405352 w 2748998"/>
                <a:gd name="connsiteY80" fmla="*/ 788292 h 3508274"/>
                <a:gd name="connsiteX81" fmla="*/ 408104 w 2748998"/>
                <a:gd name="connsiteY81" fmla="*/ 777105 h 3508274"/>
                <a:gd name="connsiteX82" fmla="*/ 490400 w 2748998"/>
                <a:gd name="connsiteY82" fmla="*/ 552934 h 3508274"/>
                <a:gd name="connsiteX83" fmla="*/ 495029 w 2748998"/>
                <a:gd name="connsiteY83" fmla="*/ 543332 h 3508274"/>
                <a:gd name="connsiteX84" fmla="*/ 580325 w 2748998"/>
                <a:gd name="connsiteY84" fmla="*/ 407030 h 3508274"/>
                <a:gd name="connsiteX85" fmla="*/ 588898 w 2748998"/>
                <a:gd name="connsiteY85" fmla="*/ 395414 h 3508274"/>
                <a:gd name="connsiteX86" fmla="*/ 648905 w 2748998"/>
                <a:gd name="connsiteY86" fmla="*/ 325548 h 3508274"/>
                <a:gd name="connsiteX87" fmla="*/ 678309 w 2748998"/>
                <a:gd name="connsiteY87" fmla="*/ 292630 h 3508274"/>
                <a:gd name="connsiteX88" fmla="*/ 1043069 w 2748998"/>
                <a:gd name="connsiteY88" fmla="*/ 59886 h 3508274"/>
                <a:gd name="connsiteX89" fmla="*/ 1057599 w 2748998"/>
                <a:gd name="connsiteY89" fmla="*/ 54443 h 3508274"/>
                <a:gd name="connsiteX90" fmla="*/ 1957712 w 2748998"/>
                <a:gd name="connsiteY90" fmla="*/ 188602 h 35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48998" h="3508274">
                  <a:moveTo>
                    <a:pt x="1955552" y="191837"/>
                  </a:moveTo>
                  <a:cubicBezTo>
                    <a:pt x="1958197" y="193821"/>
                    <a:pt x="1960824" y="195806"/>
                    <a:pt x="1963568" y="197837"/>
                  </a:cubicBezTo>
                  <a:cubicBezTo>
                    <a:pt x="2033434" y="250558"/>
                    <a:pt x="2099442" y="310566"/>
                    <a:pt x="2152591" y="380432"/>
                  </a:cubicBezTo>
                  <a:cubicBezTo>
                    <a:pt x="2155707" y="384517"/>
                    <a:pt x="2155707" y="384517"/>
                    <a:pt x="2158892" y="388661"/>
                  </a:cubicBezTo>
                  <a:cubicBezTo>
                    <a:pt x="2195154" y="436667"/>
                    <a:pt x="2227044" y="485959"/>
                    <a:pt x="2255333" y="539109"/>
                  </a:cubicBezTo>
                  <a:cubicBezTo>
                    <a:pt x="2257883" y="543866"/>
                    <a:pt x="2257883" y="543866"/>
                    <a:pt x="2260476" y="548753"/>
                  </a:cubicBezTo>
                  <a:cubicBezTo>
                    <a:pt x="2308054" y="639193"/>
                    <a:pt x="2337629" y="738634"/>
                    <a:pt x="2353917" y="838932"/>
                  </a:cubicBezTo>
                  <a:cubicBezTo>
                    <a:pt x="2354709" y="843861"/>
                    <a:pt x="2355507" y="848833"/>
                    <a:pt x="2356325" y="853891"/>
                  </a:cubicBezTo>
                  <a:cubicBezTo>
                    <a:pt x="2362798" y="898897"/>
                    <a:pt x="2363826" y="943474"/>
                    <a:pt x="2363612" y="989336"/>
                  </a:cubicBezTo>
                  <a:cubicBezTo>
                    <a:pt x="2363566" y="1001595"/>
                    <a:pt x="2363612" y="1013854"/>
                    <a:pt x="2363666" y="1026070"/>
                  </a:cubicBezTo>
                  <a:cubicBezTo>
                    <a:pt x="2363726" y="1093364"/>
                    <a:pt x="2358137" y="1158086"/>
                    <a:pt x="2342407" y="1223666"/>
                  </a:cubicBezTo>
                  <a:cubicBezTo>
                    <a:pt x="2340714" y="1230781"/>
                    <a:pt x="2340714" y="1230781"/>
                    <a:pt x="2338986" y="1238068"/>
                  </a:cubicBezTo>
                  <a:cubicBezTo>
                    <a:pt x="2305682" y="1374370"/>
                    <a:pt x="2245975" y="1508530"/>
                    <a:pt x="2152534" y="1614829"/>
                  </a:cubicBezTo>
                  <a:cubicBezTo>
                    <a:pt x="2147262" y="1621258"/>
                    <a:pt x="2142033" y="1627731"/>
                    <a:pt x="2136761" y="1634160"/>
                  </a:cubicBezTo>
                  <a:cubicBezTo>
                    <a:pt x="2092184" y="1688595"/>
                    <a:pt x="2041606" y="1739173"/>
                    <a:pt x="1985456" y="1782036"/>
                  </a:cubicBezTo>
                  <a:cubicBezTo>
                    <a:pt x="1981732" y="1785023"/>
                    <a:pt x="1977998" y="1787994"/>
                    <a:pt x="1974183" y="1791079"/>
                  </a:cubicBezTo>
                  <a:cubicBezTo>
                    <a:pt x="1899174" y="1849801"/>
                    <a:pt x="1813020" y="1893521"/>
                    <a:pt x="1724295" y="1927811"/>
                  </a:cubicBezTo>
                  <a:cubicBezTo>
                    <a:pt x="1714780" y="1931210"/>
                    <a:pt x="1714780" y="1931210"/>
                    <a:pt x="1711222" y="1940541"/>
                  </a:cubicBezTo>
                  <a:cubicBezTo>
                    <a:pt x="1715427" y="1941578"/>
                    <a:pt x="1719623" y="1942620"/>
                    <a:pt x="1723952" y="1943687"/>
                  </a:cubicBezTo>
                  <a:cubicBezTo>
                    <a:pt x="1739426" y="1947523"/>
                    <a:pt x="1754899" y="1951402"/>
                    <a:pt x="1770244" y="1955303"/>
                  </a:cubicBezTo>
                  <a:cubicBezTo>
                    <a:pt x="1778645" y="1957416"/>
                    <a:pt x="1787089" y="1959495"/>
                    <a:pt x="1795490" y="1961561"/>
                  </a:cubicBezTo>
                  <a:cubicBezTo>
                    <a:pt x="2005087" y="2014710"/>
                    <a:pt x="2190682" y="2117580"/>
                    <a:pt x="2352702" y="2260313"/>
                  </a:cubicBezTo>
                  <a:cubicBezTo>
                    <a:pt x="2361232" y="2267814"/>
                    <a:pt x="2369890" y="2275100"/>
                    <a:pt x="2378548" y="2282430"/>
                  </a:cubicBezTo>
                  <a:cubicBezTo>
                    <a:pt x="2392307" y="2294474"/>
                    <a:pt x="2404223" y="2307590"/>
                    <a:pt x="2416053" y="2321563"/>
                  </a:cubicBezTo>
                  <a:cubicBezTo>
                    <a:pt x="2420896" y="2327264"/>
                    <a:pt x="2425869" y="2332836"/>
                    <a:pt x="2430969" y="2338279"/>
                  </a:cubicBezTo>
                  <a:cubicBezTo>
                    <a:pt x="2538125" y="2453151"/>
                    <a:pt x="2614421" y="2599741"/>
                    <a:pt x="2667999" y="2746330"/>
                  </a:cubicBezTo>
                  <a:cubicBezTo>
                    <a:pt x="2669405" y="2750141"/>
                    <a:pt x="2670815" y="2753960"/>
                    <a:pt x="2672264" y="2757860"/>
                  </a:cubicBezTo>
                  <a:cubicBezTo>
                    <a:pt x="2723699" y="2899735"/>
                    <a:pt x="2744273" y="3055326"/>
                    <a:pt x="2748559" y="3203630"/>
                  </a:cubicBezTo>
                  <a:cubicBezTo>
                    <a:pt x="2748652" y="3206622"/>
                    <a:pt x="2748745" y="3209631"/>
                    <a:pt x="2748841" y="3212717"/>
                  </a:cubicBezTo>
                  <a:cubicBezTo>
                    <a:pt x="2751109" y="3292441"/>
                    <a:pt x="2750264" y="3368737"/>
                    <a:pt x="2696978" y="3433031"/>
                  </a:cubicBezTo>
                  <a:cubicBezTo>
                    <a:pt x="2649400" y="3482751"/>
                    <a:pt x="2601823" y="3505040"/>
                    <a:pt x="2533243" y="3507611"/>
                  </a:cubicBezTo>
                  <a:cubicBezTo>
                    <a:pt x="2522827" y="3507767"/>
                    <a:pt x="2512412" y="3507798"/>
                    <a:pt x="2501996" y="3507776"/>
                  </a:cubicBezTo>
                  <a:cubicBezTo>
                    <a:pt x="2498036" y="3507785"/>
                    <a:pt x="2494067" y="3507794"/>
                    <a:pt x="2489995" y="3507803"/>
                  </a:cubicBezTo>
                  <a:cubicBezTo>
                    <a:pt x="2476793" y="3507827"/>
                    <a:pt x="2463549" y="3507821"/>
                    <a:pt x="2450347" y="3507815"/>
                  </a:cubicBezTo>
                  <a:cubicBezTo>
                    <a:pt x="2440746" y="3507826"/>
                    <a:pt x="2431144" y="3507839"/>
                    <a:pt x="2421586" y="3507853"/>
                  </a:cubicBezTo>
                  <a:cubicBezTo>
                    <a:pt x="2395269" y="3507888"/>
                    <a:pt x="2368865" y="3507896"/>
                    <a:pt x="2342719" y="3507899"/>
                  </a:cubicBezTo>
                  <a:cubicBezTo>
                    <a:pt x="2317259" y="3507906"/>
                    <a:pt x="2291713" y="3507933"/>
                    <a:pt x="2266424" y="3507959"/>
                  </a:cubicBezTo>
                  <a:cubicBezTo>
                    <a:pt x="2198273" y="3508028"/>
                    <a:pt x="2130121" y="3508054"/>
                    <a:pt x="2061541" y="3508074"/>
                  </a:cubicBezTo>
                  <a:cubicBezTo>
                    <a:pt x="2029266" y="3508084"/>
                    <a:pt x="1996819" y="3508099"/>
                    <a:pt x="1964672" y="3508115"/>
                  </a:cubicBezTo>
                  <a:cubicBezTo>
                    <a:pt x="1854087" y="3508170"/>
                    <a:pt x="1743501" y="3508217"/>
                    <a:pt x="1632916" y="3508231"/>
                  </a:cubicBezTo>
                  <a:cubicBezTo>
                    <a:pt x="1625972" y="3508232"/>
                    <a:pt x="1619029" y="3508233"/>
                    <a:pt x="1612085" y="3508234"/>
                  </a:cubicBezTo>
                  <a:cubicBezTo>
                    <a:pt x="1605141" y="3508235"/>
                    <a:pt x="1598197" y="3508236"/>
                    <a:pt x="1591211" y="3508237"/>
                  </a:cubicBezTo>
                  <a:cubicBezTo>
                    <a:pt x="1577281" y="3508239"/>
                    <a:pt x="1563307" y="3508241"/>
                    <a:pt x="1549377" y="3508242"/>
                  </a:cubicBezTo>
                  <a:cubicBezTo>
                    <a:pt x="1545918" y="3508243"/>
                    <a:pt x="1542476" y="3508244"/>
                    <a:pt x="1538876" y="3508244"/>
                  </a:cubicBezTo>
                  <a:cubicBezTo>
                    <a:pt x="1426576" y="3508259"/>
                    <a:pt x="1314705" y="3508328"/>
                    <a:pt x="1202405" y="3508428"/>
                  </a:cubicBezTo>
                  <a:cubicBezTo>
                    <a:pt x="1083676" y="3508533"/>
                    <a:pt x="964947" y="3508592"/>
                    <a:pt x="846646" y="3508597"/>
                  </a:cubicBezTo>
                  <a:cubicBezTo>
                    <a:pt x="833616" y="3508598"/>
                    <a:pt x="820586" y="3508599"/>
                    <a:pt x="807556" y="3508600"/>
                  </a:cubicBezTo>
                  <a:cubicBezTo>
                    <a:pt x="804345" y="3508600"/>
                    <a:pt x="801126" y="3508600"/>
                    <a:pt x="797826" y="3508601"/>
                  </a:cubicBezTo>
                  <a:cubicBezTo>
                    <a:pt x="746391" y="3508606"/>
                    <a:pt x="694527" y="3508653"/>
                    <a:pt x="643092" y="3508715"/>
                  </a:cubicBezTo>
                  <a:cubicBezTo>
                    <a:pt x="591229" y="3508777"/>
                    <a:pt x="539365" y="3508791"/>
                    <a:pt x="487501" y="3508756"/>
                  </a:cubicBezTo>
                  <a:cubicBezTo>
                    <a:pt x="459427" y="3508739"/>
                    <a:pt x="431352" y="3508743"/>
                    <a:pt x="403491" y="3508804"/>
                  </a:cubicBezTo>
                  <a:cubicBezTo>
                    <a:pt x="377773" y="3508859"/>
                    <a:pt x="352056" y="3508853"/>
                    <a:pt x="326338" y="3508801"/>
                  </a:cubicBezTo>
                  <a:cubicBezTo>
                    <a:pt x="317037" y="3508793"/>
                    <a:pt x="307779" y="3508806"/>
                    <a:pt x="298478" y="3508843"/>
                  </a:cubicBezTo>
                  <a:cubicBezTo>
                    <a:pt x="209324" y="3509180"/>
                    <a:pt x="134743" y="3502157"/>
                    <a:pt x="66163" y="3438549"/>
                  </a:cubicBezTo>
                  <a:cubicBezTo>
                    <a:pt x="-2417" y="3363968"/>
                    <a:pt x="-1988" y="3263670"/>
                    <a:pt x="1869" y="3168515"/>
                  </a:cubicBezTo>
                  <a:cubicBezTo>
                    <a:pt x="4235" y="3134739"/>
                    <a:pt x="8342" y="3101221"/>
                    <a:pt x="12756" y="3067788"/>
                  </a:cubicBezTo>
                  <a:cubicBezTo>
                    <a:pt x="14750" y="3052658"/>
                    <a:pt x="16618" y="3037527"/>
                    <a:pt x="18500" y="3022354"/>
                  </a:cubicBezTo>
                  <a:cubicBezTo>
                    <a:pt x="26730" y="2958060"/>
                    <a:pt x="39288" y="2896338"/>
                    <a:pt x="57591" y="2834188"/>
                  </a:cubicBezTo>
                  <a:cubicBezTo>
                    <a:pt x="58525" y="2830964"/>
                    <a:pt x="59459" y="2827758"/>
                    <a:pt x="60424" y="2824415"/>
                  </a:cubicBezTo>
                  <a:cubicBezTo>
                    <a:pt x="98571" y="2693684"/>
                    <a:pt x="155578" y="2562096"/>
                    <a:pt x="237446" y="2452797"/>
                  </a:cubicBezTo>
                  <a:cubicBezTo>
                    <a:pt x="241141" y="2447568"/>
                    <a:pt x="241141" y="2447568"/>
                    <a:pt x="244904" y="2442210"/>
                  </a:cubicBezTo>
                  <a:cubicBezTo>
                    <a:pt x="270707" y="2405820"/>
                    <a:pt x="298911" y="2371487"/>
                    <a:pt x="327629" y="2337197"/>
                  </a:cubicBezTo>
                  <a:cubicBezTo>
                    <a:pt x="329887" y="2334479"/>
                    <a:pt x="332129" y="2331753"/>
                    <a:pt x="334487" y="2328967"/>
                  </a:cubicBezTo>
                  <a:cubicBezTo>
                    <a:pt x="345631" y="2315766"/>
                    <a:pt x="356604" y="2303507"/>
                    <a:pt x="369977" y="2292448"/>
                  </a:cubicBezTo>
                  <a:cubicBezTo>
                    <a:pt x="381935" y="2282290"/>
                    <a:pt x="393080" y="2271832"/>
                    <a:pt x="404010" y="2260559"/>
                  </a:cubicBezTo>
                  <a:cubicBezTo>
                    <a:pt x="424326" y="2240027"/>
                    <a:pt x="446486" y="2222197"/>
                    <a:pt x="469161" y="2204409"/>
                  </a:cubicBezTo>
                  <a:cubicBezTo>
                    <a:pt x="475504" y="2199308"/>
                    <a:pt x="475504" y="2199308"/>
                    <a:pt x="482019" y="2194079"/>
                  </a:cubicBezTo>
                  <a:cubicBezTo>
                    <a:pt x="516266" y="2167076"/>
                    <a:pt x="551885" y="2143073"/>
                    <a:pt x="589176" y="2119927"/>
                  </a:cubicBezTo>
                  <a:cubicBezTo>
                    <a:pt x="597062" y="2114955"/>
                    <a:pt x="604863" y="2109897"/>
                    <a:pt x="612664" y="2104796"/>
                  </a:cubicBezTo>
                  <a:cubicBezTo>
                    <a:pt x="692817" y="2054218"/>
                    <a:pt x="783257" y="2017357"/>
                    <a:pt x="872411" y="1985638"/>
                  </a:cubicBezTo>
                  <a:cubicBezTo>
                    <a:pt x="875686" y="1984443"/>
                    <a:pt x="878969" y="1983247"/>
                    <a:pt x="882355" y="1982012"/>
                  </a:cubicBezTo>
                  <a:cubicBezTo>
                    <a:pt x="934219" y="1963110"/>
                    <a:pt x="992512" y="1942793"/>
                    <a:pt x="1048233" y="1942793"/>
                  </a:cubicBezTo>
                  <a:cubicBezTo>
                    <a:pt x="1045978" y="1934306"/>
                    <a:pt x="1045978" y="1934306"/>
                    <a:pt x="1039660" y="1925648"/>
                  </a:cubicBezTo>
                  <a:cubicBezTo>
                    <a:pt x="1029845" y="1921276"/>
                    <a:pt x="1020630" y="1917890"/>
                    <a:pt x="1010471" y="1914675"/>
                  </a:cubicBezTo>
                  <a:cubicBezTo>
                    <a:pt x="889599" y="1872542"/>
                    <a:pt x="778156" y="1793374"/>
                    <a:pt x="686431" y="1705078"/>
                  </a:cubicBezTo>
                  <a:cubicBezTo>
                    <a:pt x="681802" y="1700663"/>
                    <a:pt x="677172" y="1696248"/>
                    <a:pt x="672500" y="1691876"/>
                  </a:cubicBezTo>
                  <a:cubicBezTo>
                    <a:pt x="632895" y="1654629"/>
                    <a:pt x="599634" y="1613866"/>
                    <a:pt x="567916" y="1569718"/>
                  </a:cubicBezTo>
                  <a:cubicBezTo>
                    <a:pt x="564954" y="1565590"/>
                    <a:pt x="564954" y="1565590"/>
                    <a:pt x="561915" y="1561360"/>
                  </a:cubicBezTo>
                  <a:cubicBezTo>
                    <a:pt x="441471" y="1391196"/>
                    <a:pt x="387893" y="1190171"/>
                    <a:pt x="386607" y="982716"/>
                  </a:cubicBezTo>
                  <a:cubicBezTo>
                    <a:pt x="386584" y="979381"/>
                    <a:pt x="386560" y="976029"/>
                    <a:pt x="386535" y="972600"/>
                  </a:cubicBezTo>
                  <a:cubicBezTo>
                    <a:pt x="386212" y="910450"/>
                    <a:pt x="390269" y="849156"/>
                    <a:pt x="405352" y="788292"/>
                  </a:cubicBezTo>
                  <a:cubicBezTo>
                    <a:pt x="406261" y="784597"/>
                    <a:pt x="407165" y="780919"/>
                    <a:pt x="408104" y="777105"/>
                  </a:cubicBezTo>
                  <a:cubicBezTo>
                    <a:pt x="427863" y="699523"/>
                    <a:pt x="455252" y="624943"/>
                    <a:pt x="490400" y="552934"/>
                  </a:cubicBezTo>
                  <a:cubicBezTo>
                    <a:pt x="491930" y="549770"/>
                    <a:pt x="493456" y="546590"/>
                    <a:pt x="495029" y="543332"/>
                  </a:cubicBezTo>
                  <a:cubicBezTo>
                    <a:pt x="518861" y="494469"/>
                    <a:pt x="548179" y="450749"/>
                    <a:pt x="580325" y="407030"/>
                  </a:cubicBezTo>
                  <a:cubicBezTo>
                    <a:pt x="583159" y="403189"/>
                    <a:pt x="585983" y="399357"/>
                    <a:pt x="588898" y="395414"/>
                  </a:cubicBezTo>
                  <a:cubicBezTo>
                    <a:pt x="607500" y="370897"/>
                    <a:pt x="628117" y="348265"/>
                    <a:pt x="648905" y="325548"/>
                  </a:cubicBezTo>
                  <a:cubicBezTo>
                    <a:pt x="658721" y="314575"/>
                    <a:pt x="668493" y="303603"/>
                    <a:pt x="678309" y="292630"/>
                  </a:cubicBezTo>
                  <a:cubicBezTo>
                    <a:pt x="775607" y="186759"/>
                    <a:pt x="909338" y="109607"/>
                    <a:pt x="1043069" y="59886"/>
                  </a:cubicBezTo>
                  <a:cubicBezTo>
                    <a:pt x="1047869" y="58090"/>
                    <a:pt x="1052670" y="56294"/>
                    <a:pt x="1057599" y="54443"/>
                  </a:cubicBezTo>
                  <a:cubicBezTo>
                    <a:pt x="1353779" y="-50142"/>
                    <a:pt x="1704823" y="-850"/>
                    <a:pt x="1957712" y="188602"/>
                  </a:cubicBezTo>
                  <a:close/>
                </a:path>
              </a:pathLst>
            </a:custGeom>
            <a:grpFill/>
            <a:ln w="4286"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1DB58CE2-21DA-16EF-B1C5-5FA7A1F4D435}"/>
                </a:ext>
              </a:extLst>
            </p:cNvPr>
            <p:cNvSpPr/>
            <p:nvPr/>
          </p:nvSpPr>
          <p:spPr>
            <a:xfrm>
              <a:off x="3685534" y="-3585"/>
              <a:ext cx="3174918" cy="2125601"/>
            </a:xfrm>
            <a:custGeom>
              <a:avLst/>
              <a:gdLst>
                <a:gd name="connsiteX0" fmla="*/ 2346957 w 3174918"/>
                <a:gd name="connsiteY0" fmla="*/ 3586 h 2125601"/>
                <a:gd name="connsiteX1" fmla="*/ 2535552 w 3174918"/>
                <a:gd name="connsiteY1" fmla="*/ 37876 h 2125601"/>
                <a:gd name="connsiteX2" fmla="*/ 2549182 w 3174918"/>
                <a:gd name="connsiteY2" fmla="*/ 47477 h 2125601"/>
                <a:gd name="connsiteX3" fmla="*/ 2578414 w 3174918"/>
                <a:gd name="connsiteY3" fmla="*/ 72166 h 2125601"/>
                <a:gd name="connsiteX4" fmla="*/ 2578414 w 3174918"/>
                <a:gd name="connsiteY4" fmla="*/ 80738 h 2125601"/>
                <a:gd name="connsiteX5" fmla="*/ 2585872 w 3174918"/>
                <a:gd name="connsiteY5" fmla="*/ 83966 h 2125601"/>
                <a:gd name="connsiteX6" fmla="*/ 2613647 w 3174918"/>
                <a:gd name="connsiteY6" fmla="*/ 106297 h 2125601"/>
                <a:gd name="connsiteX7" fmla="*/ 2624320 w 3174918"/>
                <a:gd name="connsiteY7" fmla="*/ 116884 h 2125601"/>
                <a:gd name="connsiteX8" fmla="*/ 2635721 w 3174918"/>
                <a:gd name="connsiteY8" fmla="*/ 128329 h 2125601"/>
                <a:gd name="connsiteX9" fmla="*/ 2647466 w 3174918"/>
                <a:gd name="connsiteY9" fmla="*/ 140030 h 2125601"/>
                <a:gd name="connsiteX10" fmla="*/ 2671983 w 3174918"/>
                <a:gd name="connsiteY10" fmla="*/ 164590 h 2125601"/>
                <a:gd name="connsiteX11" fmla="*/ 2703487 w 3174918"/>
                <a:gd name="connsiteY11" fmla="*/ 196051 h 2125601"/>
                <a:gd name="connsiteX12" fmla="*/ 2733491 w 3174918"/>
                <a:gd name="connsiteY12" fmla="*/ 226055 h 2125601"/>
                <a:gd name="connsiteX13" fmla="*/ 2744978 w 3174918"/>
                <a:gd name="connsiteY13" fmla="*/ 237499 h 2125601"/>
                <a:gd name="connsiteX14" fmla="*/ 2755479 w 3174918"/>
                <a:gd name="connsiteY14" fmla="*/ 248086 h 2125601"/>
                <a:gd name="connsiteX15" fmla="*/ 2764780 w 3174918"/>
                <a:gd name="connsiteY15" fmla="*/ 257430 h 2125601"/>
                <a:gd name="connsiteX16" fmla="*/ 2771338 w 3174918"/>
                <a:gd name="connsiteY16" fmla="*/ 273632 h 2125601"/>
                <a:gd name="connsiteX17" fmla="*/ 2779054 w 3174918"/>
                <a:gd name="connsiteY17" fmla="*/ 277139 h 2125601"/>
                <a:gd name="connsiteX18" fmla="*/ 2802114 w 3174918"/>
                <a:gd name="connsiteY18" fmla="*/ 294712 h 2125601"/>
                <a:gd name="connsiteX19" fmla="*/ 2809958 w 3174918"/>
                <a:gd name="connsiteY19" fmla="*/ 302470 h 2125601"/>
                <a:gd name="connsiteX20" fmla="*/ 2818444 w 3174918"/>
                <a:gd name="connsiteY20" fmla="*/ 310957 h 2125601"/>
                <a:gd name="connsiteX21" fmla="*/ 2827488 w 3174918"/>
                <a:gd name="connsiteY21" fmla="*/ 319915 h 2125601"/>
                <a:gd name="connsiteX22" fmla="*/ 2857063 w 3174918"/>
                <a:gd name="connsiteY22" fmla="*/ 349405 h 2125601"/>
                <a:gd name="connsiteX23" fmla="*/ 2877723 w 3174918"/>
                <a:gd name="connsiteY23" fmla="*/ 369979 h 2125601"/>
                <a:gd name="connsiteX24" fmla="*/ 2921014 w 3174918"/>
                <a:gd name="connsiteY24" fmla="*/ 413270 h 2125601"/>
                <a:gd name="connsiteX25" fmla="*/ 2976307 w 3174918"/>
                <a:gd name="connsiteY25" fmla="*/ 468134 h 2125601"/>
                <a:gd name="connsiteX26" fmla="*/ 3019041 w 3174918"/>
                <a:gd name="connsiteY26" fmla="*/ 510739 h 2125601"/>
                <a:gd name="connsiteX27" fmla="*/ 3039401 w 3174918"/>
                <a:gd name="connsiteY27" fmla="*/ 530970 h 2125601"/>
                <a:gd name="connsiteX28" fmla="*/ 3175703 w 3174918"/>
                <a:gd name="connsiteY28" fmla="*/ 765000 h 2125601"/>
                <a:gd name="connsiteX29" fmla="*/ 3098979 w 3174918"/>
                <a:gd name="connsiteY29" fmla="*/ 940307 h 2125601"/>
                <a:gd name="connsiteX30" fmla="*/ 3076862 w 3174918"/>
                <a:gd name="connsiteY30" fmla="*/ 965468 h 2125601"/>
                <a:gd name="connsiteX31" fmla="*/ 3047759 w 3174918"/>
                <a:gd name="connsiteY31" fmla="*/ 994143 h 2125601"/>
                <a:gd name="connsiteX32" fmla="*/ 2983036 w 3174918"/>
                <a:gd name="connsiteY32" fmla="*/ 1056293 h 2125601"/>
                <a:gd name="connsiteX33" fmla="*/ 2969620 w 3174918"/>
                <a:gd name="connsiteY33" fmla="*/ 1069795 h 2125601"/>
                <a:gd name="connsiteX34" fmla="*/ 2940903 w 3174918"/>
                <a:gd name="connsiteY34" fmla="*/ 1098727 h 2125601"/>
                <a:gd name="connsiteX35" fmla="*/ 2895468 w 3174918"/>
                <a:gd name="connsiteY35" fmla="*/ 1144590 h 2125601"/>
                <a:gd name="connsiteX36" fmla="*/ 2879781 w 3174918"/>
                <a:gd name="connsiteY36" fmla="*/ 1160321 h 2125601"/>
                <a:gd name="connsiteX37" fmla="*/ 2871851 w 3174918"/>
                <a:gd name="connsiteY37" fmla="*/ 1168293 h 2125601"/>
                <a:gd name="connsiteX38" fmla="*/ 2765981 w 3174918"/>
                <a:gd name="connsiteY38" fmla="*/ 1275021 h 2125601"/>
                <a:gd name="connsiteX39" fmla="*/ 2694400 w 3174918"/>
                <a:gd name="connsiteY39" fmla="*/ 1347030 h 2125601"/>
                <a:gd name="connsiteX40" fmla="*/ 2656595 w 3174918"/>
                <a:gd name="connsiteY40" fmla="*/ 1385091 h 2125601"/>
                <a:gd name="connsiteX41" fmla="*/ 2620934 w 3174918"/>
                <a:gd name="connsiteY41" fmla="*/ 1420924 h 2125601"/>
                <a:gd name="connsiteX42" fmla="*/ 2607989 w 3174918"/>
                <a:gd name="connsiteY42" fmla="*/ 1433998 h 2125601"/>
                <a:gd name="connsiteX43" fmla="*/ 2427967 w 3174918"/>
                <a:gd name="connsiteY43" fmla="*/ 1534724 h 2125601"/>
                <a:gd name="connsiteX44" fmla="*/ 2246659 w 3174918"/>
                <a:gd name="connsiteY44" fmla="*/ 1471717 h 2125601"/>
                <a:gd name="connsiteX45" fmla="*/ 2240315 w 3174918"/>
                <a:gd name="connsiteY45" fmla="*/ 1456800 h 2125601"/>
                <a:gd name="connsiteX46" fmla="*/ 2231742 w 3174918"/>
                <a:gd name="connsiteY46" fmla="*/ 1456800 h 2125601"/>
                <a:gd name="connsiteX47" fmla="*/ 2176021 w 3174918"/>
                <a:gd name="connsiteY47" fmla="*/ 1323927 h 2125601"/>
                <a:gd name="connsiteX48" fmla="*/ 2174950 w 3174918"/>
                <a:gd name="connsiteY48" fmla="*/ 1308110 h 2125601"/>
                <a:gd name="connsiteX49" fmla="*/ 2267104 w 3174918"/>
                <a:gd name="connsiteY49" fmla="*/ 1121230 h 2125601"/>
                <a:gd name="connsiteX50" fmla="*/ 2290550 w 3174918"/>
                <a:gd name="connsiteY50" fmla="*/ 1097441 h 2125601"/>
                <a:gd name="connsiteX51" fmla="*/ 2374132 w 3174918"/>
                <a:gd name="connsiteY51" fmla="*/ 1022003 h 2125601"/>
                <a:gd name="connsiteX52" fmla="*/ 2385962 w 3174918"/>
                <a:gd name="connsiteY52" fmla="*/ 1002629 h 2125601"/>
                <a:gd name="connsiteX53" fmla="*/ 1331544 w 3174918"/>
                <a:gd name="connsiteY53" fmla="*/ 1255947 h 2125601"/>
                <a:gd name="connsiteX54" fmla="*/ 1290268 w 3174918"/>
                <a:gd name="connsiteY54" fmla="*/ 1276264 h 2125601"/>
                <a:gd name="connsiteX55" fmla="*/ 1144106 w 3174918"/>
                <a:gd name="connsiteY55" fmla="*/ 1358131 h 2125601"/>
                <a:gd name="connsiteX56" fmla="*/ 1133605 w 3174918"/>
                <a:gd name="connsiteY56" fmla="*/ 1364603 h 2125601"/>
                <a:gd name="connsiteX57" fmla="*/ 998160 w 3174918"/>
                <a:gd name="connsiteY57" fmla="*/ 1455043 h 2125601"/>
                <a:gd name="connsiteX58" fmla="*/ 974328 w 3174918"/>
                <a:gd name="connsiteY58" fmla="*/ 1471845 h 2125601"/>
                <a:gd name="connsiteX59" fmla="*/ 828167 w 3174918"/>
                <a:gd name="connsiteY59" fmla="*/ 1589288 h 2125601"/>
                <a:gd name="connsiteX60" fmla="*/ 795934 w 3174918"/>
                <a:gd name="connsiteY60" fmla="*/ 1616206 h 2125601"/>
                <a:gd name="connsiteX61" fmla="*/ 670347 w 3174918"/>
                <a:gd name="connsiteY61" fmla="*/ 1732792 h 2125601"/>
                <a:gd name="connsiteX62" fmla="*/ 661946 w 3174918"/>
                <a:gd name="connsiteY62" fmla="*/ 1741107 h 2125601"/>
                <a:gd name="connsiteX63" fmla="*/ 614797 w 3174918"/>
                <a:gd name="connsiteY63" fmla="*/ 1792114 h 2125601"/>
                <a:gd name="connsiteX64" fmla="*/ 589337 w 3174918"/>
                <a:gd name="connsiteY64" fmla="*/ 1820489 h 2125601"/>
                <a:gd name="connsiteX65" fmla="*/ 540902 w 3174918"/>
                <a:gd name="connsiteY65" fmla="*/ 1877496 h 2125601"/>
                <a:gd name="connsiteX66" fmla="*/ 509270 w 3174918"/>
                <a:gd name="connsiteY66" fmla="*/ 1915429 h 2125601"/>
                <a:gd name="connsiteX67" fmla="*/ 471765 w 3174918"/>
                <a:gd name="connsiteY67" fmla="*/ 1963435 h 2125601"/>
                <a:gd name="connsiteX68" fmla="*/ 279741 w 3174918"/>
                <a:gd name="connsiteY68" fmla="*/ 2122455 h 2125601"/>
                <a:gd name="connsiteX69" fmla="*/ 91146 w 3174918"/>
                <a:gd name="connsiteY69" fmla="*/ 2077021 h 2125601"/>
                <a:gd name="connsiteX70" fmla="*/ 12279 w 3174918"/>
                <a:gd name="connsiteY70" fmla="*/ 1966436 h 2125601"/>
                <a:gd name="connsiteX71" fmla="*/ 8799 w 3174918"/>
                <a:gd name="connsiteY71" fmla="*/ 1957520 h 2125601"/>
                <a:gd name="connsiteX72" fmla="*/ 28601 w 3174918"/>
                <a:gd name="connsiteY72" fmla="*/ 1792499 h 2125601"/>
                <a:gd name="connsiteX73" fmla="*/ 108326 w 3174918"/>
                <a:gd name="connsiteY73" fmla="*/ 1679343 h 2125601"/>
                <a:gd name="connsiteX74" fmla="*/ 127399 w 3174918"/>
                <a:gd name="connsiteY74" fmla="*/ 1654825 h 2125601"/>
                <a:gd name="connsiteX75" fmla="*/ 243557 w 3174918"/>
                <a:gd name="connsiteY75" fmla="*/ 1517237 h 2125601"/>
                <a:gd name="connsiteX76" fmla="*/ 267731 w 3174918"/>
                <a:gd name="connsiteY76" fmla="*/ 1489676 h 2125601"/>
                <a:gd name="connsiteX77" fmla="*/ 304336 w 3174918"/>
                <a:gd name="connsiteY77" fmla="*/ 1451357 h 2125601"/>
                <a:gd name="connsiteX78" fmla="*/ 325767 w 3174918"/>
                <a:gd name="connsiteY78" fmla="*/ 1427697 h 2125601"/>
                <a:gd name="connsiteX79" fmla="*/ 380631 w 3174918"/>
                <a:gd name="connsiteY79" fmla="*/ 1370261 h 2125601"/>
                <a:gd name="connsiteX80" fmla="*/ 390489 w 3174918"/>
                <a:gd name="connsiteY80" fmla="*/ 1360360 h 2125601"/>
                <a:gd name="connsiteX81" fmla="*/ 446211 w 3174918"/>
                <a:gd name="connsiteY81" fmla="*/ 1308496 h 2125601"/>
                <a:gd name="connsiteX82" fmla="*/ 467942 w 3174918"/>
                <a:gd name="connsiteY82" fmla="*/ 1287408 h 2125601"/>
                <a:gd name="connsiteX83" fmla="*/ 518948 w 3174918"/>
                <a:gd name="connsiteY83" fmla="*/ 1243259 h 2125601"/>
                <a:gd name="connsiteX84" fmla="*/ 552210 w 3174918"/>
                <a:gd name="connsiteY84" fmla="*/ 1214027 h 2125601"/>
                <a:gd name="connsiteX85" fmla="*/ 611360 w 3174918"/>
                <a:gd name="connsiteY85" fmla="*/ 1166450 h 2125601"/>
                <a:gd name="connsiteX86" fmla="*/ 648350 w 3174918"/>
                <a:gd name="connsiteY86" fmla="*/ 1137346 h 2125601"/>
                <a:gd name="connsiteX87" fmla="*/ 749077 w 3174918"/>
                <a:gd name="connsiteY87" fmla="*/ 1063194 h 2125601"/>
                <a:gd name="connsiteX88" fmla="*/ 776680 w 3174918"/>
                <a:gd name="connsiteY88" fmla="*/ 1044592 h 2125601"/>
                <a:gd name="connsiteX89" fmla="*/ 1126867 w 3174918"/>
                <a:gd name="connsiteY89" fmla="*/ 838423 h 2125601"/>
                <a:gd name="connsiteX90" fmla="*/ 1134368 w 3174918"/>
                <a:gd name="connsiteY90" fmla="*/ 834651 h 2125601"/>
                <a:gd name="connsiteX91" fmla="*/ 1807309 w 3174918"/>
                <a:gd name="connsiteY91" fmla="*/ 598479 h 2125601"/>
                <a:gd name="connsiteX92" fmla="*/ 1822140 w 3174918"/>
                <a:gd name="connsiteY92" fmla="*/ 595290 h 2125601"/>
                <a:gd name="connsiteX93" fmla="*/ 2379352 w 3174918"/>
                <a:gd name="connsiteY93" fmla="*/ 538283 h 2125601"/>
                <a:gd name="connsiteX94" fmla="*/ 2337218 w 3174918"/>
                <a:gd name="connsiteY94" fmla="*/ 482561 h 2125601"/>
                <a:gd name="connsiteX95" fmla="*/ 2319602 w 3174918"/>
                <a:gd name="connsiteY95" fmla="*/ 465288 h 2125601"/>
                <a:gd name="connsiteX96" fmla="*/ 2291956 w 3174918"/>
                <a:gd name="connsiteY96" fmla="*/ 438499 h 2125601"/>
                <a:gd name="connsiteX97" fmla="*/ 2186514 w 3174918"/>
                <a:gd name="connsiteY97" fmla="*/ 289766 h 2125601"/>
                <a:gd name="connsiteX98" fmla="*/ 2183432 w 3174918"/>
                <a:gd name="connsiteY98" fmla="*/ 280465 h 2125601"/>
                <a:gd name="connsiteX99" fmla="*/ 2210050 w 3174918"/>
                <a:gd name="connsiteY99" fmla="*/ 118445 h 2125601"/>
                <a:gd name="connsiteX100" fmla="*/ 2250812 w 3174918"/>
                <a:gd name="connsiteY100" fmla="*/ 67010 h 2125601"/>
                <a:gd name="connsiteX101" fmla="*/ 2256727 w 3174918"/>
                <a:gd name="connsiteY101" fmla="*/ 61094 h 2125601"/>
                <a:gd name="connsiteX102" fmla="*/ 2349310 w 3174918"/>
                <a:gd name="connsiteY102" fmla="*/ 11374 h 2125601"/>
                <a:gd name="connsiteX103" fmla="*/ 2349310 w 3174918"/>
                <a:gd name="connsiteY103" fmla="*/ 2801 h 2125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174918" h="2125601">
                  <a:moveTo>
                    <a:pt x="2346957" y="3586"/>
                  </a:moveTo>
                  <a:cubicBezTo>
                    <a:pt x="2477259" y="-3572"/>
                    <a:pt x="2477259" y="-3572"/>
                    <a:pt x="2535552" y="37876"/>
                  </a:cubicBezTo>
                  <a:cubicBezTo>
                    <a:pt x="2542281" y="42634"/>
                    <a:pt x="2542281" y="42634"/>
                    <a:pt x="2549182" y="47477"/>
                  </a:cubicBezTo>
                  <a:cubicBezTo>
                    <a:pt x="2559512" y="55321"/>
                    <a:pt x="2569370" y="62865"/>
                    <a:pt x="2578414" y="72166"/>
                  </a:cubicBezTo>
                  <a:lnTo>
                    <a:pt x="2578414" y="80738"/>
                  </a:lnTo>
                  <a:cubicBezTo>
                    <a:pt x="2580870" y="81801"/>
                    <a:pt x="2583344" y="82869"/>
                    <a:pt x="2585872" y="83966"/>
                  </a:cubicBezTo>
                  <a:cubicBezTo>
                    <a:pt x="2597059" y="90138"/>
                    <a:pt x="2604603" y="97253"/>
                    <a:pt x="2613647" y="106297"/>
                  </a:cubicBezTo>
                  <a:cubicBezTo>
                    <a:pt x="2617166" y="109786"/>
                    <a:pt x="2620677" y="113284"/>
                    <a:pt x="2624320" y="116884"/>
                  </a:cubicBezTo>
                  <a:cubicBezTo>
                    <a:pt x="2628075" y="120656"/>
                    <a:pt x="2631821" y="124428"/>
                    <a:pt x="2635721" y="128329"/>
                  </a:cubicBezTo>
                  <a:cubicBezTo>
                    <a:pt x="2639596" y="132195"/>
                    <a:pt x="2643480" y="136044"/>
                    <a:pt x="2647466" y="140030"/>
                  </a:cubicBezTo>
                  <a:cubicBezTo>
                    <a:pt x="2655653" y="148217"/>
                    <a:pt x="2663839" y="156404"/>
                    <a:pt x="2671983" y="164590"/>
                  </a:cubicBezTo>
                  <a:cubicBezTo>
                    <a:pt x="2682442" y="175092"/>
                    <a:pt x="2692986" y="185593"/>
                    <a:pt x="2703487" y="196051"/>
                  </a:cubicBezTo>
                  <a:cubicBezTo>
                    <a:pt x="2713517" y="206038"/>
                    <a:pt x="2723504" y="216068"/>
                    <a:pt x="2733491" y="226055"/>
                  </a:cubicBezTo>
                  <a:cubicBezTo>
                    <a:pt x="2739192" y="231713"/>
                    <a:pt x="2739192" y="231713"/>
                    <a:pt x="2744978" y="237499"/>
                  </a:cubicBezTo>
                  <a:cubicBezTo>
                    <a:pt x="2748441" y="240988"/>
                    <a:pt x="2751922" y="244486"/>
                    <a:pt x="2755479" y="248086"/>
                  </a:cubicBezTo>
                  <a:cubicBezTo>
                    <a:pt x="2758548" y="251164"/>
                    <a:pt x="2761609" y="254259"/>
                    <a:pt x="2764780" y="257430"/>
                  </a:cubicBezTo>
                  <a:cubicBezTo>
                    <a:pt x="2771338" y="265060"/>
                    <a:pt x="2771338" y="265060"/>
                    <a:pt x="2771338" y="273632"/>
                  </a:cubicBezTo>
                  <a:cubicBezTo>
                    <a:pt x="2773884" y="274790"/>
                    <a:pt x="2776439" y="275947"/>
                    <a:pt x="2779054" y="277139"/>
                  </a:cubicBezTo>
                  <a:cubicBezTo>
                    <a:pt x="2788441" y="282196"/>
                    <a:pt x="2794613" y="287211"/>
                    <a:pt x="2802114" y="294712"/>
                  </a:cubicBezTo>
                  <a:cubicBezTo>
                    <a:pt x="2806006" y="298548"/>
                    <a:pt x="2806006" y="298548"/>
                    <a:pt x="2809958" y="302470"/>
                  </a:cubicBezTo>
                  <a:cubicBezTo>
                    <a:pt x="2812756" y="305269"/>
                    <a:pt x="2815573" y="308085"/>
                    <a:pt x="2818444" y="310957"/>
                  </a:cubicBezTo>
                  <a:cubicBezTo>
                    <a:pt x="2821432" y="313915"/>
                    <a:pt x="2824402" y="316872"/>
                    <a:pt x="2827488" y="319915"/>
                  </a:cubicBezTo>
                  <a:cubicBezTo>
                    <a:pt x="2837390" y="329731"/>
                    <a:pt x="2847205" y="339546"/>
                    <a:pt x="2857063" y="349405"/>
                  </a:cubicBezTo>
                  <a:cubicBezTo>
                    <a:pt x="2863964" y="356263"/>
                    <a:pt x="2870822" y="363121"/>
                    <a:pt x="2877723" y="369979"/>
                  </a:cubicBezTo>
                  <a:cubicBezTo>
                    <a:pt x="2892168" y="384381"/>
                    <a:pt x="2906613" y="398825"/>
                    <a:pt x="2921014" y="413270"/>
                  </a:cubicBezTo>
                  <a:cubicBezTo>
                    <a:pt x="2939402" y="431658"/>
                    <a:pt x="2957833" y="449960"/>
                    <a:pt x="2976307" y="468134"/>
                  </a:cubicBezTo>
                  <a:cubicBezTo>
                    <a:pt x="2990580" y="482321"/>
                    <a:pt x="3004810" y="496509"/>
                    <a:pt x="3019041" y="510739"/>
                  </a:cubicBezTo>
                  <a:cubicBezTo>
                    <a:pt x="3025813" y="517512"/>
                    <a:pt x="3032585" y="524241"/>
                    <a:pt x="3039401" y="530970"/>
                  </a:cubicBezTo>
                  <a:cubicBezTo>
                    <a:pt x="3105409" y="596550"/>
                    <a:pt x="3172274" y="666845"/>
                    <a:pt x="3175703" y="765000"/>
                  </a:cubicBezTo>
                  <a:cubicBezTo>
                    <a:pt x="3174212" y="843009"/>
                    <a:pt x="3150500" y="886300"/>
                    <a:pt x="3098979" y="940307"/>
                  </a:cubicBezTo>
                  <a:cubicBezTo>
                    <a:pt x="3091307" y="948451"/>
                    <a:pt x="3084063" y="956895"/>
                    <a:pt x="3076862" y="965468"/>
                  </a:cubicBezTo>
                  <a:cubicBezTo>
                    <a:pt x="3067775" y="975969"/>
                    <a:pt x="3058389" y="985184"/>
                    <a:pt x="3047759" y="994143"/>
                  </a:cubicBezTo>
                  <a:cubicBezTo>
                    <a:pt x="3025127" y="1013731"/>
                    <a:pt x="3004039" y="1035033"/>
                    <a:pt x="2983036" y="1056293"/>
                  </a:cubicBezTo>
                  <a:cubicBezTo>
                    <a:pt x="2978579" y="1060794"/>
                    <a:pt x="2974078" y="1065294"/>
                    <a:pt x="2969620" y="1069795"/>
                  </a:cubicBezTo>
                  <a:cubicBezTo>
                    <a:pt x="2960019" y="1079439"/>
                    <a:pt x="2950461" y="1089083"/>
                    <a:pt x="2940903" y="1098727"/>
                  </a:cubicBezTo>
                  <a:cubicBezTo>
                    <a:pt x="2925729" y="1114029"/>
                    <a:pt x="2910513" y="1129288"/>
                    <a:pt x="2895468" y="1144590"/>
                  </a:cubicBezTo>
                  <a:cubicBezTo>
                    <a:pt x="2890239" y="1149819"/>
                    <a:pt x="2885010" y="1155091"/>
                    <a:pt x="2879781" y="1160321"/>
                  </a:cubicBezTo>
                  <a:cubicBezTo>
                    <a:pt x="2875854" y="1164264"/>
                    <a:pt x="2875854" y="1164264"/>
                    <a:pt x="2871851" y="1168293"/>
                  </a:cubicBezTo>
                  <a:cubicBezTo>
                    <a:pt x="2836489" y="1203783"/>
                    <a:pt x="2801128" y="1239445"/>
                    <a:pt x="2765981" y="1275021"/>
                  </a:cubicBezTo>
                  <a:cubicBezTo>
                    <a:pt x="2742106" y="1299066"/>
                    <a:pt x="2718403" y="1323027"/>
                    <a:pt x="2694400" y="1347030"/>
                  </a:cubicBezTo>
                  <a:cubicBezTo>
                    <a:pt x="2681756" y="1359674"/>
                    <a:pt x="2669154" y="1372361"/>
                    <a:pt x="2656595" y="1385091"/>
                  </a:cubicBezTo>
                  <a:cubicBezTo>
                    <a:pt x="2644765" y="1397050"/>
                    <a:pt x="2632850" y="1409009"/>
                    <a:pt x="2620934" y="1420924"/>
                  </a:cubicBezTo>
                  <a:cubicBezTo>
                    <a:pt x="2616605" y="1425254"/>
                    <a:pt x="2612319" y="1429626"/>
                    <a:pt x="2607989" y="1433998"/>
                  </a:cubicBezTo>
                  <a:cubicBezTo>
                    <a:pt x="2558698" y="1484147"/>
                    <a:pt x="2501262" y="1530867"/>
                    <a:pt x="2427967" y="1534724"/>
                  </a:cubicBezTo>
                  <a:cubicBezTo>
                    <a:pt x="2356387" y="1535125"/>
                    <a:pt x="2302808" y="1516465"/>
                    <a:pt x="2246659" y="1471717"/>
                  </a:cubicBezTo>
                  <a:cubicBezTo>
                    <a:pt x="2240315" y="1465373"/>
                    <a:pt x="2240315" y="1465373"/>
                    <a:pt x="2240315" y="1456800"/>
                  </a:cubicBezTo>
                  <a:lnTo>
                    <a:pt x="2231742" y="1456800"/>
                  </a:lnTo>
                  <a:cubicBezTo>
                    <a:pt x="2202467" y="1420024"/>
                    <a:pt x="2179022" y="1371504"/>
                    <a:pt x="2176021" y="1323927"/>
                  </a:cubicBezTo>
                  <a:cubicBezTo>
                    <a:pt x="2175668" y="1318698"/>
                    <a:pt x="2175314" y="1313511"/>
                    <a:pt x="2174950" y="1308110"/>
                  </a:cubicBezTo>
                  <a:cubicBezTo>
                    <a:pt x="2176634" y="1234816"/>
                    <a:pt x="2216483" y="1170950"/>
                    <a:pt x="2267104" y="1121230"/>
                  </a:cubicBezTo>
                  <a:cubicBezTo>
                    <a:pt x="2275034" y="1113386"/>
                    <a:pt x="2282792" y="1105414"/>
                    <a:pt x="2290550" y="1097441"/>
                  </a:cubicBezTo>
                  <a:cubicBezTo>
                    <a:pt x="2317082" y="1070266"/>
                    <a:pt x="2343271" y="1044292"/>
                    <a:pt x="2374132" y="1022003"/>
                  </a:cubicBezTo>
                  <a:cubicBezTo>
                    <a:pt x="2382833" y="1015617"/>
                    <a:pt x="2382833" y="1015617"/>
                    <a:pt x="2385962" y="1002629"/>
                  </a:cubicBezTo>
                  <a:cubicBezTo>
                    <a:pt x="2022488" y="1007301"/>
                    <a:pt x="1661585" y="1087497"/>
                    <a:pt x="1331544" y="1255947"/>
                  </a:cubicBezTo>
                  <a:cubicBezTo>
                    <a:pt x="1317871" y="1262890"/>
                    <a:pt x="1304112" y="1269620"/>
                    <a:pt x="1290268" y="1276264"/>
                  </a:cubicBezTo>
                  <a:cubicBezTo>
                    <a:pt x="1239690" y="1300695"/>
                    <a:pt x="1191684" y="1328556"/>
                    <a:pt x="1144106" y="1358131"/>
                  </a:cubicBezTo>
                  <a:lnTo>
                    <a:pt x="1133605" y="1364603"/>
                  </a:lnTo>
                  <a:cubicBezTo>
                    <a:pt x="1087314" y="1393150"/>
                    <a:pt x="1042308" y="1423325"/>
                    <a:pt x="998160" y="1455043"/>
                  </a:cubicBezTo>
                  <a:cubicBezTo>
                    <a:pt x="990273" y="1460701"/>
                    <a:pt x="982300" y="1466273"/>
                    <a:pt x="974328" y="1471845"/>
                  </a:cubicBezTo>
                  <a:cubicBezTo>
                    <a:pt x="922893" y="1507678"/>
                    <a:pt x="874458" y="1546855"/>
                    <a:pt x="828167" y="1589288"/>
                  </a:cubicBezTo>
                  <a:cubicBezTo>
                    <a:pt x="817708" y="1598675"/>
                    <a:pt x="806907" y="1607419"/>
                    <a:pt x="795934" y="1616206"/>
                  </a:cubicBezTo>
                  <a:cubicBezTo>
                    <a:pt x="751357" y="1652253"/>
                    <a:pt x="710638" y="1692501"/>
                    <a:pt x="670347" y="1732792"/>
                  </a:cubicBezTo>
                  <a:cubicBezTo>
                    <a:pt x="667578" y="1735540"/>
                    <a:pt x="664818" y="1738278"/>
                    <a:pt x="661946" y="1741107"/>
                  </a:cubicBezTo>
                  <a:cubicBezTo>
                    <a:pt x="645573" y="1757524"/>
                    <a:pt x="630056" y="1774454"/>
                    <a:pt x="614797" y="1792114"/>
                  </a:cubicBezTo>
                  <a:cubicBezTo>
                    <a:pt x="606482" y="1801715"/>
                    <a:pt x="597910" y="1811102"/>
                    <a:pt x="589337" y="1820489"/>
                  </a:cubicBezTo>
                  <a:cubicBezTo>
                    <a:pt x="572578" y="1839091"/>
                    <a:pt x="556633" y="1858208"/>
                    <a:pt x="540902" y="1877496"/>
                  </a:cubicBezTo>
                  <a:cubicBezTo>
                    <a:pt x="530487" y="1890269"/>
                    <a:pt x="519900" y="1902870"/>
                    <a:pt x="509270" y="1915429"/>
                  </a:cubicBezTo>
                  <a:cubicBezTo>
                    <a:pt x="496154" y="1931117"/>
                    <a:pt x="483638" y="1946976"/>
                    <a:pt x="471765" y="1963435"/>
                  </a:cubicBezTo>
                  <a:cubicBezTo>
                    <a:pt x="420330" y="2035016"/>
                    <a:pt x="370610" y="2103596"/>
                    <a:pt x="279741" y="2122455"/>
                  </a:cubicBezTo>
                  <a:cubicBezTo>
                    <a:pt x="211161" y="2132614"/>
                    <a:pt x="147296" y="2118362"/>
                    <a:pt x="91146" y="2077021"/>
                  </a:cubicBezTo>
                  <a:cubicBezTo>
                    <a:pt x="52956" y="2045603"/>
                    <a:pt x="30281" y="2012727"/>
                    <a:pt x="12279" y="1966436"/>
                  </a:cubicBezTo>
                  <a:lnTo>
                    <a:pt x="8799" y="1957520"/>
                  </a:lnTo>
                  <a:cubicBezTo>
                    <a:pt x="-8046" y="1903942"/>
                    <a:pt x="3141" y="1841363"/>
                    <a:pt x="28601" y="1792499"/>
                  </a:cubicBezTo>
                  <a:cubicBezTo>
                    <a:pt x="51147" y="1752080"/>
                    <a:pt x="79608" y="1715776"/>
                    <a:pt x="108326" y="1679343"/>
                  </a:cubicBezTo>
                  <a:cubicBezTo>
                    <a:pt x="114755" y="1671199"/>
                    <a:pt x="121098" y="1663012"/>
                    <a:pt x="127399" y="1654825"/>
                  </a:cubicBezTo>
                  <a:cubicBezTo>
                    <a:pt x="164175" y="1607248"/>
                    <a:pt x="203266" y="1561813"/>
                    <a:pt x="243557" y="1517237"/>
                  </a:cubicBezTo>
                  <a:cubicBezTo>
                    <a:pt x="251743" y="1508150"/>
                    <a:pt x="259759" y="1498934"/>
                    <a:pt x="267731" y="1489676"/>
                  </a:cubicBezTo>
                  <a:cubicBezTo>
                    <a:pt x="279390" y="1476260"/>
                    <a:pt x="291648" y="1463787"/>
                    <a:pt x="304336" y="1451357"/>
                  </a:cubicBezTo>
                  <a:cubicBezTo>
                    <a:pt x="311837" y="1443727"/>
                    <a:pt x="318823" y="1435841"/>
                    <a:pt x="325767" y="1427697"/>
                  </a:cubicBezTo>
                  <a:cubicBezTo>
                    <a:pt x="343169" y="1407680"/>
                    <a:pt x="361729" y="1388906"/>
                    <a:pt x="380631" y="1370261"/>
                  </a:cubicBezTo>
                  <a:lnTo>
                    <a:pt x="390489" y="1360360"/>
                  </a:lnTo>
                  <a:cubicBezTo>
                    <a:pt x="408492" y="1342358"/>
                    <a:pt x="426837" y="1325084"/>
                    <a:pt x="446211" y="1308496"/>
                  </a:cubicBezTo>
                  <a:cubicBezTo>
                    <a:pt x="453840" y="1301767"/>
                    <a:pt x="460912" y="1294737"/>
                    <a:pt x="467942" y="1287408"/>
                  </a:cubicBezTo>
                  <a:cubicBezTo>
                    <a:pt x="483801" y="1271291"/>
                    <a:pt x="501203" y="1257404"/>
                    <a:pt x="518948" y="1243259"/>
                  </a:cubicBezTo>
                  <a:cubicBezTo>
                    <a:pt x="530392" y="1233830"/>
                    <a:pt x="541322" y="1224057"/>
                    <a:pt x="552210" y="1214027"/>
                  </a:cubicBezTo>
                  <a:cubicBezTo>
                    <a:pt x="571069" y="1196882"/>
                    <a:pt x="590872" y="1181709"/>
                    <a:pt x="611360" y="1166450"/>
                  </a:cubicBezTo>
                  <a:cubicBezTo>
                    <a:pt x="623961" y="1157106"/>
                    <a:pt x="636177" y="1147290"/>
                    <a:pt x="648350" y="1137346"/>
                  </a:cubicBezTo>
                  <a:cubicBezTo>
                    <a:pt x="680840" y="1110900"/>
                    <a:pt x="714358" y="1086768"/>
                    <a:pt x="749077" y="1063194"/>
                  </a:cubicBezTo>
                  <a:cubicBezTo>
                    <a:pt x="758292" y="1057022"/>
                    <a:pt x="767508" y="1050807"/>
                    <a:pt x="776680" y="1044592"/>
                  </a:cubicBezTo>
                  <a:cubicBezTo>
                    <a:pt x="889409" y="968725"/>
                    <a:pt x="1005138" y="899288"/>
                    <a:pt x="1126867" y="838423"/>
                  </a:cubicBezTo>
                  <a:cubicBezTo>
                    <a:pt x="1129349" y="837180"/>
                    <a:pt x="1131839" y="835933"/>
                    <a:pt x="1134368" y="834651"/>
                  </a:cubicBezTo>
                  <a:cubicBezTo>
                    <a:pt x="1347823" y="727495"/>
                    <a:pt x="1575852" y="647342"/>
                    <a:pt x="1807309" y="598479"/>
                  </a:cubicBezTo>
                  <a:cubicBezTo>
                    <a:pt x="1812196" y="597424"/>
                    <a:pt x="1817082" y="596374"/>
                    <a:pt x="1822140" y="595290"/>
                  </a:cubicBezTo>
                  <a:cubicBezTo>
                    <a:pt x="2006448" y="555856"/>
                    <a:pt x="2189043" y="536997"/>
                    <a:pt x="2379352" y="538283"/>
                  </a:cubicBezTo>
                  <a:cubicBezTo>
                    <a:pt x="2369451" y="514623"/>
                    <a:pt x="2355392" y="500049"/>
                    <a:pt x="2337218" y="482561"/>
                  </a:cubicBezTo>
                  <a:cubicBezTo>
                    <a:pt x="2331346" y="476818"/>
                    <a:pt x="2325474" y="471031"/>
                    <a:pt x="2319602" y="465288"/>
                  </a:cubicBezTo>
                  <a:cubicBezTo>
                    <a:pt x="2310387" y="456330"/>
                    <a:pt x="2301171" y="447414"/>
                    <a:pt x="2291956" y="438499"/>
                  </a:cubicBezTo>
                  <a:cubicBezTo>
                    <a:pt x="2245664" y="393493"/>
                    <a:pt x="2207088" y="352345"/>
                    <a:pt x="2186514" y="289766"/>
                  </a:cubicBezTo>
                  <a:cubicBezTo>
                    <a:pt x="2184988" y="285180"/>
                    <a:pt x="2184988" y="285180"/>
                    <a:pt x="2183432" y="280465"/>
                  </a:cubicBezTo>
                  <a:cubicBezTo>
                    <a:pt x="2168302" y="225601"/>
                    <a:pt x="2185511" y="167736"/>
                    <a:pt x="2210050" y="118445"/>
                  </a:cubicBezTo>
                  <a:cubicBezTo>
                    <a:pt x="2221451" y="98599"/>
                    <a:pt x="2233538" y="82183"/>
                    <a:pt x="2250812" y="67010"/>
                  </a:cubicBezTo>
                  <a:cubicBezTo>
                    <a:pt x="2253731" y="64078"/>
                    <a:pt x="2253731" y="64078"/>
                    <a:pt x="2256727" y="61094"/>
                  </a:cubicBezTo>
                  <a:cubicBezTo>
                    <a:pt x="2277472" y="41292"/>
                    <a:pt x="2319306" y="11374"/>
                    <a:pt x="2349310" y="11374"/>
                  </a:cubicBezTo>
                  <a:lnTo>
                    <a:pt x="2349310" y="2801"/>
                  </a:lnTo>
                  <a:close/>
                </a:path>
              </a:pathLst>
            </a:custGeom>
            <a:grpFill/>
            <a:ln w="4286"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B85D6A91-AEBD-BA6B-6708-7FE2E9E15CB5}"/>
                </a:ext>
              </a:extLst>
            </p:cNvPr>
            <p:cNvSpPr/>
            <p:nvPr/>
          </p:nvSpPr>
          <p:spPr>
            <a:xfrm>
              <a:off x="5498796" y="4721910"/>
              <a:ext cx="3007930" cy="2135575"/>
            </a:xfrm>
            <a:custGeom>
              <a:avLst/>
              <a:gdLst>
                <a:gd name="connsiteX0" fmla="*/ 2930267 w 3007930"/>
                <a:gd name="connsiteY0" fmla="*/ 54086 h 2135575"/>
                <a:gd name="connsiteX1" fmla="*/ 3009134 w 3007930"/>
                <a:gd name="connsiteY1" fmla="*/ 213106 h 2135575"/>
                <a:gd name="connsiteX2" fmla="*/ 2821397 w 3007930"/>
                <a:gd name="connsiteY2" fmla="*/ 560292 h 2135575"/>
                <a:gd name="connsiteX3" fmla="*/ 2801851 w 3007930"/>
                <a:gd name="connsiteY3" fmla="*/ 583138 h 2135575"/>
                <a:gd name="connsiteX4" fmla="*/ 2726842 w 3007930"/>
                <a:gd name="connsiteY4" fmla="*/ 668006 h 2135575"/>
                <a:gd name="connsiteX5" fmla="*/ 2693752 w 3007930"/>
                <a:gd name="connsiteY5" fmla="*/ 705210 h 2135575"/>
                <a:gd name="connsiteX6" fmla="*/ 2588310 w 3007930"/>
                <a:gd name="connsiteY6" fmla="*/ 813224 h 2135575"/>
                <a:gd name="connsiteX7" fmla="*/ 2558607 w 3007930"/>
                <a:gd name="connsiteY7" fmla="*/ 839842 h 2135575"/>
                <a:gd name="connsiteX8" fmla="*/ 2513172 w 3007930"/>
                <a:gd name="connsiteY8" fmla="*/ 878418 h 2135575"/>
                <a:gd name="connsiteX9" fmla="*/ 2464309 w 3007930"/>
                <a:gd name="connsiteY9" fmla="*/ 921280 h 2135575"/>
                <a:gd name="connsiteX10" fmla="*/ 2377727 w 3007930"/>
                <a:gd name="connsiteY10" fmla="*/ 992432 h 2135575"/>
                <a:gd name="connsiteX11" fmla="*/ 2367397 w 3007930"/>
                <a:gd name="connsiteY11" fmla="*/ 1000276 h 2135575"/>
                <a:gd name="connsiteX12" fmla="*/ 2333793 w 3007930"/>
                <a:gd name="connsiteY12" fmla="*/ 1025650 h 2135575"/>
                <a:gd name="connsiteX13" fmla="*/ 2323206 w 3007930"/>
                <a:gd name="connsiteY13" fmla="*/ 1033623 h 2135575"/>
                <a:gd name="connsiteX14" fmla="*/ 2201476 w 3007930"/>
                <a:gd name="connsiteY14" fmla="*/ 1118062 h 2135575"/>
                <a:gd name="connsiteX15" fmla="*/ 2188360 w 3007930"/>
                <a:gd name="connsiteY15" fmla="*/ 1126592 h 2135575"/>
                <a:gd name="connsiteX16" fmla="*/ 2002337 w 3007930"/>
                <a:gd name="connsiteY16" fmla="*/ 1239320 h 2135575"/>
                <a:gd name="connsiteX17" fmla="*/ 1975291 w 3007930"/>
                <a:gd name="connsiteY17" fmla="*/ 1254965 h 2135575"/>
                <a:gd name="connsiteX18" fmla="*/ 1272346 w 3007930"/>
                <a:gd name="connsiteY18" fmla="*/ 1523713 h 2135575"/>
                <a:gd name="connsiteX19" fmla="*/ 1229055 w 3007930"/>
                <a:gd name="connsiteY19" fmla="*/ 1534857 h 2135575"/>
                <a:gd name="connsiteX20" fmla="*/ 805573 w 3007930"/>
                <a:gd name="connsiteY20" fmla="*/ 1596579 h 2135575"/>
                <a:gd name="connsiteX21" fmla="*/ 812174 w 3007930"/>
                <a:gd name="connsiteY21" fmla="*/ 1616510 h 2135575"/>
                <a:gd name="connsiteX22" fmla="*/ 821132 w 3007930"/>
                <a:gd name="connsiteY22" fmla="*/ 1623925 h 2135575"/>
                <a:gd name="connsiteX23" fmla="*/ 830648 w 3007930"/>
                <a:gd name="connsiteY23" fmla="*/ 1631940 h 2135575"/>
                <a:gd name="connsiteX24" fmla="*/ 852979 w 3007930"/>
                <a:gd name="connsiteY24" fmla="*/ 1649900 h 2135575"/>
                <a:gd name="connsiteX25" fmla="*/ 888512 w 3007930"/>
                <a:gd name="connsiteY25" fmla="*/ 1687019 h 2135575"/>
                <a:gd name="connsiteX26" fmla="*/ 906300 w 3007930"/>
                <a:gd name="connsiteY26" fmla="*/ 1705921 h 2135575"/>
                <a:gd name="connsiteX27" fmla="*/ 1004027 w 3007930"/>
                <a:gd name="connsiteY27" fmla="*/ 1900088 h 2135575"/>
                <a:gd name="connsiteX28" fmla="*/ 941447 w 3007930"/>
                <a:gd name="connsiteY28" fmla="*/ 2062966 h 2135575"/>
                <a:gd name="connsiteX29" fmla="*/ 822290 w 3007930"/>
                <a:gd name="connsiteY29" fmla="*/ 2123831 h 2135575"/>
                <a:gd name="connsiteX30" fmla="*/ 818003 w 3007930"/>
                <a:gd name="connsiteY30" fmla="*/ 2136689 h 2135575"/>
                <a:gd name="connsiteX31" fmla="*/ 719420 w 3007930"/>
                <a:gd name="connsiteY31" fmla="*/ 2136689 h 2135575"/>
                <a:gd name="connsiteX32" fmla="*/ 715133 w 3007930"/>
                <a:gd name="connsiteY32" fmla="*/ 2119544 h 2135575"/>
                <a:gd name="connsiteX33" fmla="*/ 705875 w 3007930"/>
                <a:gd name="connsiteY33" fmla="*/ 2118036 h 2135575"/>
                <a:gd name="connsiteX34" fmla="*/ 521995 w 3007930"/>
                <a:gd name="connsiteY34" fmla="*/ 1978732 h 2135575"/>
                <a:gd name="connsiteX35" fmla="*/ 492763 w 3007930"/>
                <a:gd name="connsiteY35" fmla="*/ 1949543 h 2135575"/>
                <a:gd name="connsiteX36" fmla="*/ 474203 w 3007930"/>
                <a:gd name="connsiteY36" fmla="*/ 1930941 h 2135575"/>
                <a:gd name="connsiteX37" fmla="*/ 465373 w 3007930"/>
                <a:gd name="connsiteY37" fmla="*/ 1922154 h 2135575"/>
                <a:gd name="connsiteX38" fmla="*/ 457358 w 3007930"/>
                <a:gd name="connsiteY38" fmla="*/ 1914053 h 2135575"/>
                <a:gd name="connsiteX39" fmla="*/ 450243 w 3007930"/>
                <a:gd name="connsiteY39" fmla="*/ 1906938 h 2135575"/>
                <a:gd name="connsiteX40" fmla="*/ 445228 w 3007930"/>
                <a:gd name="connsiteY40" fmla="*/ 1892279 h 2135575"/>
                <a:gd name="connsiteX41" fmla="*/ 436656 w 3007930"/>
                <a:gd name="connsiteY41" fmla="*/ 1892279 h 2135575"/>
                <a:gd name="connsiteX42" fmla="*/ 436656 w 3007930"/>
                <a:gd name="connsiteY42" fmla="*/ 1883706 h 2135575"/>
                <a:gd name="connsiteX43" fmla="*/ 429026 w 3007930"/>
                <a:gd name="connsiteY43" fmla="*/ 1880307 h 2135575"/>
                <a:gd name="connsiteX44" fmla="*/ 404209 w 3007930"/>
                <a:gd name="connsiteY44" fmla="*/ 1860976 h 2135575"/>
                <a:gd name="connsiteX45" fmla="*/ 395250 w 3007930"/>
                <a:gd name="connsiteY45" fmla="*/ 1852104 h 2135575"/>
                <a:gd name="connsiteX46" fmla="*/ 385521 w 3007930"/>
                <a:gd name="connsiteY46" fmla="*/ 1842374 h 2135575"/>
                <a:gd name="connsiteX47" fmla="*/ 375191 w 3007930"/>
                <a:gd name="connsiteY47" fmla="*/ 1832130 h 2135575"/>
                <a:gd name="connsiteX48" fmla="*/ 341372 w 3007930"/>
                <a:gd name="connsiteY48" fmla="*/ 1798440 h 2135575"/>
                <a:gd name="connsiteX49" fmla="*/ 317798 w 3007930"/>
                <a:gd name="connsiteY49" fmla="*/ 1774951 h 2135575"/>
                <a:gd name="connsiteX50" fmla="*/ 268506 w 3007930"/>
                <a:gd name="connsiteY50" fmla="*/ 1725659 h 2135575"/>
                <a:gd name="connsiteX51" fmla="*/ 211499 w 3007930"/>
                <a:gd name="connsiteY51" fmla="*/ 1669081 h 2135575"/>
                <a:gd name="connsiteX52" fmla="*/ 156635 w 3007930"/>
                <a:gd name="connsiteY52" fmla="*/ 1614217 h 2135575"/>
                <a:gd name="connsiteX53" fmla="*/ 133360 w 3007930"/>
                <a:gd name="connsiteY53" fmla="*/ 1591071 h 2135575"/>
                <a:gd name="connsiteX54" fmla="*/ 1344 w 3007930"/>
                <a:gd name="connsiteY54" fmla="*/ 1365186 h 2135575"/>
                <a:gd name="connsiteX55" fmla="*/ 81068 w 3007930"/>
                <a:gd name="connsiteY55" fmla="*/ 1190307 h 2135575"/>
                <a:gd name="connsiteX56" fmla="*/ 98171 w 3007930"/>
                <a:gd name="connsiteY56" fmla="*/ 1175819 h 2135575"/>
                <a:gd name="connsiteX57" fmla="*/ 128303 w 3007930"/>
                <a:gd name="connsiteY57" fmla="*/ 1146930 h 2135575"/>
                <a:gd name="connsiteX58" fmla="*/ 138461 w 3007930"/>
                <a:gd name="connsiteY58" fmla="*/ 1136686 h 2135575"/>
                <a:gd name="connsiteX59" fmla="*/ 149177 w 3007930"/>
                <a:gd name="connsiteY59" fmla="*/ 1125884 h 2135575"/>
                <a:gd name="connsiteX60" fmla="*/ 161607 w 3007930"/>
                <a:gd name="connsiteY60" fmla="*/ 1113411 h 2135575"/>
                <a:gd name="connsiteX61" fmla="*/ 168208 w 3007930"/>
                <a:gd name="connsiteY61" fmla="*/ 1106768 h 2135575"/>
                <a:gd name="connsiteX62" fmla="*/ 319941 w 3007930"/>
                <a:gd name="connsiteY62" fmla="*/ 954177 h 2135575"/>
                <a:gd name="connsiteX63" fmla="*/ 407381 w 3007930"/>
                <a:gd name="connsiteY63" fmla="*/ 866309 h 2135575"/>
                <a:gd name="connsiteX64" fmla="*/ 484104 w 3007930"/>
                <a:gd name="connsiteY64" fmla="*/ 789157 h 2135575"/>
                <a:gd name="connsiteX65" fmla="*/ 524567 w 3007930"/>
                <a:gd name="connsiteY65" fmla="*/ 748480 h 2135575"/>
                <a:gd name="connsiteX66" fmla="*/ 562714 w 3007930"/>
                <a:gd name="connsiteY66" fmla="*/ 710204 h 2135575"/>
                <a:gd name="connsiteX67" fmla="*/ 576559 w 3007930"/>
                <a:gd name="connsiteY67" fmla="*/ 696231 h 2135575"/>
                <a:gd name="connsiteX68" fmla="*/ 771155 w 3007930"/>
                <a:gd name="connsiteY68" fmla="*/ 592503 h 2135575"/>
                <a:gd name="connsiteX69" fmla="*/ 924174 w 3007930"/>
                <a:gd name="connsiteY69" fmla="*/ 651654 h 2135575"/>
                <a:gd name="connsiteX70" fmla="*/ 1004327 w 3007930"/>
                <a:gd name="connsiteY70" fmla="*/ 829104 h 2135575"/>
                <a:gd name="connsiteX71" fmla="*/ 904028 w 3007930"/>
                <a:gd name="connsiteY71" fmla="*/ 1021986 h 2135575"/>
                <a:gd name="connsiteX72" fmla="*/ 891212 w 3007930"/>
                <a:gd name="connsiteY72" fmla="*/ 1034844 h 2135575"/>
                <a:gd name="connsiteX73" fmla="*/ 834634 w 3007930"/>
                <a:gd name="connsiteY73" fmla="*/ 1090994 h 2135575"/>
                <a:gd name="connsiteX74" fmla="*/ 827905 w 3007930"/>
                <a:gd name="connsiteY74" fmla="*/ 1097638 h 2135575"/>
                <a:gd name="connsiteX75" fmla="*/ 809559 w 3007930"/>
                <a:gd name="connsiteY75" fmla="*/ 1115769 h 2135575"/>
                <a:gd name="connsiteX76" fmla="*/ 801073 w 3007930"/>
                <a:gd name="connsiteY76" fmla="*/ 1128970 h 2135575"/>
                <a:gd name="connsiteX77" fmla="*/ 896227 w 3007930"/>
                <a:gd name="connsiteY77" fmla="*/ 1122284 h 2135575"/>
                <a:gd name="connsiteX78" fmla="*/ 905186 w 3007930"/>
                <a:gd name="connsiteY78" fmla="*/ 1121157 h 2135575"/>
                <a:gd name="connsiteX79" fmla="*/ 1393818 w 3007930"/>
                <a:gd name="connsiteY79" fmla="*/ 1008857 h 2135575"/>
                <a:gd name="connsiteX80" fmla="*/ 1405005 w 3007930"/>
                <a:gd name="connsiteY80" fmla="*/ 1005016 h 2135575"/>
                <a:gd name="connsiteX81" fmla="*/ 1893638 w 3007930"/>
                <a:gd name="connsiteY81" fmla="*/ 769701 h 2135575"/>
                <a:gd name="connsiteX82" fmla="*/ 1925185 w 3007930"/>
                <a:gd name="connsiteY82" fmla="*/ 749470 h 2135575"/>
                <a:gd name="connsiteX83" fmla="*/ 2138211 w 3007930"/>
                <a:gd name="connsiteY83" fmla="*/ 594737 h 2135575"/>
                <a:gd name="connsiteX84" fmla="*/ 2158442 w 3007930"/>
                <a:gd name="connsiteY84" fmla="*/ 578406 h 2135575"/>
                <a:gd name="connsiteX85" fmla="*/ 2269885 w 3007930"/>
                <a:gd name="connsiteY85" fmla="*/ 479822 h 2135575"/>
                <a:gd name="connsiteX86" fmla="*/ 2305118 w 3007930"/>
                <a:gd name="connsiteY86" fmla="*/ 447590 h 2135575"/>
                <a:gd name="connsiteX87" fmla="*/ 2363839 w 3007930"/>
                <a:gd name="connsiteY87" fmla="*/ 388868 h 2135575"/>
                <a:gd name="connsiteX88" fmla="*/ 2394058 w 3007930"/>
                <a:gd name="connsiteY88" fmla="*/ 355907 h 2135575"/>
                <a:gd name="connsiteX89" fmla="*/ 2471210 w 3007930"/>
                <a:gd name="connsiteY89" fmla="*/ 267181 h 2135575"/>
                <a:gd name="connsiteX90" fmla="*/ 2484283 w 3007930"/>
                <a:gd name="connsiteY90" fmla="*/ 251279 h 2135575"/>
                <a:gd name="connsiteX91" fmla="*/ 2573866 w 3007930"/>
                <a:gd name="connsiteY91" fmla="*/ 134265 h 2135575"/>
                <a:gd name="connsiteX92" fmla="*/ 2749602 w 3007930"/>
                <a:gd name="connsiteY92" fmla="*/ 2248 h 2135575"/>
                <a:gd name="connsiteX93" fmla="*/ 2933053 w 3007930"/>
                <a:gd name="connsiteY93" fmla="*/ 53255 h 213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007930" h="2135575">
                  <a:moveTo>
                    <a:pt x="2930267" y="54086"/>
                  </a:moveTo>
                  <a:cubicBezTo>
                    <a:pt x="2974844" y="95534"/>
                    <a:pt x="3006134" y="151813"/>
                    <a:pt x="3009134" y="213106"/>
                  </a:cubicBezTo>
                  <a:cubicBezTo>
                    <a:pt x="3013635" y="353695"/>
                    <a:pt x="2908836" y="459565"/>
                    <a:pt x="2821397" y="560292"/>
                  </a:cubicBezTo>
                  <a:cubicBezTo>
                    <a:pt x="2814839" y="567879"/>
                    <a:pt x="2808324" y="575508"/>
                    <a:pt x="2801851" y="583138"/>
                  </a:cubicBezTo>
                  <a:cubicBezTo>
                    <a:pt x="2777377" y="611899"/>
                    <a:pt x="2752559" y="640145"/>
                    <a:pt x="2726842" y="668006"/>
                  </a:cubicBezTo>
                  <a:cubicBezTo>
                    <a:pt x="2715612" y="680222"/>
                    <a:pt x="2704639" y="692695"/>
                    <a:pt x="2693752" y="705210"/>
                  </a:cubicBezTo>
                  <a:cubicBezTo>
                    <a:pt x="2660491" y="743315"/>
                    <a:pt x="2626458" y="780220"/>
                    <a:pt x="2588310" y="813224"/>
                  </a:cubicBezTo>
                  <a:cubicBezTo>
                    <a:pt x="2578238" y="821925"/>
                    <a:pt x="2568422" y="830883"/>
                    <a:pt x="2558607" y="839842"/>
                  </a:cubicBezTo>
                  <a:cubicBezTo>
                    <a:pt x="2543862" y="853172"/>
                    <a:pt x="2528817" y="865945"/>
                    <a:pt x="2513172" y="878418"/>
                  </a:cubicBezTo>
                  <a:cubicBezTo>
                    <a:pt x="2496242" y="892091"/>
                    <a:pt x="2480040" y="906407"/>
                    <a:pt x="2464309" y="921280"/>
                  </a:cubicBezTo>
                  <a:cubicBezTo>
                    <a:pt x="2436834" y="946826"/>
                    <a:pt x="2407731" y="969715"/>
                    <a:pt x="2377727" y="992432"/>
                  </a:cubicBezTo>
                  <a:cubicBezTo>
                    <a:pt x="2372626" y="996320"/>
                    <a:pt x="2372626" y="996320"/>
                    <a:pt x="2367397" y="1000276"/>
                  </a:cubicBezTo>
                  <a:cubicBezTo>
                    <a:pt x="2356210" y="1008763"/>
                    <a:pt x="2345023" y="1017207"/>
                    <a:pt x="2333793" y="1025650"/>
                  </a:cubicBezTo>
                  <a:cubicBezTo>
                    <a:pt x="2328564" y="1029598"/>
                    <a:pt x="2328564" y="1029598"/>
                    <a:pt x="2323206" y="1033623"/>
                  </a:cubicBezTo>
                  <a:cubicBezTo>
                    <a:pt x="2283601" y="1063284"/>
                    <a:pt x="2243053" y="1091059"/>
                    <a:pt x="2201476" y="1118062"/>
                  </a:cubicBezTo>
                  <a:cubicBezTo>
                    <a:pt x="2197147" y="1120874"/>
                    <a:pt x="2192818" y="1123677"/>
                    <a:pt x="2188360" y="1126592"/>
                  </a:cubicBezTo>
                  <a:cubicBezTo>
                    <a:pt x="2127496" y="1166154"/>
                    <a:pt x="2065774" y="1203744"/>
                    <a:pt x="2002337" y="1239320"/>
                  </a:cubicBezTo>
                  <a:cubicBezTo>
                    <a:pt x="1993293" y="1244464"/>
                    <a:pt x="1984292" y="1249693"/>
                    <a:pt x="1975291" y="1254965"/>
                  </a:cubicBezTo>
                  <a:cubicBezTo>
                    <a:pt x="1758407" y="1381838"/>
                    <a:pt x="1512376" y="1464134"/>
                    <a:pt x="1272346" y="1523713"/>
                  </a:cubicBezTo>
                  <a:cubicBezTo>
                    <a:pt x="1257815" y="1527305"/>
                    <a:pt x="1243328" y="1531085"/>
                    <a:pt x="1229055" y="1534857"/>
                  </a:cubicBezTo>
                  <a:cubicBezTo>
                    <a:pt x="1092323" y="1569747"/>
                    <a:pt x="946591" y="1591864"/>
                    <a:pt x="805573" y="1596579"/>
                  </a:cubicBezTo>
                  <a:cubicBezTo>
                    <a:pt x="804112" y="1609481"/>
                    <a:pt x="804112" y="1609481"/>
                    <a:pt x="812174" y="1616510"/>
                  </a:cubicBezTo>
                  <a:cubicBezTo>
                    <a:pt x="815123" y="1618953"/>
                    <a:pt x="818089" y="1621396"/>
                    <a:pt x="821132" y="1623925"/>
                  </a:cubicBezTo>
                  <a:cubicBezTo>
                    <a:pt x="824274" y="1626570"/>
                    <a:pt x="827433" y="1629197"/>
                    <a:pt x="830648" y="1631940"/>
                  </a:cubicBezTo>
                  <a:cubicBezTo>
                    <a:pt x="838063" y="1637984"/>
                    <a:pt x="845521" y="1643942"/>
                    <a:pt x="852979" y="1649900"/>
                  </a:cubicBezTo>
                  <a:cubicBezTo>
                    <a:pt x="866181" y="1661430"/>
                    <a:pt x="877154" y="1673689"/>
                    <a:pt x="888512" y="1687019"/>
                  </a:cubicBezTo>
                  <a:cubicBezTo>
                    <a:pt x="894170" y="1693577"/>
                    <a:pt x="900214" y="1699792"/>
                    <a:pt x="906300" y="1705921"/>
                  </a:cubicBezTo>
                  <a:cubicBezTo>
                    <a:pt x="959021" y="1758642"/>
                    <a:pt x="1001883" y="1823364"/>
                    <a:pt x="1004027" y="1900088"/>
                  </a:cubicBezTo>
                  <a:cubicBezTo>
                    <a:pt x="1003217" y="1960096"/>
                    <a:pt x="982638" y="2018389"/>
                    <a:pt x="941447" y="2062966"/>
                  </a:cubicBezTo>
                  <a:cubicBezTo>
                    <a:pt x="911444" y="2090398"/>
                    <a:pt x="864723" y="2123831"/>
                    <a:pt x="822290" y="2123831"/>
                  </a:cubicBezTo>
                  <a:cubicBezTo>
                    <a:pt x="820875" y="2128074"/>
                    <a:pt x="819461" y="2132317"/>
                    <a:pt x="818003" y="2136689"/>
                  </a:cubicBezTo>
                  <a:lnTo>
                    <a:pt x="719420" y="2136689"/>
                  </a:lnTo>
                  <a:cubicBezTo>
                    <a:pt x="718005" y="2131032"/>
                    <a:pt x="716591" y="2125374"/>
                    <a:pt x="715133" y="2119544"/>
                  </a:cubicBezTo>
                  <a:cubicBezTo>
                    <a:pt x="712081" y="2119047"/>
                    <a:pt x="709047" y="2118550"/>
                    <a:pt x="705875" y="2118036"/>
                  </a:cubicBezTo>
                  <a:cubicBezTo>
                    <a:pt x="631294" y="2101019"/>
                    <a:pt x="573858" y="2031025"/>
                    <a:pt x="521995" y="1978732"/>
                  </a:cubicBezTo>
                  <a:cubicBezTo>
                    <a:pt x="512265" y="1968960"/>
                    <a:pt x="502493" y="1959230"/>
                    <a:pt x="492763" y="1949543"/>
                  </a:cubicBezTo>
                  <a:cubicBezTo>
                    <a:pt x="486548" y="1943328"/>
                    <a:pt x="480375" y="1937156"/>
                    <a:pt x="474203" y="1930941"/>
                  </a:cubicBezTo>
                  <a:cubicBezTo>
                    <a:pt x="471284" y="1928039"/>
                    <a:pt x="468374" y="1925154"/>
                    <a:pt x="465373" y="1922154"/>
                  </a:cubicBezTo>
                  <a:cubicBezTo>
                    <a:pt x="461396" y="1918133"/>
                    <a:pt x="461396" y="1918133"/>
                    <a:pt x="457358" y="1914053"/>
                  </a:cubicBezTo>
                  <a:cubicBezTo>
                    <a:pt x="455014" y="1911700"/>
                    <a:pt x="452686" y="1909338"/>
                    <a:pt x="450243" y="1906938"/>
                  </a:cubicBezTo>
                  <a:cubicBezTo>
                    <a:pt x="445228" y="1900851"/>
                    <a:pt x="445228" y="1900851"/>
                    <a:pt x="445228" y="1892279"/>
                  </a:cubicBezTo>
                  <a:lnTo>
                    <a:pt x="436656" y="1892279"/>
                  </a:lnTo>
                  <a:lnTo>
                    <a:pt x="436656" y="1883706"/>
                  </a:lnTo>
                  <a:cubicBezTo>
                    <a:pt x="434144" y="1882583"/>
                    <a:pt x="431641" y="1881460"/>
                    <a:pt x="429026" y="1880307"/>
                  </a:cubicBezTo>
                  <a:cubicBezTo>
                    <a:pt x="418953" y="1874864"/>
                    <a:pt x="412310" y="1869034"/>
                    <a:pt x="404209" y="1860976"/>
                  </a:cubicBezTo>
                  <a:cubicBezTo>
                    <a:pt x="399751" y="1856604"/>
                    <a:pt x="399751" y="1856604"/>
                    <a:pt x="395250" y="1852104"/>
                  </a:cubicBezTo>
                  <a:cubicBezTo>
                    <a:pt x="392044" y="1848898"/>
                    <a:pt x="388821" y="1845674"/>
                    <a:pt x="385521" y="1842374"/>
                  </a:cubicBezTo>
                  <a:cubicBezTo>
                    <a:pt x="382109" y="1838992"/>
                    <a:pt x="378706" y="1835602"/>
                    <a:pt x="375191" y="1832130"/>
                  </a:cubicBezTo>
                  <a:cubicBezTo>
                    <a:pt x="363918" y="1820900"/>
                    <a:pt x="352645" y="1809670"/>
                    <a:pt x="341372" y="1798440"/>
                  </a:cubicBezTo>
                  <a:cubicBezTo>
                    <a:pt x="333528" y="1790596"/>
                    <a:pt x="325642" y="1782795"/>
                    <a:pt x="317798" y="1774951"/>
                  </a:cubicBezTo>
                  <a:cubicBezTo>
                    <a:pt x="301296" y="1758492"/>
                    <a:pt x="284837" y="1742033"/>
                    <a:pt x="268506" y="1725659"/>
                  </a:cubicBezTo>
                  <a:cubicBezTo>
                    <a:pt x="249561" y="1706714"/>
                    <a:pt x="230615" y="1687855"/>
                    <a:pt x="211499" y="1669081"/>
                  </a:cubicBezTo>
                  <a:cubicBezTo>
                    <a:pt x="193154" y="1650821"/>
                    <a:pt x="174809" y="1632562"/>
                    <a:pt x="156635" y="1614217"/>
                  </a:cubicBezTo>
                  <a:cubicBezTo>
                    <a:pt x="148877" y="1606502"/>
                    <a:pt x="141119" y="1598786"/>
                    <a:pt x="133360" y="1591071"/>
                  </a:cubicBezTo>
                  <a:cubicBezTo>
                    <a:pt x="67352" y="1525492"/>
                    <a:pt x="5630" y="1463341"/>
                    <a:pt x="1344" y="1365186"/>
                  </a:cubicBezTo>
                  <a:cubicBezTo>
                    <a:pt x="3877" y="1301749"/>
                    <a:pt x="34991" y="1234027"/>
                    <a:pt x="81068" y="1190307"/>
                  </a:cubicBezTo>
                  <a:cubicBezTo>
                    <a:pt x="86683" y="1185420"/>
                    <a:pt x="92384" y="1180577"/>
                    <a:pt x="98171" y="1175819"/>
                  </a:cubicBezTo>
                  <a:cubicBezTo>
                    <a:pt x="108800" y="1166732"/>
                    <a:pt x="118444" y="1156874"/>
                    <a:pt x="128303" y="1146930"/>
                  </a:cubicBezTo>
                  <a:cubicBezTo>
                    <a:pt x="133360" y="1141872"/>
                    <a:pt x="133360" y="1141872"/>
                    <a:pt x="138461" y="1136686"/>
                  </a:cubicBezTo>
                  <a:cubicBezTo>
                    <a:pt x="142006" y="1133120"/>
                    <a:pt x="145534" y="1129571"/>
                    <a:pt x="149177" y="1125884"/>
                  </a:cubicBezTo>
                  <a:cubicBezTo>
                    <a:pt x="153313" y="1121722"/>
                    <a:pt x="157449" y="1117569"/>
                    <a:pt x="161607" y="1113411"/>
                  </a:cubicBezTo>
                  <a:cubicBezTo>
                    <a:pt x="163789" y="1111217"/>
                    <a:pt x="165979" y="1109039"/>
                    <a:pt x="168208" y="1106768"/>
                  </a:cubicBezTo>
                  <a:cubicBezTo>
                    <a:pt x="218786" y="1055761"/>
                    <a:pt x="269363" y="1005184"/>
                    <a:pt x="319941" y="954177"/>
                  </a:cubicBezTo>
                  <a:cubicBezTo>
                    <a:pt x="349173" y="924859"/>
                    <a:pt x="378234" y="895456"/>
                    <a:pt x="407381" y="866309"/>
                  </a:cubicBezTo>
                  <a:cubicBezTo>
                    <a:pt x="432884" y="840634"/>
                    <a:pt x="458387" y="814874"/>
                    <a:pt x="484104" y="789157"/>
                  </a:cubicBezTo>
                  <a:cubicBezTo>
                    <a:pt x="497606" y="775612"/>
                    <a:pt x="511108" y="762067"/>
                    <a:pt x="524567" y="748480"/>
                  </a:cubicBezTo>
                  <a:cubicBezTo>
                    <a:pt x="537254" y="735664"/>
                    <a:pt x="549984" y="722934"/>
                    <a:pt x="562714" y="710204"/>
                  </a:cubicBezTo>
                  <a:cubicBezTo>
                    <a:pt x="567343" y="705575"/>
                    <a:pt x="571973" y="700903"/>
                    <a:pt x="576559" y="696231"/>
                  </a:cubicBezTo>
                  <a:cubicBezTo>
                    <a:pt x="631423" y="640509"/>
                    <a:pt x="689716" y="594218"/>
                    <a:pt x="771155" y="592503"/>
                  </a:cubicBezTo>
                  <a:cubicBezTo>
                    <a:pt x="829448" y="593768"/>
                    <a:pt x="881740" y="610463"/>
                    <a:pt x="924174" y="651654"/>
                  </a:cubicBezTo>
                  <a:cubicBezTo>
                    <a:pt x="972180" y="702231"/>
                    <a:pt x="1000898" y="757953"/>
                    <a:pt x="1004327" y="829104"/>
                  </a:cubicBezTo>
                  <a:cubicBezTo>
                    <a:pt x="1000040" y="913115"/>
                    <a:pt x="961036" y="965407"/>
                    <a:pt x="904028" y="1021986"/>
                  </a:cubicBezTo>
                  <a:cubicBezTo>
                    <a:pt x="899755" y="1026268"/>
                    <a:pt x="895499" y="1030558"/>
                    <a:pt x="891212" y="1034844"/>
                  </a:cubicBezTo>
                  <a:cubicBezTo>
                    <a:pt x="853193" y="1072906"/>
                    <a:pt x="853193" y="1072906"/>
                    <a:pt x="834634" y="1090994"/>
                  </a:cubicBezTo>
                  <a:cubicBezTo>
                    <a:pt x="832418" y="1093189"/>
                    <a:pt x="830219" y="1095366"/>
                    <a:pt x="827905" y="1097638"/>
                  </a:cubicBezTo>
                  <a:cubicBezTo>
                    <a:pt x="821818" y="1103682"/>
                    <a:pt x="815689" y="1109725"/>
                    <a:pt x="809559" y="1115769"/>
                  </a:cubicBezTo>
                  <a:cubicBezTo>
                    <a:pt x="800558" y="1123141"/>
                    <a:pt x="800558" y="1123141"/>
                    <a:pt x="801073" y="1128970"/>
                  </a:cubicBezTo>
                  <a:cubicBezTo>
                    <a:pt x="833134" y="1129978"/>
                    <a:pt x="864509" y="1126270"/>
                    <a:pt x="896227" y="1122284"/>
                  </a:cubicBezTo>
                  <a:cubicBezTo>
                    <a:pt x="899189" y="1121912"/>
                    <a:pt x="902142" y="1121542"/>
                    <a:pt x="905186" y="1121157"/>
                  </a:cubicBezTo>
                  <a:cubicBezTo>
                    <a:pt x="1070206" y="1100111"/>
                    <a:pt x="1235227" y="1063721"/>
                    <a:pt x="1393818" y="1008857"/>
                  </a:cubicBezTo>
                  <a:cubicBezTo>
                    <a:pt x="1397513" y="1007588"/>
                    <a:pt x="1401191" y="1006324"/>
                    <a:pt x="1405005" y="1005016"/>
                  </a:cubicBezTo>
                  <a:cubicBezTo>
                    <a:pt x="1573883" y="946723"/>
                    <a:pt x="1743619" y="869571"/>
                    <a:pt x="1893638" y="769701"/>
                  </a:cubicBezTo>
                  <a:cubicBezTo>
                    <a:pt x="1904053" y="762758"/>
                    <a:pt x="1914598" y="756114"/>
                    <a:pt x="1925185" y="749470"/>
                  </a:cubicBezTo>
                  <a:cubicBezTo>
                    <a:pt x="1999765" y="702321"/>
                    <a:pt x="2069631" y="650458"/>
                    <a:pt x="2138211" y="594737"/>
                  </a:cubicBezTo>
                  <a:cubicBezTo>
                    <a:pt x="2144941" y="589293"/>
                    <a:pt x="2151713" y="583849"/>
                    <a:pt x="2158442" y="578406"/>
                  </a:cubicBezTo>
                  <a:cubicBezTo>
                    <a:pt x="2197061" y="547159"/>
                    <a:pt x="2233452" y="513684"/>
                    <a:pt x="2269885" y="479822"/>
                  </a:cubicBezTo>
                  <a:cubicBezTo>
                    <a:pt x="2281543" y="468978"/>
                    <a:pt x="2293288" y="458220"/>
                    <a:pt x="2305118" y="447590"/>
                  </a:cubicBezTo>
                  <a:cubicBezTo>
                    <a:pt x="2325863" y="428902"/>
                    <a:pt x="2345966" y="410213"/>
                    <a:pt x="2363839" y="388868"/>
                  </a:cubicBezTo>
                  <a:cubicBezTo>
                    <a:pt x="2373612" y="377595"/>
                    <a:pt x="2383813" y="366751"/>
                    <a:pt x="2394058" y="355907"/>
                  </a:cubicBezTo>
                  <a:cubicBezTo>
                    <a:pt x="2421061" y="327317"/>
                    <a:pt x="2446778" y="298042"/>
                    <a:pt x="2471210" y="267181"/>
                  </a:cubicBezTo>
                  <a:cubicBezTo>
                    <a:pt x="2475582" y="261866"/>
                    <a:pt x="2479911" y="256594"/>
                    <a:pt x="2484283" y="251279"/>
                  </a:cubicBezTo>
                  <a:cubicBezTo>
                    <a:pt x="2515616" y="213217"/>
                    <a:pt x="2545148" y="174127"/>
                    <a:pt x="2573866" y="134265"/>
                  </a:cubicBezTo>
                  <a:cubicBezTo>
                    <a:pt x="2621443" y="68256"/>
                    <a:pt x="2668163" y="22822"/>
                    <a:pt x="2749602" y="2248"/>
                  </a:cubicBezTo>
                  <a:cubicBezTo>
                    <a:pt x="2816896" y="-3367"/>
                    <a:pt x="2879047" y="11592"/>
                    <a:pt x="2933053" y="53255"/>
                  </a:cubicBezTo>
                  <a:close/>
                </a:path>
              </a:pathLst>
            </a:custGeom>
            <a:grpFill/>
            <a:ln w="4286" cap="flat">
              <a:noFill/>
              <a:prstDash val="solid"/>
              <a:miter/>
            </a:ln>
          </p:spPr>
          <p:txBody>
            <a:bodyPr rtlCol="0" anchor="ctr"/>
            <a:lstStyle/>
            <a:p>
              <a:endParaRPr lang="fr-FR"/>
            </a:p>
          </p:txBody>
        </p:sp>
      </p:grpSp>
      <p:grpSp>
        <p:nvGrpSpPr>
          <p:cNvPr id="21" name="Group 20">
            <a:extLst>
              <a:ext uri="{FF2B5EF4-FFF2-40B4-BE49-F238E27FC236}">
                <a16:creationId xmlns:a16="http://schemas.microsoft.com/office/drawing/2014/main" id="{4B327B7C-7803-223D-BC36-45398458F411}"/>
              </a:ext>
            </a:extLst>
          </p:cNvPr>
          <p:cNvGrpSpPr/>
          <p:nvPr/>
        </p:nvGrpSpPr>
        <p:grpSpPr>
          <a:xfrm>
            <a:off x="-1471294" y="3430577"/>
            <a:ext cx="288000" cy="252000"/>
            <a:chOff x="3031853" y="897516"/>
            <a:chExt cx="6403839" cy="5628195"/>
          </a:xfrm>
        </p:grpSpPr>
        <p:sp>
          <p:nvSpPr>
            <p:cNvPr id="22" name="Freeform: Shape 21">
              <a:extLst>
                <a:ext uri="{FF2B5EF4-FFF2-40B4-BE49-F238E27FC236}">
                  <a16:creationId xmlns:a16="http://schemas.microsoft.com/office/drawing/2014/main" id="{643D925E-4D69-3174-9D59-F980D1B1675D}"/>
                </a:ext>
              </a:extLst>
            </p:cNvPr>
            <p:cNvSpPr/>
            <p:nvPr/>
          </p:nvSpPr>
          <p:spPr>
            <a:xfrm>
              <a:off x="8175688" y="5756656"/>
              <a:ext cx="441851" cy="478762"/>
            </a:xfrm>
            <a:custGeom>
              <a:avLst/>
              <a:gdLst>
                <a:gd name="connsiteX0" fmla="*/ 381993 w 441851"/>
                <a:gd name="connsiteY0" fmla="*/ 22557 h 478762"/>
                <a:gd name="connsiteX1" fmla="*/ 422927 w 441851"/>
                <a:gd name="connsiteY1" fmla="*/ 64562 h 478762"/>
                <a:gd name="connsiteX2" fmla="*/ 428542 w 441851"/>
                <a:gd name="connsiteY2" fmla="*/ 72749 h 478762"/>
                <a:gd name="connsiteX3" fmla="*/ 436900 w 441851"/>
                <a:gd name="connsiteY3" fmla="*/ 189764 h 478762"/>
                <a:gd name="connsiteX4" fmla="*/ 294168 w 441851"/>
                <a:gd name="connsiteY4" fmla="*/ 385217 h 478762"/>
                <a:gd name="connsiteX5" fmla="*/ 277023 w 441851"/>
                <a:gd name="connsiteY5" fmla="*/ 405748 h 478762"/>
                <a:gd name="connsiteX6" fmla="*/ 163009 w 441851"/>
                <a:gd name="connsiteY6" fmla="*/ 479471 h 478762"/>
                <a:gd name="connsiteX7" fmla="*/ 36135 w 441851"/>
                <a:gd name="connsiteY7" fmla="*/ 440466 h 478762"/>
                <a:gd name="connsiteX8" fmla="*/ 1374 w 441851"/>
                <a:gd name="connsiteY8" fmla="*/ 364171 h 478762"/>
                <a:gd name="connsiteX9" fmla="*/ 19848 w 441851"/>
                <a:gd name="connsiteY9" fmla="*/ 296020 h 478762"/>
                <a:gd name="connsiteX10" fmla="*/ 25034 w 441851"/>
                <a:gd name="connsiteY10" fmla="*/ 285604 h 478762"/>
                <a:gd name="connsiteX11" fmla="*/ 102187 w 441851"/>
                <a:gd name="connsiteY11" fmla="*/ 191735 h 478762"/>
                <a:gd name="connsiteX12" fmla="*/ 158765 w 441851"/>
                <a:gd name="connsiteY12" fmla="*/ 120584 h 478762"/>
                <a:gd name="connsiteX13" fmla="*/ 381650 w 441851"/>
                <a:gd name="connsiteY13" fmla="*/ 22428 h 4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851" h="478762">
                  <a:moveTo>
                    <a:pt x="381993" y="22557"/>
                  </a:moveTo>
                  <a:cubicBezTo>
                    <a:pt x="398881" y="34473"/>
                    <a:pt x="411268" y="47503"/>
                    <a:pt x="422927" y="64562"/>
                  </a:cubicBezTo>
                  <a:cubicBezTo>
                    <a:pt x="424783" y="67271"/>
                    <a:pt x="426639" y="69963"/>
                    <a:pt x="428542" y="72749"/>
                  </a:cubicBezTo>
                  <a:cubicBezTo>
                    <a:pt x="447573" y="106996"/>
                    <a:pt x="445515" y="152473"/>
                    <a:pt x="436900" y="189764"/>
                  </a:cubicBezTo>
                  <a:cubicBezTo>
                    <a:pt x="409039" y="264344"/>
                    <a:pt x="346889" y="327781"/>
                    <a:pt x="294168" y="385217"/>
                  </a:cubicBezTo>
                  <a:cubicBezTo>
                    <a:pt x="288253" y="391860"/>
                    <a:pt x="282552" y="398718"/>
                    <a:pt x="277023" y="405748"/>
                  </a:cubicBezTo>
                  <a:cubicBezTo>
                    <a:pt x="249034" y="440252"/>
                    <a:pt x="207586" y="472185"/>
                    <a:pt x="163009" y="479471"/>
                  </a:cubicBezTo>
                  <a:cubicBezTo>
                    <a:pt x="113717" y="483205"/>
                    <a:pt x="74712" y="470642"/>
                    <a:pt x="36135" y="440466"/>
                  </a:cubicBezTo>
                  <a:cubicBezTo>
                    <a:pt x="14190" y="419464"/>
                    <a:pt x="2231" y="394604"/>
                    <a:pt x="1374" y="364171"/>
                  </a:cubicBezTo>
                  <a:cubicBezTo>
                    <a:pt x="1681" y="338239"/>
                    <a:pt x="8232" y="318737"/>
                    <a:pt x="19848" y="296020"/>
                  </a:cubicBezTo>
                  <a:cubicBezTo>
                    <a:pt x="22424" y="290876"/>
                    <a:pt x="22424" y="290876"/>
                    <a:pt x="25034" y="285604"/>
                  </a:cubicBezTo>
                  <a:cubicBezTo>
                    <a:pt x="44922" y="249471"/>
                    <a:pt x="73897" y="221310"/>
                    <a:pt x="102187" y="191735"/>
                  </a:cubicBezTo>
                  <a:cubicBezTo>
                    <a:pt x="123104" y="169318"/>
                    <a:pt x="141191" y="145444"/>
                    <a:pt x="158765" y="120584"/>
                  </a:cubicBezTo>
                  <a:cubicBezTo>
                    <a:pt x="214486" y="43002"/>
                    <a:pt x="279637" y="-38008"/>
                    <a:pt x="381650" y="22428"/>
                  </a:cubicBezTo>
                  <a:close/>
                </a:path>
              </a:pathLst>
            </a:custGeom>
            <a:solidFill>
              <a:schemeClr val="bg1">
                <a:alpha val="25000"/>
              </a:schemeClr>
            </a:solidFill>
            <a:ln w="4286"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2C3A48D3-5770-775C-6FB2-7A52CB81BE73}"/>
                </a:ext>
              </a:extLst>
            </p:cNvPr>
            <p:cNvSpPr/>
            <p:nvPr/>
          </p:nvSpPr>
          <p:spPr>
            <a:xfrm>
              <a:off x="7741791" y="4199903"/>
              <a:ext cx="517737" cy="376185"/>
            </a:xfrm>
            <a:custGeom>
              <a:avLst/>
              <a:gdLst>
                <a:gd name="connsiteX0" fmla="*/ 391452 w 517737"/>
                <a:gd name="connsiteY0" fmla="*/ 87347 h 376185"/>
                <a:gd name="connsiteX1" fmla="*/ 513182 w 517737"/>
                <a:gd name="connsiteY1" fmla="*/ 204790 h 376185"/>
                <a:gd name="connsiteX2" fmla="*/ 504609 w 517737"/>
                <a:gd name="connsiteY2" fmla="*/ 311518 h 376185"/>
                <a:gd name="connsiteX3" fmla="*/ 423170 w 517737"/>
                <a:gd name="connsiteY3" fmla="*/ 375811 h 376185"/>
                <a:gd name="connsiteX4" fmla="*/ 231146 w 517737"/>
                <a:gd name="connsiteY4" fmla="*/ 318804 h 376185"/>
                <a:gd name="connsiteX5" fmla="*/ 127848 w 517737"/>
                <a:gd name="connsiteY5" fmla="*/ 276542 h 376185"/>
                <a:gd name="connsiteX6" fmla="*/ 12976 w 517737"/>
                <a:gd name="connsiteY6" fmla="*/ 198532 h 376185"/>
                <a:gd name="connsiteX7" fmla="*/ 9761 w 517737"/>
                <a:gd name="connsiteY7" fmla="*/ 87089 h 376185"/>
                <a:gd name="connsiteX8" fmla="*/ 101487 w 517737"/>
                <a:gd name="connsiteY8" fmla="*/ 7365 h 376185"/>
                <a:gd name="connsiteX9" fmla="*/ 391238 w 517737"/>
                <a:gd name="connsiteY9" fmla="*/ 87089 h 37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7737" h="376185">
                  <a:moveTo>
                    <a:pt x="391452" y="87347"/>
                  </a:moveTo>
                  <a:cubicBezTo>
                    <a:pt x="444602" y="114007"/>
                    <a:pt x="488750" y="149069"/>
                    <a:pt x="513182" y="204790"/>
                  </a:cubicBezTo>
                  <a:cubicBezTo>
                    <a:pt x="524154" y="239894"/>
                    <a:pt x="518711" y="278085"/>
                    <a:pt x="504609" y="311518"/>
                  </a:cubicBezTo>
                  <a:cubicBezTo>
                    <a:pt x="485964" y="340793"/>
                    <a:pt x="456174" y="364667"/>
                    <a:pt x="423170" y="375811"/>
                  </a:cubicBezTo>
                  <a:cubicBezTo>
                    <a:pt x="354590" y="384898"/>
                    <a:pt x="291154" y="347008"/>
                    <a:pt x="231146" y="318804"/>
                  </a:cubicBezTo>
                  <a:cubicBezTo>
                    <a:pt x="197242" y="302859"/>
                    <a:pt x="162995" y="289358"/>
                    <a:pt x="127848" y="276542"/>
                  </a:cubicBezTo>
                  <a:cubicBezTo>
                    <a:pt x="36122" y="242509"/>
                    <a:pt x="36122" y="242509"/>
                    <a:pt x="12976" y="198532"/>
                  </a:cubicBezTo>
                  <a:cubicBezTo>
                    <a:pt x="-97" y="162399"/>
                    <a:pt x="-3654" y="123951"/>
                    <a:pt x="9761" y="87089"/>
                  </a:cubicBezTo>
                  <a:cubicBezTo>
                    <a:pt x="29864" y="44613"/>
                    <a:pt x="59053" y="25367"/>
                    <a:pt x="101487" y="7365"/>
                  </a:cubicBezTo>
                  <a:cubicBezTo>
                    <a:pt x="185926" y="-20795"/>
                    <a:pt x="316657" y="51514"/>
                    <a:pt x="391238" y="87089"/>
                  </a:cubicBezTo>
                  <a:close/>
                </a:path>
              </a:pathLst>
            </a:custGeom>
            <a:solidFill>
              <a:schemeClr val="bg1">
                <a:alpha val="25000"/>
              </a:schemeClr>
            </a:solidFill>
            <a:ln w="4286"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78756BBC-2E7D-EA30-A406-9674A8B3AD69}"/>
                </a:ext>
              </a:extLst>
            </p:cNvPr>
            <p:cNvSpPr/>
            <p:nvPr/>
          </p:nvSpPr>
          <p:spPr>
            <a:xfrm>
              <a:off x="6161193" y="2116866"/>
              <a:ext cx="545253" cy="267605"/>
            </a:xfrm>
            <a:custGeom>
              <a:avLst/>
              <a:gdLst>
                <a:gd name="connsiteX0" fmla="*/ 132820 w 545253"/>
                <a:gd name="connsiteY0" fmla="*/ 1035 h 267605"/>
                <a:gd name="connsiteX1" fmla="*/ 141906 w 545253"/>
                <a:gd name="connsiteY1" fmla="*/ 991 h 267605"/>
                <a:gd name="connsiteX2" fmla="*/ 171739 w 545253"/>
                <a:gd name="connsiteY2" fmla="*/ 937 h 267605"/>
                <a:gd name="connsiteX3" fmla="*/ 192570 w 545253"/>
                <a:gd name="connsiteY3" fmla="*/ 894 h 267605"/>
                <a:gd name="connsiteX4" fmla="*/ 236290 w 545253"/>
                <a:gd name="connsiteY4" fmla="*/ 863 h 267605"/>
                <a:gd name="connsiteX5" fmla="*/ 292011 w 545253"/>
                <a:gd name="connsiteY5" fmla="*/ 731 h 267605"/>
                <a:gd name="connsiteX6" fmla="*/ 335302 w 545253"/>
                <a:gd name="connsiteY6" fmla="*/ 677 h 267605"/>
                <a:gd name="connsiteX7" fmla="*/ 355790 w 545253"/>
                <a:gd name="connsiteY7" fmla="*/ 620 h 267605"/>
                <a:gd name="connsiteX8" fmla="*/ 498094 w 545253"/>
                <a:gd name="connsiteY8" fmla="*/ 21494 h 267605"/>
                <a:gd name="connsiteX9" fmla="*/ 546100 w 545253"/>
                <a:gd name="connsiteY9" fmla="*/ 141938 h 267605"/>
                <a:gd name="connsiteX10" fmla="*/ 522783 w 545253"/>
                <a:gd name="connsiteY10" fmla="*/ 226805 h 267605"/>
                <a:gd name="connsiteX11" fmla="*/ 367192 w 545253"/>
                <a:gd name="connsiteY11" fmla="*/ 268082 h 267605"/>
                <a:gd name="connsiteX12" fmla="*/ 354162 w 545253"/>
                <a:gd name="connsiteY12" fmla="*/ 268094 h 267605"/>
                <a:gd name="connsiteX13" fmla="*/ 326901 w 545253"/>
                <a:gd name="connsiteY13" fmla="*/ 268071 h 267605"/>
                <a:gd name="connsiteX14" fmla="*/ 286225 w 545253"/>
                <a:gd name="connsiteY14" fmla="*/ 268099 h 267605"/>
                <a:gd name="connsiteX15" fmla="*/ 155494 w 545253"/>
                <a:gd name="connsiteY15" fmla="*/ 266140 h 267605"/>
                <a:gd name="connsiteX16" fmla="*/ 144221 w 545253"/>
                <a:gd name="connsiteY16" fmla="*/ 265854 h 267605"/>
                <a:gd name="connsiteX17" fmla="*/ 42637 w 545253"/>
                <a:gd name="connsiteY17" fmla="*/ 228778 h 267605"/>
                <a:gd name="connsiteX18" fmla="*/ 846 w 545253"/>
                <a:gd name="connsiteY18" fmla="*/ 134481 h 267605"/>
                <a:gd name="connsiteX19" fmla="*/ 65140 w 545253"/>
                <a:gd name="connsiteY19" fmla="*/ 23038 h 267605"/>
                <a:gd name="connsiteX20" fmla="*/ 133291 w 545253"/>
                <a:gd name="connsiteY20" fmla="*/ 964 h 26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5253" h="267605">
                  <a:moveTo>
                    <a:pt x="132820" y="1035"/>
                  </a:moveTo>
                  <a:cubicBezTo>
                    <a:pt x="137320" y="1013"/>
                    <a:pt x="137320" y="1013"/>
                    <a:pt x="141906" y="991"/>
                  </a:cubicBezTo>
                  <a:cubicBezTo>
                    <a:pt x="151851" y="950"/>
                    <a:pt x="161795" y="942"/>
                    <a:pt x="171739" y="937"/>
                  </a:cubicBezTo>
                  <a:cubicBezTo>
                    <a:pt x="178683" y="923"/>
                    <a:pt x="185626" y="909"/>
                    <a:pt x="192570" y="894"/>
                  </a:cubicBezTo>
                  <a:cubicBezTo>
                    <a:pt x="207186" y="868"/>
                    <a:pt x="221759" y="860"/>
                    <a:pt x="236290" y="863"/>
                  </a:cubicBezTo>
                  <a:cubicBezTo>
                    <a:pt x="254849" y="863"/>
                    <a:pt x="273409" y="805"/>
                    <a:pt x="292011" y="731"/>
                  </a:cubicBezTo>
                  <a:cubicBezTo>
                    <a:pt x="306413" y="683"/>
                    <a:pt x="320772" y="675"/>
                    <a:pt x="335302" y="677"/>
                  </a:cubicBezTo>
                  <a:cubicBezTo>
                    <a:pt x="342117" y="672"/>
                    <a:pt x="348975" y="653"/>
                    <a:pt x="355790" y="620"/>
                  </a:cubicBezTo>
                  <a:cubicBezTo>
                    <a:pt x="470233" y="114"/>
                    <a:pt x="470233" y="114"/>
                    <a:pt x="498094" y="21494"/>
                  </a:cubicBezTo>
                  <a:cubicBezTo>
                    <a:pt x="531355" y="55955"/>
                    <a:pt x="542671" y="94789"/>
                    <a:pt x="546100" y="141938"/>
                  </a:cubicBezTo>
                  <a:cubicBezTo>
                    <a:pt x="545598" y="170441"/>
                    <a:pt x="540228" y="203660"/>
                    <a:pt x="522783" y="226805"/>
                  </a:cubicBezTo>
                  <a:cubicBezTo>
                    <a:pt x="479492" y="265339"/>
                    <a:pt x="422484" y="268210"/>
                    <a:pt x="367192" y="268082"/>
                  </a:cubicBezTo>
                  <a:cubicBezTo>
                    <a:pt x="362906" y="268086"/>
                    <a:pt x="358619" y="268090"/>
                    <a:pt x="354162" y="268094"/>
                  </a:cubicBezTo>
                  <a:cubicBezTo>
                    <a:pt x="345075" y="268097"/>
                    <a:pt x="335988" y="268089"/>
                    <a:pt x="326901" y="268071"/>
                  </a:cubicBezTo>
                  <a:cubicBezTo>
                    <a:pt x="313357" y="268049"/>
                    <a:pt x="299769" y="268071"/>
                    <a:pt x="286225" y="268099"/>
                  </a:cubicBezTo>
                  <a:cubicBezTo>
                    <a:pt x="242505" y="268122"/>
                    <a:pt x="198785" y="267670"/>
                    <a:pt x="155494" y="266140"/>
                  </a:cubicBezTo>
                  <a:cubicBezTo>
                    <a:pt x="151769" y="266046"/>
                    <a:pt x="148036" y="265951"/>
                    <a:pt x="144221" y="265854"/>
                  </a:cubicBezTo>
                  <a:cubicBezTo>
                    <a:pt x="105173" y="264217"/>
                    <a:pt x="71355" y="256167"/>
                    <a:pt x="42637" y="228778"/>
                  </a:cubicBezTo>
                  <a:cubicBezTo>
                    <a:pt x="18420" y="201646"/>
                    <a:pt x="3246" y="171343"/>
                    <a:pt x="846" y="134481"/>
                  </a:cubicBezTo>
                  <a:cubicBezTo>
                    <a:pt x="4631" y="89475"/>
                    <a:pt x="31321" y="51756"/>
                    <a:pt x="65140" y="23038"/>
                  </a:cubicBezTo>
                  <a:cubicBezTo>
                    <a:pt x="87771" y="5722"/>
                    <a:pt x="104873" y="1050"/>
                    <a:pt x="133291" y="964"/>
                  </a:cubicBezTo>
                  <a:close/>
                </a:path>
              </a:pathLst>
            </a:custGeom>
            <a:solidFill>
              <a:schemeClr val="bg1">
                <a:alpha val="25000"/>
              </a:schemeClr>
            </a:solidFill>
            <a:ln w="4286"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90880273-1BB8-FB18-739B-F0B70C27576B}"/>
                </a:ext>
              </a:extLst>
            </p:cNvPr>
            <p:cNvSpPr/>
            <p:nvPr/>
          </p:nvSpPr>
          <p:spPr>
            <a:xfrm>
              <a:off x="3327048" y="2218910"/>
              <a:ext cx="497289" cy="426237"/>
            </a:xfrm>
            <a:custGeom>
              <a:avLst/>
              <a:gdLst>
                <a:gd name="connsiteX0" fmla="*/ 411764 w 497289"/>
                <a:gd name="connsiteY0" fmla="*/ 10460 h 426237"/>
                <a:gd name="connsiteX1" fmla="*/ 494060 w 497289"/>
                <a:gd name="connsiteY1" fmla="*/ 103043 h 426237"/>
                <a:gd name="connsiteX2" fmla="*/ 497155 w 497289"/>
                <a:gd name="connsiteY2" fmla="*/ 147191 h 426237"/>
                <a:gd name="connsiteX3" fmla="*/ 497532 w 497289"/>
                <a:gd name="connsiteY3" fmla="*/ 156707 h 426237"/>
                <a:gd name="connsiteX4" fmla="*/ 461527 w 497289"/>
                <a:gd name="connsiteY4" fmla="*/ 236002 h 426237"/>
                <a:gd name="connsiteX5" fmla="*/ 432595 w 497289"/>
                <a:gd name="connsiteY5" fmla="*/ 256105 h 426237"/>
                <a:gd name="connsiteX6" fmla="*/ 424108 w 497289"/>
                <a:gd name="connsiteY6" fmla="*/ 261677 h 426237"/>
                <a:gd name="connsiteX7" fmla="*/ 370959 w 497289"/>
                <a:gd name="connsiteY7" fmla="*/ 294981 h 426237"/>
                <a:gd name="connsiteX8" fmla="*/ 300236 w 497289"/>
                <a:gd name="connsiteY8" fmla="*/ 342987 h 426237"/>
                <a:gd name="connsiteX9" fmla="*/ 124071 w 497289"/>
                <a:gd name="connsiteY9" fmla="*/ 425712 h 426237"/>
                <a:gd name="connsiteX10" fmla="*/ 30202 w 497289"/>
                <a:gd name="connsiteY10" fmla="*/ 372991 h 426237"/>
                <a:gd name="connsiteX11" fmla="*/ 327 w 497289"/>
                <a:gd name="connsiteY11" fmla="*/ 288552 h 426237"/>
                <a:gd name="connsiteX12" fmla="*/ 215068 w 497289"/>
                <a:gd name="connsiteY12" fmla="*/ 71668 h 426237"/>
                <a:gd name="connsiteX13" fmla="*/ 311509 w 497289"/>
                <a:gd name="connsiteY13" fmla="*/ 18090 h 426237"/>
                <a:gd name="connsiteX14" fmla="*/ 322524 w 497289"/>
                <a:gd name="connsiteY14" fmla="*/ 12346 h 426237"/>
                <a:gd name="connsiteX15" fmla="*/ 411678 w 497289"/>
                <a:gd name="connsiteY15" fmla="*/ 10096 h 42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7289" h="426237">
                  <a:moveTo>
                    <a:pt x="411764" y="10460"/>
                  </a:moveTo>
                  <a:cubicBezTo>
                    <a:pt x="448755" y="33006"/>
                    <a:pt x="481202" y="59752"/>
                    <a:pt x="494060" y="103043"/>
                  </a:cubicBezTo>
                  <a:cubicBezTo>
                    <a:pt x="497014" y="117702"/>
                    <a:pt x="496962" y="132490"/>
                    <a:pt x="497155" y="147191"/>
                  </a:cubicBezTo>
                  <a:cubicBezTo>
                    <a:pt x="497342" y="151906"/>
                    <a:pt x="497342" y="151906"/>
                    <a:pt x="497532" y="156707"/>
                  </a:cubicBezTo>
                  <a:cubicBezTo>
                    <a:pt x="497912" y="189625"/>
                    <a:pt x="483773" y="211571"/>
                    <a:pt x="461527" y="236002"/>
                  </a:cubicBezTo>
                  <a:cubicBezTo>
                    <a:pt x="451969" y="243161"/>
                    <a:pt x="442625" y="249676"/>
                    <a:pt x="432595" y="256105"/>
                  </a:cubicBezTo>
                  <a:cubicBezTo>
                    <a:pt x="429788" y="257944"/>
                    <a:pt x="426980" y="259778"/>
                    <a:pt x="424108" y="261677"/>
                  </a:cubicBezTo>
                  <a:cubicBezTo>
                    <a:pt x="406621" y="273079"/>
                    <a:pt x="388875" y="284094"/>
                    <a:pt x="370959" y="294981"/>
                  </a:cubicBezTo>
                  <a:cubicBezTo>
                    <a:pt x="346527" y="310026"/>
                    <a:pt x="322953" y="325371"/>
                    <a:pt x="300236" y="342987"/>
                  </a:cubicBezTo>
                  <a:cubicBezTo>
                    <a:pt x="190508" y="429141"/>
                    <a:pt x="190508" y="429141"/>
                    <a:pt x="124071" y="425712"/>
                  </a:cubicBezTo>
                  <a:cubicBezTo>
                    <a:pt x="85966" y="420697"/>
                    <a:pt x="54205" y="403381"/>
                    <a:pt x="30202" y="372991"/>
                  </a:cubicBezTo>
                  <a:cubicBezTo>
                    <a:pt x="14086" y="348474"/>
                    <a:pt x="-959" y="318984"/>
                    <a:pt x="327" y="288552"/>
                  </a:cubicBezTo>
                  <a:cubicBezTo>
                    <a:pt x="23344" y="186111"/>
                    <a:pt x="132772" y="123531"/>
                    <a:pt x="215068" y="71668"/>
                  </a:cubicBezTo>
                  <a:cubicBezTo>
                    <a:pt x="246315" y="52251"/>
                    <a:pt x="278505" y="34592"/>
                    <a:pt x="311509" y="18090"/>
                  </a:cubicBezTo>
                  <a:cubicBezTo>
                    <a:pt x="315143" y="16191"/>
                    <a:pt x="318795" y="14292"/>
                    <a:pt x="322524" y="12346"/>
                  </a:cubicBezTo>
                  <a:cubicBezTo>
                    <a:pt x="354071" y="-2913"/>
                    <a:pt x="379103" y="-3127"/>
                    <a:pt x="411678" y="1009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A8FA2211-3B83-1348-B7D3-D7E95C941DA7}"/>
                </a:ext>
              </a:extLst>
            </p:cNvPr>
            <p:cNvSpPr/>
            <p:nvPr/>
          </p:nvSpPr>
          <p:spPr>
            <a:xfrm>
              <a:off x="6317195" y="6252797"/>
              <a:ext cx="544837" cy="272914"/>
            </a:xfrm>
            <a:custGeom>
              <a:avLst/>
              <a:gdLst>
                <a:gd name="connsiteX0" fmla="*/ 234053 w 544837"/>
                <a:gd name="connsiteY0" fmla="*/ 2300 h 272914"/>
                <a:gd name="connsiteX1" fmla="*/ 258913 w 544837"/>
                <a:gd name="connsiteY1" fmla="*/ 2402 h 272914"/>
                <a:gd name="connsiteX2" fmla="*/ 390073 w 544837"/>
                <a:gd name="connsiteY2" fmla="*/ 4713 h 272914"/>
                <a:gd name="connsiteX3" fmla="*/ 401774 w 544837"/>
                <a:gd name="connsiteY3" fmla="*/ 5111 h 272914"/>
                <a:gd name="connsiteX4" fmla="*/ 504215 w 544837"/>
                <a:gd name="connsiteY4" fmla="*/ 36744 h 272914"/>
                <a:gd name="connsiteX5" fmla="*/ 545621 w 544837"/>
                <a:gd name="connsiteY5" fmla="*/ 158902 h 272914"/>
                <a:gd name="connsiteX6" fmla="*/ 496757 w 544837"/>
                <a:gd name="connsiteY6" fmla="*/ 241198 h 272914"/>
                <a:gd name="connsiteX7" fmla="*/ 346739 w 544837"/>
                <a:gd name="connsiteY7" fmla="*/ 274331 h 272914"/>
                <a:gd name="connsiteX8" fmla="*/ 331265 w 544837"/>
                <a:gd name="connsiteY8" fmla="*/ 274356 h 272914"/>
                <a:gd name="connsiteX9" fmla="*/ 299076 w 544837"/>
                <a:gd name="connsiteY9" fmla="*/ 274310 h 272914"/>
                <a:gd name="connsiteX10" fmla="*/ 250212 w 544837"/>
                <a:gd name="connsiteY10" fmla="*/ 274364 h 272914"/>
                <a:gd name="connsiteX11" fmla="*/ 46615 w 544837"/>
                <a:gd name="connsiteY11" fmla="*/ 232487 h 272914"/>
                <a:gd name="connsiteX12" fmla="*/ 37229 w 544837"/>
                <a:gd name="connsiteY12" fmla="*/ 221772 h 272914"/>
                <a:gd name="connsiteX13" fmla="*/ 28399 w 544837"/>
                <a:gd name="connsiteY13" fmla="*/ 212128 h 272914"/>
                <a:gd name="connsiteX14" fmla="*/ 1053 w 544837"/>
                <a:gd name="connsiteY14" fmla="*/ 133689 h 272914"/>
                <a:gd name="connsiteX15" fmla="*/ 71347 w 544837"/>
                <a:gd name="connsiteY15" fmla="*/ 22676 h 272914"/>
                <a:gd name="connsiteX16" fmla="*/ 232939 w 544837"/>
                <a:gd name="connsiteY16" fmla="*/ 2316 h 272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4837" h="272914">
                  <a:moveTo>
                    <a:pt x="234053" y="2300"/>
                  </a:moveTo>
                  <a:cubicBezTo>
                    <a:pt x="242326" y="2335"/>
                    <a:pt x="250641" y="2369"/>
                    <a:pt x="258913" y="2402"/>
                  </a:cubicBezTo>
                  <a:cubicBezTo>
                    <a:pt x="302633" y="2632"/>
                    <a:pt x="346353" y="3088"/>
                    <a:pt x="390073" y="4713"/>
                  </a:cubicBezTo>
                  <a:cubicBezTo>
                    <a:pt x="395859" y="4910"/>
                    <a:pt x="395859" y="4910"/>
                    <a:pt x="401774" y="5111"/>
                  </a:cubicBezTo>
                  <a:cubicBezTo>
                    <a:pt x="437050" y="6762"/>
                    <a:pt x="478498" y="10126"/>
                    <a:pt x="504215" y="36744"/>
                  </a:cubicBezTo>
                  <a:cubicBezTo>
                    <a:pt x="535762" y="74720"/>
                    <a:pt x="547078" y="109610"/>
                    <a:pt x="545621" y="158902"/>
                  </a:cubicBezTo>
                  <a:cubicBezTo>
                    <a:pt x="541292" y="194521"/>
                    <a:pt x="524832" y="218909"/>
                    <a:pt x="496757" y="241198"/>
                  </a:cubicBezTo>
                  <a:cubicBezTo>
                    <a:pt x="451323" y="272916"/>
                    <a:pt x="400745" y="274545"/>
                    <a:pt x="346739" y="274331"/>
                  </a:cubicBezTo>
                  <a:cubicBezTo>
                    <a:pt x="341638" y="274339"/>
                    <a:pt x="336537" y="274347"/>
                    <a:pt x="331265" y="274356"/>
                  </a:cubicBezTo>
                  <a:cubicBezTo>
                    <a:pt x="320550" y="274361"/>
                    <a:pt x="309834" y="274346"/>
                    <a:pt x="299076" y="274310"/>
                  </a:cubicBezTo>
                  <a:cubicBezTo>
                    <a:pt x="282874" y="274264"/>
                    <a:pt x="266629" y="274309"/>
                    <a:pt x="250212" y="274364"/>
                  </a:cubicBezTo>
                  <a:cubicBezTo>
                    <a:pt x="94193" y="274465"/>
                    <a:pt x="94193" y="274465"/>
                    <a:pt x="46615" y="232487"/>
                  </a:cubicBezTo>
                  <a:cubicBezTo>
                    <a:pt x="43521" y="228951"/>
                    <a:pt x="40443" y="225415"/>
                    <a:pt x="37229" y="221772"/>
                  </a:cubicBezTo>
                  <a:cubicBezTo>
                    <a:pt x="34310" y="218587"/>
                    <a:pt x="31399" y="215428"/>
                    <a:pt x="28399" y="212128"/>
                  </a:cubicBezTo>
                  <a:cubicBezTo>
                    <a:pt x="11554" y="188210"/>
                    <a:pt x="-576" y="163265"/>
                    <a:pt x="1053" y="133689"/>
                  </a:cubicBezTo>
                  <a:cubicBezTo>
                    <a:pt x="9154" y="88255"/>
                    <a:pt x="34185" y="49679"/>
                    <a:pt x="71347" y="22676"/>
                  </a:cubicBezTo>
                  <a:cubicBezTo>
                    <a:pt x="119353" y="-4156"/>
                    <a:pt x="179789" y="1930"/>
                    <a:pt x="232939" y="2316"/>
                  </a:cubicBezTo>
                  <a:close/>
                </a:path>
              </a:pathLst>
            </a:custGeom>
            <a:solidFill>
              <a:schemeClr val="bg1">
                <a:alpha val="25000"/>
              </a:schemeClr>
            </a:solidFill>
            <a:ln w="4286"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582A2A3E-5D88-41A0-C519-5296DE5E783E}"/>
                </a:ext>
              </a:extLst>
            </p:cNvPr>
            <p:cNvSpPr/>
            <p:nvPr/>
          </p:nvSpPr>
          <p:spPr>
            <a:xfrm>
              <a:off x="5355464" y="6248850"/>
              <a:ext cx="538485" cy="270650"/>
            </a:xfrm>
            <a:custGeom>
              <a:avLst/>
              <a:gdLst>
                <a:gd name="connsiteX0" fmla="*/ 149695 w 538485"/>
                <a:gd name="connsiteY0" fmla="*/ 1960 h 270650"/>
                <a:gd name="connsiteX1" fmla="*/ 169154 w 538485"/>
                <a:gd name="connsiteY1" fmla="*/ 1990 h 270650"/>
                <a:gd name="connsiteX2" fmla="*/ 209874 w 538485"/>
                <a:gd name="connsiteY2" fmla="*/ 2266 h 270650"/>
                <a:gd name="connsiteX3" fmla="*/ 261309 w 538485"/>
                <a:gd name="connsiteY3" fmla="*/ 2541 h 270650"/>
                <a:gd name="connsiteX4" fmla="*/ 431902 w 538485"/>
                <a:gd name="connsiteY4" fmla="*/ 7428 h 270650"/>
                <a:gd name="connsiteX5" fmla="*/ 441031 w 538485"/>
                <a:gd name="connsiteY5" fmla="*/ 8096 h 270650"/>
                <a:gd name="connsiteX6" fmla="*/ 509183 w 538485"/>
                <a:gd name="connsiteY6" fmla="*/ 44615 h 270650"/>
                <a:gd name="connsiteX7" fmla="*/ 536829 w 538485"/>
                <a:gd name="connsiteY7" fmla="*/ 168488 h 270650"/>
                <a:gd name="connsiteX8" fmla="*/ 478536 w 538485"/>
                <a:gd name="connsiteY8" fmla="*/ 249498 h 270650"/>
                <a:gd name="connsiteX9" fmla="*/ 337947 w 538485"/>
                <a:gd name="connsiteY9" fmla="*/ 271143 h 270650"/>
                <a:gd name="connsiteX10" fmla="*/ 328174 w 538485"/>
                <a:gd name="connsiteY10" fmla="*/ 271197 h 270650"/>
                <a:gd name="connsiteX11" fmla="*/ 277168 w 538485"/>
                <a:gd name="connsiteY11" fmla="*/ 271387 h 270650"/>
                <a:gd name="connsiteX12" fmla="*/ 224447 w 538485"/>
                <a:gd name="connsiteY12" fmla="*/ 271752 h 270650"/>
                <a:gd name="connsiteX13" fmla="*/ 183728 w 538485"/>
                <a:gd name="connsiteY13" fmla="*/ 271916 h 270650"/>
                <a:gd name="connsiteX14" fmla="*/ 164397 w 538485"/>
                <a:gd name="connsiteY14" fmla="*/ 272066 h 270650"/>
                <a:gd name="connsiteX15" fmla="*/ 49954 w 538485"/>
                <a:gd name="connsiteY15" fmla="*/ 244719 h 270650"/>
                <a:gd name="connsiteX16" fmla="*/ 662 w 538485"/>
                <a:gd name="connsiteY16" fmla="*/ 140564 h 270650"/>
                <a:gd name="connsiteX17" fmla="*/ 55526 w 538485"/>
                <a:gd name="connsiteY17" fmla="*/ 20120 h 270650"/>
                <a:gd name="connsiteX18" fmla="*/ 149824 w 538485"/>
                <a:gd name="connsiteY18" fmla="*/ 1818 h 27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8485" h="270650">
                  <a:moveTo>
                    <a:pt x="149695" y="1960"/>
                  </a:moveTo>
                  <a:cubicBezTo>
                    <a:pt x="156167" y="1978"/>
                    <a:pt x="162639" y="1988"/>
                    <a:pt x="169154" y="1990"/>
                  </a:cubicBezTo>
                  <a:cubicBezTo>
                    <a:pt x="182742" y="2016"/>
                    <a:pt x="196329" y="2113"/>
                    <a:pt x="209874" y="2266"/>
                  </a:cubicBezTo>
                  <a:cubicBezTo>
                    <a:pt x="227019" y="2458"/>
                    <a:pt x="244207" y="2523"/>
                    <a:pt x="261309" y="2541"/>
                  </a:cubicBezTo>
                  <a:cubicBezTo>
                    <a:pt x="378324" y="2694"/>
                    <a:pt x="378324" y="2694"/>
                    <a:pt x="431902" y="7428"/>
                  </a:cubicBezTo>
                  <a:cubicBezTo>
                    <a:pt x="434911" y="7649"/>
                    <a:pt x="437902" y="7869"/>
                    <a:pt x="441031" y="8096"/>
                  </a:cubicBezTo>
                  <a:cubicBezTo>
                    <a:pt x="468549" y="11165"/>
                    <a:pt x="490323" y="24684"/>
                    <a:pt x="509183" y="44615"/>
                  </a:cubicBezTo>
                  <a:cubicBezTo>
                    <a:pt x="536315" y="84820"/>
                    <a:pt x="543473" y="120053"/>
                    <a:pt x="536829" y="168488"/>
                  </a:cubicBezTo>
                  <a:cubicBezTo>
                    <a:pt x="529200" y="204149"/>
                    <a:pt x="506954" y="228495"/>
                    <a:pt x="478536" y="249498"/>
                  </a:cubicBezTo>
                  <a:cubicBezTo>
                    <a:pt x="435759" y="274830"/>
                    <a:pt x="385953" y="270929"/>
                    <a:pt x="337947" y="271143"/>
                  </a:cubicBezTo>
                  <a:cubicBezTo>
                    <a:pt x="334724" y="271161"/>
                    <a:pt x="331518" y="271178"/>
                    <a:pt x="328174" y="271197"/>
                  </a:cubicBezTo>
                  <a:cubicBezTo>
                    <a:pt x="311115" y="271286"/>
                    <a:pt x="294056" y="271347"/>
                    <a:pt x="277168" y="271387"/>
                  </a:cubicBezTo>
                  <a:cubicBezTo>
                    <a:pt x="259680" y="271435"/>
                    <a:pt x="242149" y="271582"/>
                    <a:pt x="224447" y="271752"/>
                  </a:cubicBezTo>
                  <a:cubicBezTo>
                    <a:pt x="210860" y="271865"/>
                    <a:pt x="197315" y="271900"/>
                    <a:pt x="183728" y="271916"/>
                  </a:cubicBezTo>
                  <a:cubicBezTo>
                    <a:pt x="177298" y="271936"/>
                    <a:pt x="170826" y="271986"/>
                    <a:pt x="164397" y="272066"/>
                  </a:cubicBezTo>
                  <a:cubicBezTo>
                    <a:pt x="121534" y="272567"/>
                    <a:pt x="86816" y="269010"/>
                    <a:pt x="49954" y="244719"/>
                  </a:cubicBezTo>
                  <a:cubicBezTo>
                    <a:pt x="20164" y="215316"/>
                    <a:pt x="5377" y="181712"/>
                    <a:pt x="662" y="140564"/>
                  </a:cubicBezTo>
                  <a:cubicBezTo>
                    <a:pt x="5120" y="95129"/>
                    <a:pt x="21279" y="51410"/>
                    <a:pt x="55526" y="20120"/>
                  </a:cubicBezTo>
                  <a:cubicBezTo>
                    <a:pt x="84158" y="-1354"/>
                    <a:pt x="115534" y="1346"/>
                    <a:pt x="149824" y="1818"/>
                  </a:cubicBezTo>
                  <a:close/>
                </a:path>
              </a:pathLst>
            </a:custGeom>
            <a:solidFill>
              <a:schemeClr val="bg1">
                <a:alpha val="25000"/>
              </a:schemeClr>
            </a:solidFill>
            <a:ln w="4286"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D5A7AC2E-881E-6D4F-3393-D8CFF2119086}"/>
                </a:ext>
              </a:extLst>
            </p:cNvPr>
            <p:cNvSpPr/>
            <p:nvPr/>
          </p:nvSpPr>
          <p:spPr>
            <a:xfrm>
              <a:off x="7284717" y="6249000"/>
              <a:ext cx="537973" cy="271497"/>
            </a:xfrm>
            <a:custGeom>
              <a:avLst/>
              <a:gdLst>
                <a:gd name="connsiteX0" fmla="*/ 428376 w 537973"/>
                <a:gd name="connsiteY0" fmla="*/ 1810 h 271497"/>
                <a:gd name="connsiteX1" fmla="*/ 438620 w 537973"/>
                <a:gd name="connsiteY1" fmla="*/ 1648 h 271497"/>
                <a:gd name="connsiteX2" fmla="*/ 447536 w 537973"/>
                <a:gd name="connsiteY2" fmla="*/ 1458 h 271497"/>
                <a:gd name="connsiteX3" fmla="*/ 499399 w 537973"/>
                <a:gd name="connsiteY3" fmla="*/ 28676 h 271497"/>
                <a:gd name="connsiteX4" fmla="*/ 539133 w 537973"/>
                <a:gd name="connsiteY4" fmla="*/ 134546 h 271497"/>
                <a:gd name="connsiteX5" fmla="*/ 539016 w 537973"/>
                <a:gd name="connsiteY5" fmla="*/ 144833 h 271497"/>
                <a:gd name="connsiteX6" fmla="*/ 512527 w 537973"/>
                <a:gd name="connsiteY6" fmla="*/ 220271 h 271497"/>
                <a:gd name="connsiteX7" fmla="*/ 318788 w 537973"/>
                <a:gd name="connsiteY7" fmla="*/ 272563 h 271497"/>
                <a:gd name="connsiteX8" fmla="*/ 300443 w 537973"/>
                <a:gd name="connsiteY8" fmla="*/ 272607 h 271497"/>
                <a:gd name="connsiteX9" fmla="*/ 262252 w 537973"/>
                <a:gd name="connsiteY9" fmla="*/ 272638 h 271497"/>
                <a:gd name="connsiteX10" fmla="*/ 213389 w 537973"/>
                <a:gd name="connsiteY10" fmla="*/ 272770 h 271497"/>
                <a:gd name="connsiteX11" fmla="*/ 175585 w 537973"/>
                <a:gd name="connsiteY11" fmla="*/ 272824 h 271497"/>
                <a:gd name="connsiteX12" fmla="*/ 157625 w 537973"/>
                <a:gd name="connsiteY12" fmla="*/ 272881 h 271497"/>
                <a:gd name="connsiteX13" fmla="*/ 48326 w 537973"/>
                <a:gd name="connsiteY13" fmla="*/ 242877 h 271497"/>
                <a:gd name="connsiteX14" fmla="*/ 1177 w 537973"/>
                <a:gd name="connsiteY14" fmla="*/ 139150 h 271497"/>
                <a:gd name="connsiteX15" fmla="*/ 37353 w 537973"/>
                <a:gd name="connsiteY15" fmla="*/ 45709 h 271497"/>
                <a:gd name="connsiteX16" fmla="*/ 112791 w 537973"/>
                <a:gd name="connsiteY16" fmla="*/ 12277 h 271497"/>
                <a:gd name="connsiteX17" fmla="*/ 125478 w 537973"/>
                <a:gd name="connsiteY17" fmla="*/ 11227 h 271497"/>
                <a:gd name="connsiteX18" fmla="*/ 139109 w 537973"/>
                <a:gd name="connsiteY18" fmla="*/ 10236 h 271497"/>
                <a:gd name="connsiteX19" fmla="*/ 153425 w 537973"/>
                <a:gd name="connsiteY19" fmla="*/ 9152 h 271497"/>
                <a:gd name="connsiteX20" fmla="*/ 312016 w 537973"/>
                <a:gd name="connsiteY20" fmla="*/ 3623 h 271497"/>
                <a:gd name="connsiteX21" fmla="*/ 341162 w 537973"/>
                <a:gd name="connsiteY21" fmla="*/ 3121 h 271497"/>
                <a:gd name="connsiteX22" fmla="*/ 405885 w 537973"/>
                <a:gd name="connsiteY22" fmla="*/ 2148 h 271497"/>
                <a:gd name="connsiteX23" fmla="*/ 427959 w 537973"/>
                <a:gd name="connsiteY23" fmla="*/ 1772 h 27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7973" h="271497">
                  <a:moveTo>
                    <a:pt x="428376" y="1810"/>
                  </a:moveTo>
                  <a:cubicBezTo>
                    <a:pt x="431762" y="1757"/>
                    <a:pt x="435148" y="1703"/>
                    <a:pt x="438620" y="1648"/>
                  </a:cubicBezTo>
                  <a:cubicBezTo>
                    <a:pt x="443035" y="1554"/>
                    <a:pt x="443035" y="1554"/>
                    <a:pt x="447536" y="1458"/>
                  </a:cubicBezTo>
                  <a:cubicBezTo>
                    <a:pt x="469395" y="3001"/>
                    <a:pt x="484569" y="13374"/>
                    <a:pt x="499399" y="28676"/>
                  </a:cubicBezTo>
                  <a:cubicBezTo>
                    <a:pt x="527431" y="61937"/>
                    <a:pt x="539690" y="91255"/>
                    <a:pt x="539133" y="134546"/>
                  </a:cubicBezTo>
                  <a:cubicBezTo>
                    <a:pt x="539094" y="137936"/>
                    <a:pt x="539056" y="141318"/>
                    <a:pt x="539016" y="144833"/>
                  </a:cubicBezTo>
                  <a:cubicBezTo>
                    <a:pt x="538111" y="175223"/>
                    <a:pt x="533401" y="197554"/>
                    <a:pt x="512527" y="220271"/>
                  </a:cubicBezTo>
                  <a:cubicBezTo>
                    <a:pt x="457234" y="272135"/>
                    <a:pt x="390797" y="272563"/>
                    <a:pt x="318788" y="272563"/>
                  </a:cubicBezTo>
                  <a:cubicBezTo>
                    <a:pt x="312659" y="272577"/>
                    <a:pt x="306572" y="272592"/>
                    <a:pt x="300443" y="272607"/>
                  </a:cubicBezTo>
                  <a:cubicBezTo>
                    <a:pt x="287713" y="272632"/>
                    <a:pt x="274983" y="272640"/>
                    <a:pt x="262252" y="272638"/>
                  </a:cubicBezTo>
                  <a:cubicBezTo>
                    <a:pt x="246008" y="272637"/>
                    <a:pt x="229763" y="272696"/>
                    <a:pt x="213389" y="272770"/>
                  </a:cubicBezTo>
                  <a:cubicBezTo>
                    <a:pt x="200788" y="272817"/>
                    <a:pt x="188186" y="272826"/>
                    <a:pt x="175585" y="272824"/>
                  </a:cubicBezTo>
                  <a:cubicBezTo>
                    <a:pt x="169584" y="272829"/>
                    <a:pt x="163583" y="272848"/>
                    <a:pt x="157625" y="272881"/>
                  </a:cubicBezTo>
                  <a:cubicBezTo>
                    <a:pt x="80901" y="273268"/>
                    <a:pt x="80901" y="273268"/>
                    <a:pt x="48326" y="242877"/>
                  </a:cubicBezTo>
                  <a:cubicBezTo>
                    <a:pt x="22608" y="213859"/>
                    <a:pt x="2463" y="178155"/>
                    <a:pt x="1177" y="139150"/>
                  </a:cubicBezTo>
                  <a:cubicBezTo>
                    <a:pt x="3740" y="103317"/>
                    <a:pt x="13736" y="72713"/>
                    <a:pt x="37353" y="45709"/>
                  </a:cubicBezTo>
                  <a:cubicBezTo>
                    <a:pt x="59856" y="26507"/>
                    <a:pt x="83216" y="14677"/>
                    <a:pt x="112791" y="12277"/>
                  </a:cubicBezTo>
                  <a:cubicBezTo>
                    <a:pt x="119049" y="11758"/>
                    <a:pt x="119049" y="11758"/>
                    <a:pt x="125478" y="11227"/>
                  </a:cubicBezTo>
                  <a:cubicBezTo>
                    <a:pt x="129979" y="10900"/>
                    <a:pt x="134479" y="10575"/>
                    <a:pt x="139109" y="10236"/>
                  </a:cubicBezTo>
                  <a:cubicBezTo>
                    <a:pt x="143823" y="9878"/>
                    <a:pt x="148538" y="9521"/>
                    <a:pt x="153425" y="9152"/>
                  </a:cubicBezTo>
                  <a:cubicBezTo>
                    <a:pt x="206145" y="5389"/>
                    <a:pt x="259295" y="4394"/>
                    <a:pt x="312016" y="3623"/>
                  </a:cubicBezTo>
                  <a:cubicBezTo>
                    <a:pt x="321746" y="3458"/>
                    <a:pt x="331433" y="3291"/>
                    <a:pt x="341162" y="3121"/>
                  </a:cubicBezTo>
                  <a:cubicBezTo>
                    <a:pt x="385311" y="2371"/>
                    <a:pt x="385311" y="2371"/>
                    <a:pt x="405885" y="2148"/>
                  </a:cubicBezTo>
                  <a:cubicBezTo>
                    <a:pt x="413257" y="2062"/>
                    <a:pt x="420587" y="1937"/>
                    <a:pt x="427959" y="1772"/>
                  </a:cubicBezTo>
                  <a:close/>
                </a:path>
              </a:pathLst>
            </a:custGeom>
            <a:solidFill>
              <a:schemeClr val="bg1">
                <a:alpha val="25000"/>
              </a:schemeClr>
            </a:solidFill>
            <a:ln w="4286"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8A68B93C-41A1-75B7-82DC-FE41C62A9F01}"/>
                </a:ext>
              </a:extLst>
            </p:cNvPr>
            <p:cNvSpPr/>
            <p:nvPr/>
          </p:nvSpPr>
          <p:spPr>
            <a:xfrm>
              <a:off x="6772627" y="4174945"/>
              <a:ext cx="538203" cy="277870"/>
            </a:xfrm>
            <a:custGeom>
              <a:avLst/>
              <a:gdLst>
                <a:gd name="connsiteX0" fmla="*/ 391698 w 538203"/>
                <a:gd name="connsiteY0" fmla="*/ 9411 h 277870"/>
                <a:gd name="connsiteX1" fmla="*/ 403356 w 538203"/>
                <a:gd name="connsiteY1" fmla="*/ 9702 h 277870"/>
                <a:gd name="connsiteX2" fmla="*/ 499797 w 538203"/>
                <a:gd name="connsiteY2" fmla="*/ 42363 h 277870"/>
                <a:gd name="connsiteX3" fmla="*/ 538373 w 538203"/>
                <a:gd name="connsiteY3" fmla="*/ 179523 h 277870"/>
                <a:gd name="connsiteX4" fmla="*/ 493796 w 538203"/>
                <a:gd name="connsiteY4" fmla="*/ 251103 h 277870"/>
                <a:gd name="connsiteX5" fmla="*/ 402928 w 538203"/>
                <a:gd name="connsiteY5" fmla="*/ 276349 h 277870"/>
                <a:gd name="connsiteX6" fmla="*/ 392126 w 538203"/>
                <a:gd name="connsiteY6" fmla="*/ 276894 h 277870"/>
                <a:gd name="connsiteX7" fmla="*/ 282398 w 538203"/>
                <a:gd name="connsiteY7" fmla="*/ 278814 h 277870"/>
                <a:gd name="connsiteX8" fmla="*/ 249566 w 538203"/>
                <a:gd name="connsiteY8" fmla="*/ 278841 h 277870"/>
                <a:gd name="connsiteX9" fmla="*/ 42111 w 538203"/>
                <a:gd name="connsiteY9" fmla="*/ 237350 h 277870"/>
                <a:gd name="connsiteX10" fmla="*/ 1049 w 538203"/>
                <a:gd name="connsiteY10" fmla="*/ 145196 h 277870"/>
                <a:gd name="connsiteX11" fmla="*/ 52484 w 538203"/>
                <a:gd name="connsiteY11" fmla="*/ 40183 h 277870"/>
                <a:gd name="connsiteX12" fmla="*/ 391098 w 538203"/>
                <a:gd name="connsiteY12" fmla="*/ 9493 h 27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203" h="277870">
                  <a:moveTo>
                    <a:pt x="391698" y="9411"/>
                  </a:moveTo>
                  <a:cubicBezTo>
                    <a:pt x="397484" y="9555"/>
                    <a:pt x="397484" y="9555"/>
                    <a:pt x="403356" y="9702"/>
                  </a:cubicBezTo>
                  <a:cubicBezTo>
                    <a:pt x="438375" y="11167"/>
                    <a:pt x="474508" y="16388"/>
                    <a:pt x="499797" y="42363"/>
                  </a:cubicBezTo>
                  <a:cubicBezTo>
                    <a:pt x="533358" y="86083"/>
                    <a:pt x="542360" y="124659"/>
                    <a:pt x="538373" y="179523"/>
                  </a:cubicBezTo>
                  <a:cubicBezTo>
                    <a:pt x="532673" y="210170"/>
                    <a:pt x="519557" y="233101"/>
                    <a:pt x="493796" y="251103"/>
                  </a:cubicBezTo>
                  <a:cubicBezTo>
                    <a:pt x="463235" y="270263"/>
                    <a:pt x="438932" y="274592"/>
                    <a:pt x="402928" y="276349"/>
                  </a:cubicBezTo>
                  <a:cubicBezTo>
                    <a:pt x="399362" y="276529"/>
                    <a:pt x="395813" y="276710"/>
                    <a:pt x="392126" y="276894"/>
                  </a:cubicBezTo>
                  <a:cubicBezTo>
                    <a:pt x="355608" y="278595"/>
                    <a:pt x="319260" y="278908"/>
                    <a:pt x="282398" y="278814"/>
                  </a:cubicBezTo>
                  <a:cubicBezTo>
                    <a:pt x="271469" y="278791"/>
                    <a:pt x="260496" y="278814"/>
                    <a:pt x="249566" y="278841"/>
                  </a:cubicBezTo>
                  <a:cubicBezTo>
                    <a:pt x="90975" y="278914"/>
                    <a:pt x="90975" y="278914"/>
                    <a:pt x="42111" y="237350"/>
                  </a:cubicBezTo>
                  <a:cubicBezTo>
                    <a:pt x="18751" y="212061"/>
                    <a:pt x="4521" y="179057"/>
                    <a:pt x="1049" y="145196"/>
                  </a:cubicBezTo>
                  <a:cubicBezTo>
                    <a:pt x="4277" y="104519"/>
                    <a:pt x="22009" y="67615"/>
                    <a:pt x="52484" y="40183"/>
                  </a:cubicBezTo>
                  <a:cubicBezTo>
                    <a:pt x="132208" y="-20254"/>
                    <a:pt x="297658" y="6364"/>
                    <a:pt x="391098" y="949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DDB87BA2-009C-D82B-B295-0030B7F10B40}"/>
                </a:ext>
              </a:extLst>
            </p:cNvPr>
            <p:cNvSpPr/>
            <p:nvPr/>
          </p:nvSpPr>
          <p:spPr>
            <a:xfrm>
              <a:off x="5199233" y="2116491"/>
              <a:ext cx="540603" cy="265619"/>
            </a:xfrm>
            <a:custGeom>
              <a:avLst/>
              <a:gdLst>
                <a:gd name="connsiteX0" fmla="*/ 220181 w 540603"/>
                <a:gd name="connsiteY0" fmla="*/ 1410 h 265619"/>
                <a:gd name="connsiteX1" fmla="*/ 240755 w 540603"/>
                <a:gd name="connsiteY1" fmla="*/ 1324 h 265619"/>
                <a:gd name="connsiteX2" fmla="*/ 283403 w 540603"/>
                <a:gd name="connsiteY2" fmla="*/ 1262 h 265619"/>
                <a:gd name="connsiteX3" fmla="*/ 337838 w 540603"/>
                <a:gd name="connsiteY3" fmla="*/ 998 h 265619"/>
                <a:gd name="connsiteX4" fmla="*/ 380101 w 540603"/>
                <a:gd name="connsiteY4" fmla="*/ 890 h 265619"/>
                <a:gd name="connsiteX5" fmla="*/ 400203 w 540603"/>
                <a:gd name="connsiteY5" fmla="*/ 776 h 265619"/>
                <a:gd name="connsiteX6" fmla="*/ 428235 w 540603"/>
                <a:gd name="connsiteY6" fmla="*/ 768 h 265619"/>
                <a:gd name="connsiteX7" fmla="*/ 444266 w 540603"/>
                <a:gd name="connsiteY7" fmla="*/ 731 h 265619"/>
                <a:gd name="connsiteX8" fmla="*/ 514560 w 540603"/>
                <a:gd name="connsiteY8" fmla="*/ 54309 h 265619"/>
                <a:gd name="connsiteX9" fmla="*/ 540278 w 540603"/>
                <a:gd name="connsiteY9" fmla="*/ 165751 h 265619"/>
                <a:gd name="connsiteX10" fmla="*/ 483271 w 540603"/>
                <a:gd name="connsiteY10" fmla="*/ 249333 h 265619"/>
                <a:gd name="connsiteX11" fmla="*/ 344396 w 540603"/>
                <a:gd name="connsiteY11" fmla="*/ 265492 h 265619"/>
                <a:gd name="connsiteX12" fmla="*/ 324165 w 540603"/>
                <a:gd name="connsiteY12" fmla="*/ 265548 h 265619"/>
                <a:gd name="connsiteX13" fmla="*/ 282074 w 540603"/>
                <a:gd name="connsiteY13" fmla="*/ 265556 h 265619"/>
                <a:gd name="connsiteX14" fmla="*/ 228496 w 540603"/>
                <a:gd name="connsiteY14" fmla="*/ 265703 h 265619"/>
                <a:gd name="connsiteX15" fmla="*/ 186834 w 540603"/>
                <a:gd name="connsiteY15" fmla="*/ 265757 h 265619"/>
                <a:gd name="connsiteX16" fmla="*/ 167031 w 540603"/>
                <a:gd name="connsiteY16" fmla="*/ 265825 h 265619"/>
                <a:gd name="connsiteX17" fmla="*/ 34586 w 540603"/>
                <a:gd name="connsiteY17" fmla="*/ 225620 h 265619"/>
                <a:gd name="connsiteX18" fmla="*/ 1196 w 540603"/>
                <a:gd name="connsiteY18" fmla="*/ 120607 h 265619"/>
                <a:gd name="connsiteX19" fmla="*/ 52631 w 540603"/>
                <a:gd name="connsiteY19" fmla="*/ 24595 h 265619"/>
                <a:gd name="connsiteX20" fmla="*/ 220224 w 540603"/>
                <a:gd name="connsiteY20" fmla="*/ 1063 h 26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0603" h="265619">
                  <a:moveTo>
                    <a:pt x="220181" y="1410"/>
                  </a:moveTo>
                  <a:cubicBezTo>
                    <a:pt x="227039" y="1383"/>
                    <a:pt x="233897" y="1354"/>
                    <a:pt x="240755" y="1324"/>
                  </a:cubicBezTo>
                  <a:cubicBezTo>
                    <a:pt x="254985" y="1273"/>
                    <a:pt x="269173" y="1256"/>
                    <a:pt x="283403" y="1262"/>
                  </a:cubicBezTo>
                  <a:cubicBezTo>
                    <a:pt x="301577" y="1262"/>
                    <a:pt x="319750" y="1144"/>
                    <a:pt x="337838" y="998"/>
                  </a:cubicBezTo>
                  <a:cubicBezTo>
                    <a:pt x="351940" y="903"/>
                    <a:pt x="365999" y="885"/>
                    <a:pt x="380101" y="890"/>
                  </a:cubicBezTo>
                  <a:cubicBezTo>
                    <a:pt x="386787" y="880"/>
                    <a:pt x="393517" y="842"/>
                    <a:pt x="400203" y="776"/>
                  </a:cubicBezTo>
                  <a:cubicBezTo>
                    <a:pt x="409547" y="691"/>
                    <a:pt x="418891" y="716"/>
                    <a:pt x="428235" y="768"/>
                  </a:cubicBezTo>
                  <a:cubicBezTo>
                    <a:pt x="433550" y="756"/>
                    <a:pt x="438822" y="743"/>
                    <a:pt x="444266" y="731"/>
                  </a:cubicBezTo>
                  <a:cubicBezTo>
                    <a:pt x="476327" y="5403"/>
                    <a:pt x="495701" y="29963"/>
                    <a:pt x="514560" y="54309"/>
                  </a:cubicBezTo>
                  <a:cubicBezTo>
                    <a:pt x="539978" y="90999"/>
                    <a:pt x="543407" y="121603"/>
                    <a:pt x="540278" y="165751"/>
                  </a:cubicBezTo>
                  <a:cubicBezTo>
                    <a:pt x="532648" y="200127"/>
                    <a:pt x="512675" y="229617"/>
                    <a:pt x="483271" y="249333"/>
                  </a:cubicBezTo>
                  <a:cubicBezTo>
                    <a:pt x="442980" y="270893"/>
                    <a:pt x="388973" y="265535"/>
                    <a:pt x="344396" y="265492"/>
                  </a:cubicBezTo>
                  <a:cubicBezTo>
                    <a:pt x="337667" y="265509"/>
                    <a:pt x="330895" y="265528"/>
                    <a:pt x="324165" y="265548"/>
                  </a:cubicBezTo>
                  <a:cubicBezTo>
                    <a:pt x="310149" y="265580"/>
                    <a:pt x="296090" y="265579"/>
                    <a:pt x="282074" y="265556"/>
                  </a:cubicBezTo>
                  <a:cubicBezTo>
                    <a:pt x="264201" y="265531"/>
                    <a:pt x="246284" y="265604"/>
                    <a:pt x="228496" y="265703"/>
                  </a:cubicBezTo>
                  <a:cubicBezTo>
                    <a:pt x="214609" y="265767"/>
                    <a:pt x="200721" y="265770"/>
                    <a:pt x="186834" y="265757"/>
                  </a:cubicBezTo>
                  <a:cubicBezTo>
                    <a:pt x="180233" y="265759"/>
                    <a:pt x="173632" y="265781"/>
                    <a:pt x="167031" y="265825"/>
                  </a:cubicBezTo>
                  <a:cubicBezTo>
                    <a:pt x="116025" y="266119"/>
                    <a:pt x="72734" y="262777"/>
                    <a:pt x="34586" y="225620"/>
                  </a:cubicBezTo>
                  <a:cubicBezTo>
                    <a:pt x="10412" y="194330"/>
                    <a:pt x="-2233" y="160469"/>
                    <a:pt x="1196" y="120607"/>
                  </a:cubicBezTo>
                  <a:cubicBezTo>
                    <a:pt x="7583" y="82287"/>
                    <a:pt x="22027" y="49026"/>
                    <a:pt x="52631" y="24595"/>
                  </a:cubicBezTo>
                  <a:cubicBezTo>
                    <a:pt x="98066" y="-5409"/>
                    <a:pt x="167503" y="1106"/>
                    <a:pt x="220224" y="1063"/>
                  </a:cubicBezTo>
                  <a:close/>
                </a:path>
              </a:pathLst>
            </a:custGeom>
            <a:solidFill>
              <a:schemeClr val="bg1">
                <a:alpha val="25000"/>
              </a:schemeClr>
            </a:solidFill>
            <a:ln w="4286"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3A3222F4-753A-94DA-A574-7745DD58820D}"/>
                </a:ext>
              </a:extLst>
            </p:cNvPr>
            <p:cNvSpPr/>
            <p:nvPr/>
          </p:nvSpPr>
          <p:spPr>
            <a:xfrm>
              <a:off x="8432503" y="4834297"/>
              <a:ext cx="331818" cy="533161"/>
            </a:xfrm>
            <a:custGeom>
              <a:avLst/>
              <a:gdLst>
                <a:gd name="connsiteX0" fmla="*/ 198062 w 331818"/>
                <a:gd name="connsiteY0" fmla="*/ 18869 h 533161"/>
                <a:gd name="connsiteX1" fmla="*/ 327506 w 331818"/>
                <a:gd name="connsiteY1" fmla="*/ 323622 h 533161"/>
                <a:gd name="connsiteX2" fmla="*/ 306847 w 331818"/>
                <a:gd name="connsiteY2" fmla="*/ 485213 h 533161"/>
                <a:gd name="connsiteX3" fmla="*/ 233552 w 331818"/>
                <a:gd name="connsiteY3" fmla="*/ 533648 h 533161"/>
                <a:gd name="connsiteX4" fmla="*/ 204748 w 331818"/>
                <a:gd name="connsiteY4" fmla="*/ 534248 h 533161"/>
                <a:gd name="connsiteX5" fmla="*/ 194461 w 331818"/>
                <a:gd name="connsiteY5" fmla="*/ 534159 h 533161"/>
                <a:gd name="connsiteX6" fmla="*/ 110022 w 331818"/>
                <a:gd name="connsiteY6" fmla="*/ 505570 h 533161"/>
                <a:gd name="connsiteX7" fmla="*/ 71703 w 331818"/>
                <a:gd name="connsiteY7" fmla="*/ 422416 h 533161"/>
                <a:gd name="connsiteX8" fmla="*/ 68463 w 331818"/>
                <a:gd name="connsiteY8" fmla="*/ 411486 h 533161"/>
                <a:gd name="connsiteX9" fmla="*/ 35244 w 331818"/>
                <a:gd name="connsiteY9" fmla="*/ 279899 h 533161"/>
                <a:gd name="connsiteX10" fmla="*/ 21400 w 331818"/>
                <a:gd name="connsiteY10" fmla="*/ 224606 h 533161"/>
                <a:gd name="connsiteX11" fmla="*/ 18116 w 331818"/>
                <a:gd name="connsiteY11" fmla="*/ 83160 h 533161"/>
                <a:gd name="connsiteX12" fmla="*/ 104699 w 331818"/>
                <a:gd name="connsiteY12" fmla="*/ 3435 h 533161"/>
                <a:gd name="connsiteX13" fmla="*/ 197710 w 331818"/>
                <a:gd name="connsiteY13" fmla="*/ 19209 h 533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818" h="533161">
                  <a:moveTo>
                    <a:pt x="198062" y="18869"/>
                  </a:moveTo>
                  <a:cubicBezTo>
                    <a:pt x="283787" y="81449"/>
                    <a:pt x="309933" y="225467"/>
                    <a:pt x="327506" y="323622"/>
                  </a:cubicBezTo>
                  <a:cubicBezTo>
                    <a:pt x="335907" y="378057"/>
                    <a:pt x="339251" y="437636"/>
                    <a:pt x="306847" y="485213"/>
                  </a:cubicBezTo>
                  <a:cubicBezTo>
                    <a:pt x="286787" y="509431"/>
                    <a:pt x="265784" y="528933"/>
                    <a:pt x="233552" y="533648"/>
                  </a:cubicBezTo>
                  <a:cubicBezTo>
                    <a:pt x="223908" y="534248"/>
                    <a:pt x="214392" y="534377"/>
                    <a:pt x="204748" y="534248"/>
                  </a:cubicBezTo>
                  <a:cubicBezTo>
                    <a:pt x="201353" y="534219"/>
                    <a:pt x="197976" y="534189"/>
                    <a:pt x="194461" y="534159"/>
                  </a:cubicBezTo>
                  <a:cubicBezTo>
                    <a:pt x="161371" y="533255"/>
                    <a:pt x="136597" y="526144"/>
                    <a:pt x="110022" y="505570"/>
                  </a:cubicBezTo>
                  <a:cubicBezTo>
                    <a:pt x="90734" y="480624"/>
                    <a:pt x="80447" y="452420"/>
                    <a:pt x="71703" y="422416"/>
                  </a:cubicBezTo>
                  <a:cubicBezTo>
                    <a:pt x="70636" y="418803"/>
                    <a:pt x="69564" y="415173"/>
                    <a:pt x="68463" y="411486"/>
                  </a:cubicBezTo>
                  <a:cubicBezTo>
                    <a:pt x="55904" y="367767"/>
                    <a:pt x="45617" y="324047"/>
                    <a:pt x="35244" y="279899"/>
                  </a:cubicBezTo>
                  <a:cubicBezTo>
                    <a:pt x="30872" y="261382"/>
                    <a:pt x="26329" y="242908"/>
                    <a:pt x="21400" y="224606"/>
                  </a:cubicBezTo>
                  <a:cubicBezTo>
                    <a:pt x="-4704" y="127308"/>
                    <a:pt x="-4704" y="127308"/>
                    <a:pt x="18116" y="83160"/>
                  </a:cubicBezTo>
                  <a:cubicBezTo>
                    <a:pt x="40833" y="46084"/>
                    <a:pt x="65694" y="22724"/>
                    <a:pt x="104699" y="3435"/>
                  </a:cubicBezTo>
                  <a:cubicBezTo>
                    <a:pt x="137488" y="-2480"/>
                    <a:pt x="168564" y="3074"/>
                    <a:pt x="197710" y="19209"/>
                  </a:cubicBezTo>
                  <a:close/>
                </a:path>
              </a:pathLst>
            </a:custGeom>
            <a:solidFill>
              <a:schemeClr val="bg1">
                <a:alpha val="25000"/>
              </a:schemeClr>
            </a:solidFill>
            <a:ln w="4286" cap="flat">
              <a:noFill/>
              <a:prstDash val="solid"/>
              <a:miter/>
            </a:ln>
          </p:spPr>
          <p:txBody>
            <a:bodyPr rtlCol="0" anchor="ctr"/>
            <a:lstStyle/>
            <a:p>
              <a:endParaRPr lang="fr-FR"/>
            </a:p>
          </p:txBody>
        </p:sp>
        <p:sp>
          <p:nvSpPr>
            <p:cNvPr id="49" name="Freeform: Shape 48">
              <a:extLst>
                <a:ext uri="{FF2B5EF4-FFF2-40B4-BE49-F238E27FC236}">
                  <a16:creationId xmlns:a16="http://schemas.microsoft.com/office/drawing/2014/main" id="{4AC4EB72-BFEF-2E4D-F724-B4263A792724}"/>
                </a:ext>
              </a:extLst>
            </p:cNvPr>
            <p:cNvSpPr/>
            <p:nvPr/>
          </p:nvSpPr>
          <p:spPr>
            <a:xfrm>
              <a:off x="4234922" y="2117002"/>
              <a:ext cx="534967" cy="265404"/>
            </a:xfrm>
            <a:custGeom>
              <a:avLst/>
              <a:gdLst>
                <a:gd name="connsiteX0" fmla="*/ 134116 w 534967"/>
                <a:gd name="connsiteY0" fmla="*/ 899 h 265404"/>
                <a:gd name="connsiteX1" fmla="*/ 148732 w 534967"/>
                <a:gd name="connsiteY1" fmla="*/ 858 h 265404"/>
                <a:gd name="connsiteX2" fmla="*/ 164463 w 534967"/>
                <a:gd name="connsiteY2" fmla="*/ 884 h 265404"/>
                <a:gd name="connsiteX3" fmla="*/ 180836 w 534967"/>
                <a:gd name="connsiteY3" fmla="*/ 872 h 265404"/>
                <a:gd name="connsiteX4" fmla="*/ 215255 w 534967"/>
                <a:gd name="connsiteY4" fmla="*/ 895 h 265404"/>
                <a:gd name="connsiteX5" fmla="*/ 250102 w 534967"/>
                <a:gd name="connsiteY5" fmla="*/ 895 h 265404"/>
                <a:gd name="connsiteX6" fmla="*/ 500419 w 534967"/>
                <a:gd name="connsiteY6" fmla="*/ 40157 h 265404"/>
                <a:gd name="connsiteX7" fmla="*/ 535266 w 534967"/>
                <a:gd name="connsiteY7" fmla="*/ 153314 h 265404"/>
                <a:gd name="connsiteX8" fmla="*/ 478259 w 534967"/>
                <a:gd name="connsiteY8" fmla="*/ 254041 h 265404"/>
                <a:gd name="connsiteX9" fmla="*/ 424681 w 534967"/>
                <a:gd name="connsiteY9" fmla="*/ 263985 h 265404"/>
                <a:gd name="connsiteX10" fmla="*/ 413579 w 534967"/>
                <a:gd name="connsiteY10" fmla="*/ 264114 h 265404"/>
                <a:gd name="connsiteX11" fmla="*/ 377189 w 534967"/>
                <a:gd name="connsiteY11" fmla="*/ 264345 h 265404"/>
                <a:gd name="connsiteX12" fmla="*/ 351857 w 534967"/>
                <a:gd name="connsiteY12" fmla="*/ 264493 h 265404"/>
                <a:gd name="connsiteX13" fmla="*/ 298708 w 534967"/>
                <a:gd name="connsiteY13" fmla="*/ 264663 h 265404"/>
                <a:gd name="connsiteX14" fmla="*/ 230557 w 534967"/>
                <a:gd name="connsiteY14" fmla="*/ 265160 h 265404"/>
                <a:gd name="connsiteX15" fmla="*/ 178264 w 534967"/>
                <a:gd name="connsiteY15" fmla="*/ 265377 h 265404"/>
                <a:gd name="connsiteX16" fmla="*/ 153233 w 534967"/>
                <a:gd name="connsiteY16" fmla="*/ 265585 h 265404"/>
                <a:gd name="connsiteX17" fmla="*/ 118128 w 534967"/>
                <a:gd name="connsiteY17" fmla="*/ 265659 h 265404"/>
                <a:gd name="connsiteX18" fmla="*/ 107755 w 534967"/>
                <a:gd name="connsiteY18" fmla="*/ 265899 h 265404"/>
                <a:gd name="connsiteX19" fmla="*/ 45176 w 534967"/>
                <a:gd name="connsiteY19" fmla="*/ 236881 h 265404"/>
                <a:gd name="connsiteX20" fmla="*/ 15172 w 534967"/>
                <a:gd name="connsiteY20" fmla="*/ 189732 h 265404"/>
                <a:gd name="connsiteX21" fmla="*/ 10458 w 534967"/>
                <a:gd name="connsiteY21" fmla="*/ 181674 h 265404"/>
                <a:gd name="connsiteX22" fmla="*/ 4971 w 534967"/>
                <a:gd name="connsiteY22" fmla="*/ 101521 h 265404"/>
                <a:gd name="connsiteX23" fmla="*/ 79552 w 534967"/>
                <a:gd name="connsiteY23" fmla="*/ 8938 h 265404"/>
                <a:gd name="connsiteX24" fmla="*/ 133987 w 534967"/>
                <a:gd name="connsiteY24" fmla="*/ 494 h 26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4967" h="265404">
                  <a:moveTo>
                    <a:pt x="134116" y="899"/>
                  </a:moveTo>
                  <a:cubicBezTo>
                    <a:pt x="138959" y="885"/>
                    <a:pt x="143760" y="872"/>
                    <a:pt x="148732" y="858"/>
                  </a:cubicBezTo>
                  <a:cubicBezTo>
                    <a:pt x="153918" y="867"/>
                    <a:pt x="159105" y="875"/>
                    <a:pt x="164463" y="884"/>
                  </a:cubicBezTo>
                  <a:cubicBezTo>
                    <a:pt x="169863" y="880"/>
                    <a:pt x="175264" y="876"/>
                    <a:pt x="180836" y="872"/>
                  </a:cubicBezTo>
                  <a:cubicBezTo>
                    <a:pt x="192323" y="869"/>
                    <a:pt x="203767" y="875"/>
                    <a:pt x="215255" y="895"/>
                  </a:cubicBezTo>
                  <a:cubicBezTo>
                    <a:pt x="226870" y="914"/>
                    <a:pt x="238486" y="915"/>
                    <a:pt x="250102" y="895"/>
                  </a:cubicBezTo>
                  <a:cubicBezTo>
                    <a:pt x="458414" y="563"/>
                    <a:pt x="458414" y="563"/>
                    <a:pt x="500419" y="40157"/>
                  </a:cubicBezTo>
                  <a:cubicBezTo>
                    <a:pt x="531923" y="74790"/>
                    <a:pt x="536123" y="107880"/>
                    <a:pt x="535266" y="153314"/>
                  </a:cubicBezTo>
                  <a:cubicBezTo>
                    <a:pt x="533192" y="195105"/>
                    <a:pt x="508091" y="226609"/>
                    <a:pt x="478259" y="254041"/>
                  </a:cubicBezTo>
                  <a:cubicBezTo>
                    <a:pt x="461800" y="265356"/>
                    <a:pt x="443883" y="263942"/>
                    <a:pt x="424681" y="263985"/>
                  </a:cubicBezTo>
                  <a:cubicBezTo>
                    <a:pt x="421012" y="264027"/>
                    <a:pt x="417351" y="264070"/>
                    <a:pt x="413579" y="264114"/>
                  </a:cubicBezTo>
                  <a:cubicBezTo>
                    <a:pt x="401449" y="264239"/>
                    <a:pt x="389319" y="264297"/>
                    <a:pt x="377189" y="264345"/>
                  </a:cubicBezTo>
                  <a:cubicBezTo>
                    <a:pt x="368745" y="264394"/>
                    <a:pt x="360301" y="264443"/>
                    <a:pt x="351857" y="264493"/>
                  </a:cubicBezTo>
                  <a:cubicBezTo>
                    <a:pt x="334155" y="264583"/>
                    <a:pt x="316453" y="264633"/>
                    <a:pt x="298708" y="264663"/>
                  </a:cubicBezTo>
                  <a:cubicBezTo>
                    <a:pt x="276077" y="264710"/>
                    <a:pt x="253274" y="264916"/>
                    <a:pt x="230557" y="265160"/>
                  </a:cubicBezTo>
                  <a:cubicBezTo>
                    <a:pt x="213112" y="265320"/>
                    <a:pt x="195666" y="265365"/>
                    <a:pt x="178264" y="265377"/>
                  </a:cubicBezTo>
                  <a:cubicBezTo>
                    <a:pt x="169906" y="265403"/>
                    <a:pt x="161591" y="265472"/>
                    <a:pt x="153233" y="265585"/>
                  </a:cubicBezTo>
                  <a:cubicBezTo>
                    <a:pt x="141531" y="265732"/>
                    <a:pt x="129830" y="265715"/>
                    <a:pt x="118128" y="265659"/>
                  </a:cubicBezTo>
                  <a:cubicBezTo>
                    <a:pt x="112985" y="265778"/>
                    <a:pt x="112985" y="265778"/>
                    <a:pt x="107755" y="265899"/>
                  </a:cubicBezTo>
                  <a:cubicBezTo>
                    <a:pt x="80666" y="265499"/>
                    <a:pt x="64464" y="255269"/>
                    <a:pt x="45176" y="236881"/>
                  </a:cubicBezTo>
                  <a:cubicBezTo>
                    <a:pt x="33346" y="222179"/>
                    <a:pt x="24345" y="206234"/>
                    <a:pt x="15172" y="189732"/>
                  </a:cubicBezTo>
                  <a:cubicBezTo>
                    <a:pt x="13612" y="187074"/>
                    <a:pt x="12056" y="184417"/>
                    <a:pt x="10458" y="181674"/>
                  </a:cubicBezTo>
                  <a:cubicBezTo>
                    <a:pt x="-2401" y="156771"/>
                    <a:pt x="-1415" y="128096"/>
                    <a:pt x="4971" y="101521"/>
                  </a:cubicBezTo>
                  <a:cubicBezTo>
                    <a:pt x="18687" y="62773"/>
                    <a:pt x="44233" y="29941"/>
                    <a:pt x="79552" y="8938"/>
                  </a:cubicBezTo>
                  <a:cubicBezTo>
                    <a:pt x="97211" y="1351"/>
                    <a:pt x="114828" y="494"/>
                    <a:pt x="133987" y="494"/>
                  </a:cubicBezTo>
                  <a:close/>
                </a:path>
              </a:pathLst>
            </a:custGeom>
            <a:solidFill>
              <a:schemeClr val="bg1">
                <a:alpha val="25000"/>
              </a:schemeClr>
            </a:solidFill>
            <a:ln w="4286" cap="flat">
              <a:noFill/>
              <a:prstDash val="solid"/>
              <a:miter/>
            </a:ln>
          </p:spPr>
          <p:txBody>
            <a:bodyPr rtlCol="0" anchor="ctr"/>
            <a:lstStyle/>
            <a:p>
              <a:endParaRPr lang="fr-FR"/>
            </a:p>
          </p:txBody>
        </p:sp>
        <p:sp>
          <p:nvSpPr>
            <p:cNvPr id="50" name="Freeform: Shape 49">
              <a:extLst>
                <a:ext uri="{FF2B5EF4-FFF2-40B4-BE49-F238E27FC236}">
                  <a16:creationId xmlns:a16="http://schemas.microsoft.com/office/drawing/2014/main" id="{D63B883F-25AD-5B5B-BBFC-5C8B27DD661D}"/>
                </a:ext>
              </a:extLst>
            </p:cNvPr>
            <p:cNvSpPr/>
            <p:nvPr/>
          </p:nvSpPr>
          <p:spPr>
            <a:xfrm>
              <a:off x="6915684" y="897516"/>
              <a:ext cx="2520008" cy="3040856"/>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sp>
          <p:nvSpPr>
            <p:cNvPr id="51" name="Freeform: Shape 50">
              <a:hlinkClick r:id="rId9" action="ppaction://hlinksldjump"/>
              <a:extLst>
                <a:ext uri="{FF2B5EF4-FFF2-40B4-BE49-F238E27FC236}">
                  <a16:creationId xmlns:a16="http://schemas.microsoft.com/office/drawing/2014/main" id="{5C4F775C-BC74-17F9-299C-9EBE263F8E49}"/>
                </a:ext>
              </a:extLst>
            </p:cNvPr>
            <p:cNvSpPr/>
            <p:nvPr/>
          </p:nvSpPr>
          <p:spPr>
            <a:xfrm>
              <a:off x="3031853" y="2715578"/>
              <a:ext cx="3110653" cy="3753578"/>
            </a:xfrm>
            <a:custGeom>
              <a:avLst/>
              <a:gdLst>
                <a:gd name="connsiteX0" fmla="*/ 1249314 w 2520008"/>
                <a:gd name="connsiteY0" fmla="*/ 651006 h 3040856"/>
                <a:gd name="connsiteX1" fmla="*/ 1020107 w 2520008"/>
                <a:gd name="connsiteY1" fmla="*/ 702408 h 3040856"/>
                <a:gd name="connsiteX2" fmla="*/ 1010377 w 2520008"/>
                <a:gd name="connsiteY2" fmla="*/ 706952 h 3040856"/>
                <a:gd name="connsiteX3" fmla="*/ 805494 w 2520008"/>
                <a:gd name="connsiteY3" fmla="*/ 848827 h 3040856"/>
                <a:gd name="connsiteX4" fmla="*/ 782863 w 2520008"/>
                <a:gd name="connsiteY4" fmla="*/ 874930 h 3040856"/>
                <a:gd name="connsiteX5" fmla="*/ 631130 w 2520008"/>
                <a:gd name="connsiteY5" fmla="*/ 1191684 h 3040856"/>
                <a:gd name="connsiteX6" fmla="*/ 629655 w 2520008"/>
                <a:gd name="connsiteY6" fmla="*/ 1200171 h 3040856"/>
                <a:gd name="connsiteX7" fmla="*/ 623740 w 2520008"/>
                <a:gd name="connsiteY7" fmla="*/ 1361762 h 3040856"/>
                <a:gd name="connsiteX8" fmla="*/ 625352 w 2520008"/>
                <a:gd name="connsiteY8" fmla="*/ 1372135 h 3040856"/>
                <a:gd name="connsiteX9" fmla="*/ 673358 w 2520008"/>
                <a:gd name="connsiteY9" fmla="*/ 1549586 h 3040856"/>
                <a:gd name="connsiteX10" fmla="*/ 684073 w 2520008"/>
                <a:gd name="connsiteY10" fmla="*/ 1572217 h 3040856"/>
                <a:gd name="connsiteX11" fmla="*/ 733794 w 2520008"/>
                <a:gd name="connsiteY11" fmla="*/ 1662228 h 3040856"/>
                <a:gd name="connsiteX12" fmla="*/ 740480 w 2520008"/>
                <a:gd name="connsiteY12" fmla="*/ 1671787 h 3040856"/>
                <a:gd name="connsiteX13" fmla="*/ 1051662 w 2520008"/>
                <a:gd name="connsiteY13" fmla="*/ 1898958 h 3040856"/>
                <a:gd name="connsiteX14" fmla="*/ 1062249 w 2520008"/>
                <a:gd name="connsiteY14" fmla="*/ 1902794 h 3040856"/>
                <a:gd name="connsiteX15" fmla="*/ 1243129 w 2520008"/>
                <a:gd name="connsiteY15" fmla="*/ 1930312 h 3040856"/>
                <a:gd name="connsiteX16" fmla="*/ 1274161 w 2520008"/>
                <a:gd name="connsiteY16" fmla="*/ 1930116 h 3040856"/>
                <a:gd name="connsiteX17" fmla="*/ 1444326 w 2520008"/>
                <a:gd name="connsiteY17" fmla="*/ 1911385 h 3040856"/>
                <a:gd name="connsiteX18" fmla="*/ 1453198 w 2520008"/>
                <a:gd name="connsiteY18" fmla="*/ 1908136 h 3040856"/>
                <a:gd name="connsiteX19" fmla="*/ 1723232 w 2520008"/>
                <a:gd name="connsiteY19" fmla="*/ 1737115 h 3040856"/>
                <a:gd name="connsiteX20" fmla="*/ 1749164 w 2520008"/>
                <a:gd name="connsiteY20" fmla="*/ 1708226 h 3040856"/>
                <a:gd name="connsiteX21" fmla="*/ 1813458 w 2520008"/>
                <a:gd name="connsiteY21" fmla="*/ 1625501 h 3040856"/>
                <a:gd name="connsiteX22" fmla="*/ 1824816 w 2520008"/>
                <a:gd name="connsiteY22" fmla="*/ 1603898 h 3040856"/>
                <a:gd name="connsiteX23" fmla="*/ 1842433 w 2520008"/>
                <a:gd name="connsiteY23" fmla="*/ 1570080 h 3040856"/>
                <a:gd name="connsiteX24" fmla="*/ 1866393 w 2520008"/>
                <a:gd name="connsiteY24" fmla="*/ 1085733 h 3040856"/>
                <a:gd name="connsiteX25" fmla="*/ 1863517 w 2520008"/>
                <a:gd name="connsiteY25" fmla="*/ 1077547 h 3040856"/>
                <a:gd name="connsiteX26" fmla="*/ 1718641 w 2520008"/>
                <a:gd name="connsiteY26" fmla="*/ 841803 h 3040856"/>
                <a:gd name="connsiteX27" fmla="*/ 1709169 w 2520008"/>
                <a:gd name="connsiteY27" fmla="*/ 833316 h 3040856"/>
                <a:gd name="connsiteX28" fmla="*/ 1676765 w 2520008"/>
                <a:gd name="connsiteY28" fmla="*/ 803784 h 3040856"/>
                <a:gd name="connsiteX29" fmla="*/ 1666306 w 2520008"/>
                <a:gd name="connsiteY29" fmla="*/ 794740 h 3040856"/>
                <a:gd name="connsiteX30" fmla="*/ 1490999 w 2520008"/>
                <a:gd name="connsiteY30" fmla="*/ 694870 h 3040856"/>
                <a:gd name="connsiteX31" fmla="*/ 1482169 w 2520008"/>
                <a:gd name="connsiteY31" fmla="*/ 691656 h 3040856"/>
                <a:gd name="connsiteX32" fmla="*/ 1483022 w 2520008"/>
                <a:gd name="connsiteY32" fmla="*/ 689807 h 3040856"/>
                <a:gd name="connsiteX33" fmla="*/ 1249314 w 2520008"/>
                <a:gd name="connsiteY33" fmla="*/ 651006 h 3040856"/>
                <a:gd name="connsiteX34" fmla="*/ 1303424 w 2520008"/>
                <a:gd name="connsiteY34" fmla="*/ 753 h 3040856"/>
                <a:gd name="connsiteX35" fmla="*/ 2181132 w 2520008"/>
                <a:gd name="connsiteY35" fmla="*/ 400282 h 3040856"/>
                <a:gd name="connsiteX36" fmla="*/ 2119727 w 2520008"/>
                <a:gd name="connsiteY36" fmla="*/ 2181133 h 3040856"/>
                <a:gd name="connsiteX37" fmla="*/ 1198598 w 2520008"/>
                <a:gd name="connsiteY37" fmla="*/ 3040856 h 3040856"/>
                <a:gd name="connsiteX38" fmla="*/ 338876 w 2520008"/>
                <a:gd name="connsiteY38" fmla="*/ 2119728 h 3040856"/>
                <a:gd name="connsiteX39" fmla="*/ 400281 w 2520008"/>
                <a:gd name="connsiteY39" fmla="*/ 338877 h 3040856"/>
                <a:gd name="connsiteX40" fmla="*/ 1303424 w 2520008"/>
                <a:gd name="connsiteY40" fmla="*/ 753 h 3040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20008" h="3040856">
                  <a:moveTo>
                    <a:pt x="1249314" y="651006"/>
                  </a:moveTo>
                  <a:cubicBezTo>
                    <a:pt x="1169697" y="652902"/>
                    <a:pt x="1090830" y="669833"/>
                    <a:pt x="1020107" y="702408"/>
                  </a:cubicBezTo>
                  <a:cubicBezTo>
                    <a:pt x="1016806" y="703964"/>
                    <a:pt x="1013583" y="705460"/>
                    <a:pt x="1010377" y="706952"/>
                  </a:cubicBezTo>
                  <a:cubicBezTo>
                    <a:pt x="934939" y="741671"/>
                    <a:pt x="860787" y="785819"/>
                    <a:pt x="805494" y="848827"/>
                  </a:cubicBezTo>
                  <a:cubicBezTo>
                    <a:pt x="798165" y="857785"/>
                    <a:pt x="790835" y="866486"/>
                    <a:pt x="782863" y="874930"/>
                  </a:cubicBezTo>
                  <a:cubicBezTo>
                    <a:pt x="699281" y="963227"/>
                    <a:pt x="651918" y="1072955"/>
                    <a:pt x="631130" y="1191684"/>
                  </a:cubicBezTo>
                  <a:cubicBezTo>
                    <a:pt x="630384" y="1195966"/>
                    <a:pt x="630384" y="1195966"/>
                    <a:pt x="629655" y="1200171"/>
                  </a:cubicBezTo>
                  <a:cubicBezTo>
                    <a:pt x="620088" y="1254177"/>
                    <a:pt x="616239" y="1307327"/>
                    <a:pt x="623740" y="1361762"/>
                  </a:cubicBezTo>
                  <a:cubicBezTo>
                    <a:pt x="624555" y="1366992"/>
                    <a:pt x="624555" y="1366992"/>
                    <a:pt x="625352" y="1372135"/>
                  </a:cubicBezTo>
                  <a:cubicBezTo>
                    <a:pt x="634696" y="1433000"/>
                    <a:pt x="647383" y="1493436"/>
                    <a:pt x="673358" y="1549586"/>
                  </a:cubicBezTo>
                  <a:cubicBezTo>
                    <a:pt x="677001" y="1557087"/>
                    <a:pt x="680606" y="1564631"/>
                    <a:pt x="684073" y="1572217"/>
                  </a:cubicBezTo>
                  <a:cubicBezTo>
                    <a:pt x="698218" y="1603935"/>
                    <a:pt x="714206" y="1633596"/>
                    <a:pt x="733794" y="1662228"/>
                  </a:cubicBezTo>
                  <a:cubicBezTo>
                    <a:pt x="737163" y="1667072"/>
                    <a:pt x="737163" y="1667072"/>
                    <a:pt x="740480" y="1671787"/>
                  </a:cubicBezTo>
                  <a:cubicBezTo>
                    <a:pt x="814204" y="1777229"/>
                    <a:pt x="932504" y="1854381"/>
                    <a:pt x="1051662" y="1898958"/>
                  </a:cubicBezTo>
                  <a:cubicBezTo>
                    <a:pt x="1057020" y="1900895"/>
                    <a:pt x="1057020" y="1900895"/>
                    <a:pt x="1062249" y="1902794"/>
                  </a:cubicBezTo>
                  <a:cubicBezTo>
                    <a:pt x="1120114" y="1924354"/>
                    <a:pt x="1181836" y="1930567"/>
                    <a:pt x="1243129" y="1930312"/>
                  </a:cubicBezTo>
                  <a:cubicBezTo>
                    <a:pt x="1253502" y="1930204"/>
                    <a:pt x="1263832" y="1930103"/>
                    <a:pt x="1274161" y="1930116"/>
                  </a:cubicBezTo>
                  <a:cubicBezTo>
                    <a:pt x="1331169" y="1930288"/>
                    <a:pt x="1389890" y="1929816"/>
                    <a:pt x="1444326" y="1911385"/>
                  </a:cubicBezTo>
                  <a:cubicBezTo>
                    <a:pt x="1447369" y="1910279"/>
                    <a:pt x="1450275" y="1909208"/>
                    <a:pt x="1453198" y="1908136"/>
                  </a:cubicBezTo>
                  <a:cubicBezTo>
                    <a:pt x="1552639" y="1872989"/>
                    <a:pt x="1651652" y="1815982"/>
                    <a:pt x="1723232" y="1737115"/>
                  </a:cubicBezTo>
                  <a:cubicBezTo>
                    <a:pt x="1731762" y="1727385"/>
                    <a:pt x="1740248" y="1717612"/>
                    <a:pt x="1749164" y="1708226"/>
                  </a:cubicBezTo>
                  <a:cubicBezTo>
                    <a:pt x="1774281" y="1682508"/>
                    <a:pt x="1796184" y="1657262"/>
                    <a:pt x="1813458" y="1625501"/>
                  </a:cubicBezTo>
                  <a:cubicBezTo>
                    <a:pt x="1817187" y="1618257"/>
                    <a:pt x="1820946" y="1611056"/>
                    <a:pt x="1824816" y="1603898"/>
                  </a:cubicBezTo>
                  <a:cubicBezTo>
                    <a:pt x="1830860" y="1592711"/>
                    <a:pt x="1836775" y="1581481"/>
                    <a:pt x="1842433" y="1570080"/>
                  </a:cubicBezTo>
                  <a:cubicBezTo>
                    <a:pt x="1915256" y="1420061"/>
                    <a:pt x="1920828" y="1244325"/>
                    <a:pt x="1866393" y="1085733"/>
                  </a:cubicBezTo>
                  <a:cubicBezTo>
                    <a:pt x="1865415" y="1082947"/>
                    <a:pt x="1864464" y="1080243"/>
                    <a:pt x="1863517" y="1077547"/>
                  </a:cubicBezTo>
                  <a:cubicBezTo>
                    <a:pt x="1833941" y="992250"/>
                    <a:pt x="1785078" y="903954"/>
                    <a:pt x="1718641" y="841803"/>
                  </a:cubicBezTo>
                  <a:cubicBezTo>
                    <a:pt x="1713841" y="837508"/>
                    <a:pt x="1713841" y="837508"/>
                    <a:pt x="1709169" y="833316"/>
                  </a:cubicBezTo>
                  <a:cubicBezTo>
                    <a:pt x="1698453" y="823329"/>
                    <a:pt x="1687737" y="813471"/>
                    <a:pt x="1676765" y="803784"/>
                  </a:cubicBezTo>
                  <a:cubicBezTo>
                    <a:pt x="1673207" y="800698"/>
                    <a:pt x="1669761" y="797727"/>
                    <a:pt x="1666306" y="794740"/>
                  </a:cubicBezTo>
                  <a:cubicBezTo>
                    <a:pt x="1615300" y="750163"/>
                    <a:pt x="1554435" y="718230"/>
                    <a:pt x="1490999" y="694870"/>
                  </a:cubicBezTo>
                  <a:cubicBezTo>
                    <a:pt x="1486541" y="693246"/>
                    <a:pt x="1486541" y="693246"/>
                    <a:pt x="1482169" y="691656"/>
                  </a:cubicBezTo>
                  <a:lnTo>
                    <a:pt x="1483022" y="689807"/>
                  </a:lnTo>
                  <a:cubicBezTo>
                    <a:pt x="1409298" y="662247"/>
                    <a:pt x="1328931" y="649109"/>
                    <a:pt x="1249314" y="651006"/>
                  </a:cubicBezTo>
                  <a:close/>
                  <a:moveTo>
                    <a:pt x="1303424" y="753"/>
                  </a:moveTo>
                  <a:cubicBezTo>
                    <a:pt x="1625695" y="11865"/>
                    <a:pt x="1943726" y="145920"/>
                    <a:pt x="2181132" y="400282"/>
                  </a:cubicBezTo>
                  <a:cubicBezTo>
                    <a:pt x="2655944" y="909008"/>
                    <a:pt x="2628452" y="1706321"/>
                    <a:pt x="2119727" y="2181133"/>
                  </a:cubicBezTo>
                  <a:lnTo>
                    <a:pt x="1198598" y="3040856"/>
                  </a:lnTo>
                  <a:lnTo>
                    <a:pt x="338876" y="2119728"/>
                  </a:lnTo>
                  <a:cubicBezTo>
                    <a:pt x="-135936" y="1611003"/>
                    <a:pt x="-108444" y="813689"/>
                    <a:pt x="400281" y="338877"/>
                  </a:cubicBezTo>
                  <a:cubicBezTo>
                    <a:pt x="654644" y="101471"/>
                    <a:pt x="981154" y="-10359"/>
                    <a:pt x="1303424" y="753"/>
                  </a:cubicBezTo>
                  <a:close/>
                </a:path>
              </a:pathLst>
            </a:custGeom>
            <a:solidFill>
              <a:schemeClr val="bg1">
                <a:alpha val="25000"/>
              </a:schemeClr>
            </a:solidFill>
            <a:ln w="4286" cap="flat">
              <a:noFill/>
              <a:prstDash val="solid"/>
              <a:miter/>
            </a:ln>
          </p:spPr>
          <p:txBody>
            <a:bodyPr rtlCol="0" anchor="ctr"/>
            <a:lstStyle/>
            <a:p>
              <a:endParaRPr lang="fr-FR"/>
            </a:p>
          </p:txBody>
        </p:sp>
      </p:grpSp>
      <p:pic>
        <p:nvPicPr>
          <p:cNvPr id="52" name="Graphic 51">
            <a:hlinkClick r:id="rId9" action="ppaction://hlinksldjump"/>
            <a:extLst>
              <a:ext uri="{FF2B5EF4-FFF2-40B4-BE49-F238E27FC236}">
                <a16:creationId xmlns:a16="http://schemas.microsoft.com/office/drawing/2014/main" id="{49635CDD-D089-8060-E441-4B88388D23B2}"/>
              </a:ext>
            </a:extLst>
          </p:cNvPr>
          <p:cNvPicPr>
            <a:picLocks noChangeAspect="1"/>
          </p:cNvPicPr>
          <p:nvPr/>
        </p:nvPicPr>
        <p:blipFill>
          <a:blip r:embed="rId26" cstate="hqprint">
            <a:extLst>
              <a:ext uri="{28A0092B-C50C-407E-A947-70E740481C1C}">
                <a14:useLocalDpi xmlns:a14="http://schemas.microsoft.com/office/drawing/2010/main" val="0"/>
              </a:ext>
              <a:ext uri="{96DAC541-7B7A-43D3-8B79-37D633B846F1}">
                <asvg:svgBlip xmlns="" xmlns:asvg="http://schemas.microsoft.com/office/drawing/2016/SVG/main" r:embed="rId27"/>
              </a:ext>
            </a:extLst>
          </a:blip>
          <a:stretch>
            <a:fillRect/>
          </a:stretch>
        </p:blipFill>
        <p:spPr>
          <a:xfrm>
            <a:off x="-1494568" y="3889352"/>
            <a:ext cx="288000" cy="288000"/>
          </a:xfrm>
          <a:prstGeom prst="rect">
            <a:avLst/>
          </a:prstGeom>
        </p:spPr>
      </p:pic>
      <p:pic>
        <p:nvPicPr>
          <p:cNvPr id="53" name="travel">
            <a:extLst>
              <a:ext uri="{FF2B5EF4-FFF2-40B4-BE49-F238E27FC236}">
                <a16:creationId xmlns:a16="http://schemas.microsoft.com/office/drawing/2014/main" id="{4377B576-EB20-D2A9-79AC-0B28DBDA32C9}"/>
              </a:ext>
            </a:extLst>
          </p:cNvPr>
          <p:cNvPicPr>
            <a:picLocks noChangeAspect="1"/>
          </p:cNvPicPr>
          <p:nvPr/>
        </p:nvPicPr>
        <p:blipFill>
          <a:blip r:embed="rId17" cstate="hqprint">
            <a:extLst>
              <a:ext uri="{28A0092B-C50C-407E-A947-70E740481C1C}">
                <a14:useLocalDpi xmlns:a14="http://schemas.microsoft.com/office/drawing/2010/main" val="0"/>
              </a:ext>
              <a:ext uri="{96DAC541-7B7A-43D3-8B79-37D633B846F1}">
                <asvg:svgBlip xmlns="" xmlns:asvg="http://schemas.microsoft.com/office/drawing/2016/SVG/main" r:embed="rId18"/>
              </a:ext>
            </a:extLst>
          </a:blip>
          <a:stretch>
            <a:fillRect/>
          </a:stretch>
        </p:blipFill>
        <p:spPr>
          <a:xfrm>
            <a:off x="-1491280" y="2968468"/>
            <a:ext cx="288000" cy="288000"/>
          </a:xfrm>
          <a:prstGeom prst="rect">
            <a:avLst/>
          </a:prstGeom>
        </p:spPr>
      </p:pic>
      <p:pic>
        <p:nvPicPr>
          <p:cNvPr id="54" name="Graphic 53">
            <a:extLst>
              <a:ext uri="{FF2B5EF4-FFF2-40B4-BE49-F238E27FC236}">
                <a16:creationId xmlns:a16="http://schemas.microsoft.com/office/drawing/2014/main" id="{D0F3704B-F162-5E5D-69C5-BF95E3C2C6B9}"/>
              </a:ext>
            </a:extLst>
          </p:cNvPr>
          <p:cNvPicPr>
            <a:picLocks noChangeAspect="1"/>
          </p:cNvPicPr>
          <p:nvPr/>
        </p:nvPicPr>
        <p:blipFill>
          <a:blip r:embed="rId28" cstate="hqprint">
            <a:extLst>
              <a:ext uri="{28A0092B-C50C-407E-A947-70E740481C1C}">
                <a14:useLocalDpi xmlns:a14="http://schemas.microsoft.com/office/drawing/2010/main" val="0"/>
              </a:ext>
              <a:ext uri="{96DAC541-7B7A-43D3-8B79-37D633B846F1}">
                <asvg:svgBlip xmlns="" xmlns:asvg="http://schemas.microsoft.com/office/drawing/2016/SVG/main" r:embed="rId29"/>
              </a:ext>
            </a:extLst>
          </a:blip>
          <a:stretch>
            <a:fillRect/>
          </a:stretch>
        </p:blipFill>
        <p:spPr>
          <a:xfrm>
            <a:off x="-1491280" y="4892936"/>
            <a:ext cx="288000" cy="288000"/>
          </a:xfrm>
          <a:prstGeom prst="rect">
            <a:avLst/>
          </a:prstGeom>
        </p:spPr>
      </p:pic>
      <p:pic>
        <p:nvPicPr>
          <p:cNvPr id="66" name="Graphic 65">
            <a:extLst>
              <a:ext uri="{FF2B5EF4-FFF2-40B4-BE49-F238E27FC236}">
                <a16:creationId xmlns:a16="http://schemas.microsoft.com/office/drawing/2014/main" id="{D5B49D69-5159-44F0-C461-779FFEA40A5B}"/>
              </a:ext>
            </a:extLst>
          </p:cNvPr>
          <p:cNvPicPr>
            <a:picLocks noChangeAspect="1"/>
          </p:cNvPicPr>
          <p:nvPr/>
        </p:nvPicPr>
        <p:blipFill>
          <a:blip r:embed="rId30" cstate="hqprint">
            <a:extLst>
              <a:ext uri="{28A0092B-C50C-407E-A947-70E740481C1C}">
                <a14:useLocalDpi xmlns:a14="http://schemas.microsoft.com/office/drawing/2010/main" val="0"/>
              </a:ext>
              <a:ext uri="{96DAC541-7B7A-43D3-8B79-37D633B846F1}">
                <asvg:svgBlip xmlns="" xmlns:asvg="http://schemas.microsoft.com/office/drawing/2016/SVG/main" r:embed="rId31"/>
              </a:ext>
            </a:extLst>
          </a:blip>
          <a:stretch>
            <a:fillRect/>
          </a:stretch>
        </p:blipFill>
        <p:spPr>
          <a:xfrm>
            <a:off x="-1463535" y="4412410"/>
            <a:ext cx="288000" cy="288000"/>
          </a:xfrm>
          <a:prstGeom prst="rect">
            <a:avLst/>
          </a:prstGeom>
        </p:spPr>
      </p:pic>
      <p:sp>
        <p:nvSpPr>
          <p:cNvPr id="67" name="TextBox 66">
            <a:extLst>
              <a:ext uri="{FF2B5EF4-FFF2-40B4-BE49-F238E27FC236}">
                <a16:creationId xmlns:a16="http://schemas.microsoft.com/office/drawing/2014/main" id="{C7450915-B13D-F544-C11B-68C42B613530}"/>
              </a:ext>
            </a:extLst>
          </p:cNvPr>
          <p:cNvSpPr txBox="1"/>
          <p:nvPr/>
        </p:nvSpPr>
        <p:spPr>
          <a:xfrm>
            <a:off x="-1783433" y="5200851"/>
            <a:ext cx="864000" cy="400110"/>
          </a:xfrm>
          <a:prstGeom prst="rect">
            <a:avLst/>
          </a:prstGeom>
          <a:noFill/>
        </p:spPr>
        <p:txBody>
          <a:bodyPr wrap="square">
            <a:spAutoFit/>
          </a:bodyPr>
          <a:lstStyle/>
          <a:p>
            <a:pPr algn="ctr"/>
            <a:r>
              <a:rPr lang="fr-FR" sz="1000" dirty="0">
                <a:solidFill>
                  <a:schemeClr val="bg1"/>
                </a:solidFill>
                <a:latin typeface="Darker Grotesque" pitchFamily="2" charset="0"/>
                <a:cs typeface="Times New Roman" panose="02020603050405020304" pitchFamily="18" charset="0"/>
              </a:rPr>
              <a:t>Supprimer mon compte</a:t>
            </a:r>
            <a:endParaRPr lang="fr-FR" sz="1000" dirty="0">
              <a:solidFill>
                <a:schemeClr val="bg1"/>
              </a:solidFill>
              <a:latin typeface="Darker Grotesque" pitchFamily="2" charset="0"/>
            </a:endParaRPr>
          </a:p>
        </p:txBody>
      </p:sp>
      <p:sp>
        <p:nvSpPr>
          <p:cNvPr id="69" name="Google Shape;542;p39">
            <a:extLst>
              <a:ext uri="{FF2B5EF4-FFF2-40B4-BE49-F238E27FC236}">
                <a16:creationId xmlns:a16="http://schemas.microsoft.com/office/drawing/2014/main" id="{472CD684-E503-B47C-6314-65A7970A1AC2}"/>
              </a:ext>
            </a:extLst>
          </p:cNvPr>
          <p:cNvSpPr/>
          <p:nvPr/>
        </p:nvSpPr>
        <p:spPr>
          <a:xfrm>
            <a:off x="3252280" y="-2483697"/>
            <a:ext cx="5652000" cy="487053"/>
          </a:xfrm>
          <a:prstGeom prst="roundRect">
            <a:avLst>
              <a:gd name="adj" fmla="val 11903"/>
            </a:avLst>
          </a:prstGeom>
          <a:noFill/>
          <a:ln w="19050" cap="flat" cmpd="sng">
            <a:solidFill>
              <a:srgbClr val="9A8C98"/>
            </a:solidFill>
            <a:prstDash val="solid"/>
            <a:round/>
            <a:headEnd type="none" w="sm" len="sm"/>
            <a:tailEnd type="none" w="sm" len="sm"/>
          </a:ln>
          <a:effectLst>
            <a:outerShdw blurRad="142875" dist="19050" dir="5400000" algn="bl" rotWithShape="0">
              <a:schemeClr val="tx1">
                <a:alpha val="90000"/>
              </a:schemeClr>
            </a:outerShdw>
          </a:effectLst>
        </p:spPr>
        <p:txBody>
          <a:bodyPr spcFirstLastPara="1" wrap="square" lIns="91425" tIns="91425" rIns="91425" bIns="91425" anchor="ctr" anchorCtr="0">
            <a:noAutofit/>
          </a:bodyPr>
          <a:lstStyle/>
          <a:p>
            <a:pPr lvl="0" algn="ctr"/>
            <a:r>
              <a:rPr lang="fr-MA" sz="2000" b="1" spc="300" dirty="0">
                <a:solidFill>
                  <a:schemeClr val="bg1"/>
                </a:solidFill>
                <a:latin typeface="Nunito Sans" pitchFamily="2" charset="0"/>
                <a:ea typeface="Calibri" panose="020F0502020204030204" pitchFamily="34" charset="0"/>
              </a:rPr>
              <a:t>Partie utilisateurs </a:t>
            </a:r>
          </a:p>
        </p:txBody>
      </p:sp>
    </p:spTree>
    <p:extLst>
      <p:ext uri="{BB962C8B-B14F-4D97-AF65-F5344CB8AC3E}">
        <p14:creationId xmlns:p14="http://schemas.microsoft.com/office/powerpoint/2010/main" val="98136968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Conclusion</a:t>
            </a: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4A4E69"/>
          </a:solidFill>
          <a:ln w="28575" cap="flat" cmpd="sng">
            <a:noFill/>
            <a:prstDash val="solid"/>
            <a:round/>
            <a:headEnd type="none" w="sm" len="sm"/>
            <a:tailEnd type="none" w="sm" len="sm"/>
          </a:ln>
          <a:effectLst>
            <a:outerShdw blurRad="114300" dist="19050" dir="5400000" algn="bl" rotWithShape="0">
              <a:srgbClr val="4A4E69">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05</a:t>
            </a:r>
            <a:endParaRPr lang="en" dirty="0">
              <a:solidFill>
                <a:schemeClr val="bg1"/>
              </a:solidFill>
              <a:latin typeface="Oswald ExtraLight" pitchFamily="2" charset="0"/>
            </a:endParaRPr>
          </a:p>
        </p:txBody>
      </p:sp>
      <p:sp>
        <p:nvSpPr>
          <p:cNvPr id="2" name="Slide Number Placeholder 1">
            <a:extLst>
              <a:ext uri="{FF2B5EF4-FFF2-40B4-BE49-F238E27FC236}">
                <a16:creationId xmlns:a16="http://schemas.microsoft.com/office/drawing/2014/main" id="{878557E5-CE6D-EEDE-2A72-48382FAF18F6}"/>
              </a:ext>
            </a:extLst>
          </p:cNvPr>
          <p:cNvSpPr>
            <a:spLocks noGrp="1"/>
          </p:cNvSpPr>
          <p:nvPr>
            <p:ph type="sldNum" sz="quarter" idx="12"/>
          </p:nvPr>
        </p:nvSpPr>
        <p:spPr/>
        <p:txBody>
          <a:bodyPr/>
          <a:lstStyle/>
          <a:p>
            <a:pPr algn="ctr"/>
            <a:fld id="{DD31AE6B-CDAB-407E-9BC6-E294FE5CDB12}" type="slidenum">
              <a:rPr lang="fr-FR" smtClean="0"/>
              <a:pPr algn="ctr"/>
              <a:t>41</a:t>
            </a:fld>
            <a:endParaRPr lang="fr-FR"/>
          </a:p>
        </p:txBody>
      </p:sp>
      <p:sp>
        <p:nvSpPr>
          <p:cNvPr id="4" name="Rectangle: Rounded Corners 3">
            <a:extLst>
              <a:ext uri="{FF2B5EF4-FFF2-40B4-BE49-F238E27FC236}">
                <a16:creationId xmlns:a16="http://schemas.microsoft.com/office/drawing/2014/main" id="{ED5886D1-8A7A-D941-3973-E97D2E124150}"/>
              </a:ext>
            </a:extLst>
          </p:cNvPr>
          <p:cNvSpPr/>
          <p:nvPr/>
        </p:nvSpPr>
        <p:spPr>
          <a:xfrm rot="2571227">
            <a:off x="11567899" y="6340911"/>
            <a:ext cx="396000" cy="396000"/>
          </a:xfrm>
          <a:prstGeom prst="roundRect">
            <a:avLst/>
          </a:prstGeom>
          <a:noFill/>
          <a:ln w="38100">
            <a:gradFill>
              <a:gsLst>
                <a:gs pos="20000">
                  <a:srgbClr val="4A4E69"/>
                </a:gs>
                <a:gs pos="80000">
                  <a:srgbClr val="3C3C68"/>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109833106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 fill="hold"/>
                                        <p:tgtEl>
                                          <p:spTgt spid="7"/>
                                        </p:tgtEl>
                                        <p:attrNameLst>
                                          <p:attrName>ppt_w</p:attrName>
                                        </p:attrNameLst>
                                      </p:cBhvr>
                                      <p:tavLst>
                                        <p:tav tm="0">
                                          <p:val>
                                            <p:fltVal val="0"/>
                                          </p:val>
                                        </p:tav>
                                        <p:tav tm="100000">
                                          <p:val>
                                            <p:strVal val="#ppt_w"/>
                                          </p:val>
                                        </p:tav>
                                      </p:tavLst>
                                    </p:anim>
                                    <p:anim calcmode="lin" valueType="num">
                                      <p:cBhvr>
                                        <p:cTn id="12" dur="10" fill="hold"/>
                                        <p:tgtEl>
                                          <p:spTgt spid="7"/>
                                        </p:tgtEl>
                                        <p:attrNameLst>
                                          <p:attrName>ppt_h</p:attrName>
                                        </p:attrNameLst>
                                      </p:cBhvr>
                                      <p:tavLst>
                                        <p:tav tm="0">
                                          <p:val>
                                            <p:fltVal val="0"/>
                                          </p:val>
                                        </p:tav>
                                        <p:tav tm="100000">
                                          <p:val>
                                            <p:strVal val="#ppt_h"/>
                                          </p:val>
                                        </p:tav>
                                      </p:tavLst>
                                    </p:anim>
                                    <p:anim calcmode="lin" valueType="num">
                                      <p:cBhvr>
                                        <p:cTn id="13" dur="10" fill="hold"/>
                                        <p:tgtEl>
                                          <p:spTgt spid="7"/>
                                        </p:tgtEl>
                                        <p:attrNameLst>
                                          <p:attrName>style.rotation</p:attrName>
                                        </p:attrNameLst>
                                      </p:cBhvr>
                                      <p:tavLst>
                                        <p:tav tm="0">
                                          <p:val>
                                            <p:fltVal val="90"/>
                                          </p:val>
                                        </p:tav>
                                        <p:tav tm="100000">
                                          <p:val>
                                            <p:fltVal val="0"/>
                                          </p:val>
                                        </p:tav>
                                      </p:tavLst>
                                    </p:anim>
                                    <p:animEffect transition="in" filter="fade">
                                      <p:cBhvr>
                                        <p:cTn id="14"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 1">
            <a:extLst>
              <a:ext uri="{FF2B5EF4-FFF2-40B4-BE49-F238E27FC236}">
                <a16:creationId xmlns:a16="http://schemas.microsoft.com/office/drawing/2014/main" id="{67AC670A-C106-7AE5-1C08-4930E8ED1902}"/>
              </a:ext>
            </a:extLst>
          </p:cNvPr>
          <p:cNvGrpSpPr/>
          <p:nvPr/>
        </p:nvGrpSpPr>
        <p:grpSpPr>
          <a:xfrm>
            <a:off x="1804721" y="-102186"/>
            <a:ext cx="8582559" cy="5298936"/>
            <a:chOff x="1379588" y="-9283"/>
            <a:chExt cx="9432824" cy="5823896"/>
          </a:xfrm>
        </p:grpSpPr>
        <p:grpSp>
          <p:nvGrpSpPr>
            <p:cNvPr id="4" name="Group 3">
              <a:extLst>
                <a:ext uri="{FF2B5EF4-FFF2-40B4-BE49-F238E27FC236}">
                  <a16:creationId xmlns:a16="http://schemas.microsoft.com/office/drawing/2014/main" id="{10FAF2BB-B0DD-C559-2CF5-95646BE8A4DF}"/>
                </a:ext>
              </a:extLst>
            </p:cNvPr>
            <p:cNvGrpSpPr/>
            <p:nvPr/>
          </p:nvGrpSpPr>
          <p:grpSpPr>
            <a:xfrm>
              <a:off x="1379588" y="-9283"/>
              <a:ext cx="9432824" cy="5823896"/>
              <a:chOff x="1160745" y="-363600"/>
              <a:chExt cx="9720000" cy="6001200"/>
            </a:xfrm>
          </p:grpSpPr>
          <p:sp useBgFill="1">
            <p:nvSpPr>
              <p:cNvPr id="8" name="Google Shape;344;p34">
                <a:extLst>
                  <a:ext uri="{FF2B5EF4-FFF2-40B4-BE49-F238E27FC236}">
                    <a16:creationId xmlns:a16="http://schemas.microsoft.com/office/drawing/2014/main" id="{B4FAC48F-6168-BF2F-7EED-3F51468F4B05}"/>
                  </a:ext>
                </a:extLst>
              </p:cNvPr>
              <p:cNvSpPr/>
              <p:nvPr/>
            </p:nvSpPr>
            <p:spPr>
              <a:xfrm>
                <a:off x="1160745" y="1220400"/>
                <a:ext cx="9720000" cy="4417200"/>
              </a:xfrm>
              <a:prstGeom prst="roundRect">
                <a:avLst>
                  <a:gd name="adj" fmla="val 11903"/>
                </a:avLst>
              </a:prstGeom>
              <a:ln w="19050" cap="flat" cmpd="sng">
                <a:solidFill>
                  <a:srgbClr val="4A4E69"/>
                </a:solidFill>
                <a:prstDash val="solid"/>
                <a:round/>
                <a:headEnd type="none" w="sm" len="sm"/>
                <a:tailEnd type="none" w="sm" len="sm"/>
              </a:ln>
              <a:effectLst>
                <a:outerShdw blurRad="142875" dist="19050" dir="5400000" algn="bl" rotWithShape="0">
                  <a:srgbClr val="4A4E69">
                    <a:alpha val="90000"/>
                  </a:srgbClr>
                </a:outerShdw>
              </a:effectLst>
            </p:spPr>
            <p:txBody>
              <a:bodyPr spcFirstLastPara="1" wrap="square" lIns="91425" tIns="91425" rIns="91425" bIns="91425" anchor="ctr" anchorCtr="0">
                <a:noAutofit/>
              </a:bodyPr>
              <a:lstStyle/>
              <a:p>
                <a:pPr marL="0" lvl="0" indent="0" algn="l">
                  <a:spcBef>
                    <a:spcPts val="0"/>
                  </a:spcBef>
                  <a:spcAft>
                    <a:spcPts val="0"/>
                  </a:spcAft>
                  <a:buNone/>
                </a:pPr>
                <a:endParaRPr dirty="0"/>
              </a:p>
            </p:txBody>
          </p:sp>
          <p:grpSp>
            <p:nvGrpSpPr>
              <p:cNvPr id="9" name="Group 8">
                <a:extLst>
                  <a:ext uri="{FF2B5EF4-FFF2-40B4-BE49-F238E27FC236}">
                    <a16:creationId xmlns:a16="http://schemas.microsoft.com/office/drawing/2014/main" id="{2FB698C9-6E94-D19F-06FB-C305A05CC3BB}"/>
                  </a:ext>
                </a:extLst>
              </p:cNvPr>
              <p:cNvGrpSpPr/>
              <p:nvPr/>
            </p:nvGrpSpPr>
            <p:grpSpPr>
              <a:xfrm>
                <a:off x="3794234" y="-363600"/>
                <a:ext cx="252000" cy="1584000"/>
                <a:chOff x="3668234" y="-363600"/>
                <a:chExt cx="252000" cy="1584000"/>
              </a:xfrm>
              <a:effectLst>
                <a:outerShdw blurRad="63500" sx="102000" sy="102000" algn="ctr" rotWithShape="0">
                  <a:prstClr val="black">
                    <a:alpha val="40000"/>
                  </a:prstClr>
                </a:outerShdw>
              </a:effectLst>
            </p:grpSpPr>
            <p:sp>
              <p:nvSpPr>
                <p:cNvPr id="15" name="Oval 14">
                  <a:extLst>
                    <a:ext uri="{FF2B5EF4-FFF2-40B4-BE49-F238E27FC236}">
                      <a16:creationId xmlns:a16="http://schemas.microsoft.com/office/drawing/2014/main" id="{8B4B38C9-A051-3D0F-73B7-CFB5EE1EE929}"/>
                    </a:ext>
                  </a:extLst>
                </p:cNvPr>
                <p:cNvSpPr/>
                <p:nvPr/>
              </p:nvSpPr>
              <p:spPr>
                <a:xfrm>
                  <a:off x="3668234" y="968400"/>
                  <a:ext cx="252000" cy="25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16" name="Straight Connector 15">
                  <a:extLst>
                    <a:ext uri="{FF2B5EF4-FFF2-40B4-BE49-F238E27FC236}">
                      <a16:creationId xmlns:a16="http://schemas.microsoft.com/office/drawing/2014/main" id="{38A9A293-99C0-EBDE-2080-156113333A8E}"/>
                    </a:ext>
                  </a:extLst>
                </p:cNvPr>
                <p:cNvCxnSpPr>
                  <a:cxnSpLocks/>
                </p:cNvCxnSpPr>
                <p:nvPr/>
              </p:nvCxnSpPr>
              <p:spPr>
                <a:xfrm>
                  <a:off x="3794234" y="-363600"/>
                  <a:ext cx="0" cy="1332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9C4FB98-C740-51A6-2E75-A22897B15B92}"/>
                  </a:ext>
                </a:extLst>
              </p:cNvPr>
              <p:cNvGrpSpPr/>
              <p:nvPr/>
            </p:nvGrpSpPr>
            <p:grpSpPr>
              <a:xfrm>
                <a:off x="8019767" y="-363600"/>
                <a:ext cx="252000" cy="1584000"/>
                <a:chOff x="3668234" y="-363600"/>
                <a:chExt cx="252000" cy="1584000"/>
              </a:xfrm>
              <a:effectLst>
                <a:outerShdw blurRad="63500" sx="102000" sy="102000" algn="ctr" rotWithShape="0">
                  <a:prstClr val="black">
                    <a:alpha val="40000"/>
                  </a:prstClr>
                </a:outerShdw>
              </a:effectLst>
            </p:grpSpPr>
            <p:sp>
              <p:nvSpPr>
                <p:cNvPr id="13" name="Oval 12">
                  <a:extLst>
                    <a:ext uri="{FF2B5EF4-FFF2-40B4-BE49-F238E27FC236}">
                      <a16:creationId xmlns:a16="http://schemas.microsoft.com/office/drawing/2014/main" id="{04A6488E-BBEC-B8B1-A910-365ED5F70BC8}"/>
                    </a:ext>
                  </a:extLst>
                </p:cNvPr>
                <p:cNvSpPr/>
                <p:nvPr/>
              </p:nvSpPr>
              <p:spPr>
                <a:xfrm>
                  <a:off x="3668234" y="968400"/>
                  <a:ext cx="252000" cy="25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14" name="Straight Connector 13">
                  <a:extLst>
                    <a:ext uri="{FF2B5EF4-FFF2-40B4-BE49-F238E27FC236}">
                      <a16:creationId xmlns:a16="http://schemas.microsoft.com/office/drawing/2014/main" id="{E2015898-78C2-1742-3E4B-8DC02710396B}"/>
                    </a:ext>
                  </a:extLst>
                </p:cNvPr>
                <p:cNvCxnSpPr>
                  <a:cxnSpLocks/>
                </p:cNvCxnSpPr>
                <p:nvPr/>
              </p:nvCxnSpPr>
              <p:spPr>
                <a:xfrm>
                  <a:off x="3794234" y="-363600"/>
                  <a:ext cx="0" cy="1332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83D78EDC-21A5-628D-B8EE-D51C0CCC62EE}"/>
                  </a:ext>
                </a:extLst>
              </p:cNvPr>
              <p:cNvSpPr txBox="1"/>
              <p:nvPr/>
            </p:nvSpPr>
            <p:spPr>
              <a:xfrm>
                <a:off x="4284921" y="1693756"/>
                <a:ext cx="216939" cy="433726"/>
              </a:xfrm>
              <a:prstGeom prst="rect">
                <a:avLst/>
              </a:prstGeom>
              <a:noFill/>
            </p:spPr>
            <p:txBody>
              <a:bodyPr wrap="none" rtlCol="0">
                <a:spAutoFit/>
              </a:bodyPr>
              <a:lstStyle/>
              <a:p>
                <a:endParaRPr lang="fr-FR" dirty="0"/>
              </a:p>
            </p:txBody>
          </p:sp>
          <p:sp>
            <p:nvSpPr>
              <p:cNvPr id="12" name="TextBox 11">
                <a:extLst>
                  <a:ext uri="{FF2B5EF4-FFF2-40B4-BE49-F238E27FC236}">
                    <a16:creationId xmlns:a16="http://schemas.microsoft.com/office/drawing/2014/main" id="{BD8EC7C8-4732-D951-75E6-D688CA35C13D}"/>
                  </a:ext>
                </a:extLst>
              </p:cNvPr>
              <p:cNvSpPr txBox="1"/>
              <p:nvPr/>
            </p:nvSpPr>
            <p:spPr>
              <a:xfrm>
                <a:off x="4490182" y="1462925"/>
                <a:ext cx="3021269" cy="662275"/>
              </a:xfrm>
              <a:prstGeom prst="rect">
                <a:avLst/>
              </a:prstGeom>
              <a:noFill/>
            </p:spPr>
            <p:txBody>
              <a:bodyPr wrap="none" rtlCol="0">
                <a:spAutoFit/>
              </a:bodyPr>
              <a:lstStyle/>
              <a:p>
                <a:r>
                  <a:rPr lang="fr-FR" sz="3200" b="1" spc="300" dirty="0">
                    <a:solidFill>
                      <a:srgbClr val="4A4E69"/>
                    </a:solidFill>
                    <a:latin typeface="Nunito Sans" pitchFamily="2" charset="0"/>
                    <a:ea typeface="Noto Serif" panose="02020600060500020200" pitchFamily="18" charset="0"/>
                    <a:cs typeface="Noto Serif" panose="02020600060500020200" pitchFamily="18" charset="0"/>
                  </a:rPr>
                  <a:t>Conclusion</a:t>
                </a:r>
                <a:endParaRPr lang="fr-FR" sz="3200" b="1" dirty="0">
                  <a:solidFill>
                    <a:srgbClr val="4A4E69"/>
                  </a:solidFill>
                  <a:latin typeface="Nunito Sans" pitchFamily="2" charset="0"/>
                  <a:ea typeface="Noto Serif" panose="02020600060500020200" pitchFamily="18" charset="0"/>
                  <a:cs typeface="Noto Serif" panose="02020600060500020200" pitchFamily="18" charset="0"/>
                </a:endParaRPr>
              </a:p>
            </p:txBody>
          </p:sp>
        </p:grpSp>
        <p:sp>
          <p:nvSpPr>
            <p:cNvPr id="6" name="TextBox 5">
              <a:extLst>
                <a:ext uri="{FF2B5EF4-FFF2-40B4-BE49-F238E27FC236}">
                  <a16:creationId xmlns:a16="http://schemas.microsoft.com/office/drawing/2014/main" id="{4217C254-9CB3-446B-9D08-2D9651F0AEAB}"/>
                </a:ext>
              </a:extLst>
            </p:cNvPr>
            <p:cNvSpPr txBox="1"/>
            <p:nvPr/>
          </p:nvSpPr>
          <p:spPr>
            <a:xfrm>
              <a:off x="1883701" y="2763872"/>
              <a:ext cx="8532000" cy="2215723"/>
            </a:xfrm>
            <a:prstGeom prst="rect">
              <a:avLst/>
            </a:prstGeom>
            <a:noFill/>
          </p:spPr>
          <p:txBody>
            <a:bodyPr wrap="square">
              <a:spAutoFit/>
            </a:bodyPr>
            <a:lstStyle/>
            <a:p>
              <a:pPr algn="just"/>
              <a:r>
                <a:rPr lang="fr-FR" sz="2200" kern="1200" dirty="0">
                  <a:solidFill>
                    <a:schemeClr val="bg1"/>
                  </a:solidFill>
                  <a:effectLst/>
                  <a:latin typeface="Oswald" pitchFamily="2" charset="0"/>
                  <a:cs typeface="Briem Hand" pitchFamily="2" charset="0"/>
                </a:rPr>
                <a:t>Ce projet nous a permis de mettre en pratique les compétences acquises durant notre parcours universitaire, telles que la modélisation, les différents langages de programmation, et la gestion de projet. Nous avons rencontré plusieurs défis, mais nous avons réussi à les surmonter grâce à une bonne collaboration et à l'encadrement de notre professeur.</a:t>
              </a:r>
            </a:p>
          </p:txBody>
        </p:sp>
      </p:grpSp>
      <p:sp>
        <p:nvSpPr>
          <p:cNvPr id="3" name="Slide Number Placeholder 2">
            <a:extLst>
              <a:ext uri="{FF2B5EF4-FFF2-40B4-BE49-F238E27FC236}">
                <a16:creationId xmlns:a16="http://schemas.microsoft.com/office/drawing/2014/main" id="{7D48EEEB-A485-2BF7-E989-D62D4EF7DC14}"/>
              </a:ext>
            </a:extLst>
          </p:cNvPr>
          <p:cNvSpPr>
            <a:spLocks noGrp="1"/>
          </p:cNvSpPr>
          <p:nvPr>
            <p:ph type="sldNum" sz="quarter" idx="12"/>
          </p:nvPr>
        </p:nvSpPr>
        <p:spPr/>
        <p:txBody>
          <a:bodyPr/>
          <a:lstStyle/>
          <a:p>
            <a:pPr algn="ctr"/>
            <a:fld id="{DD31AE6B-CDAB-407E-9BC6-E294FE5CDB12}" type="slidenum">
              <a:rPr lang="fr-FR" smtClean="0"/>
              <a:pPr algn="ctr"/>
              <a:t>42</a:t>
            </a:fld>
            <a:endParaRPr lang="fr-FR"/>
          </a:p>
        </p:txBody>
      </p:sp>
      <p:sp>
        <p:nvSpPr>
          <p:cNvPr id="5" name="Rectangle: Rounded Corners 4">
            <a:extLst>
              <a:ext uri="{FF2B5EF4-FFF2-40B4-BE49-F238E27FC236}">
                <a16:creationId xmlns:a16="http://schemas.microsoft.com/office/drawing/2014/main" id="{AA3ABA51-7E93-1DFE-9D54-D1247BACED7B}"/>
              </a:ext>
            </a:extLst>
          </p:cNvPr>
          <p:cNvSpPr/>
          <p:nvPr/>
        </p:nvSpPr>
        <p:spPr>
          <a:xfrm rot="2571227">
            <a:off x="11567899" y="6340911"/>
            <a:ext cx="396000" cy="396000"/>
          </a:xfrm>
          <a:prstGeom prst="roundRect">
            <a:avLst/>
          </a:prstGeom>
          <a:noFill/>
          <a:ln w="38100">
            <a:gradFill>
              <a:gsLst>
                <a:gs pos="20000">
                  <a:srgbClr val="4A4E69"/>
                </a:gs>
                <a:gs pos="80000">
                  <a:srgbClr val="3C3C68"/>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12227097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625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62500">
                                          <p:cBhvr additive="base">
                                            <p:cTn id="7" dur="2000" fill="hold"/>
                                            <p:tgtEl>
                                              <p:spTgt spid="2"/>
                                            </p:tgtEl>
                                            <p:attrNameLst>
                                              <p:attrName>ppt_x</p:attrName>
                                            </p:attrNameLst>
                                          </p:cBhvr>
                                          <p:tavLst>
                                            <p:tav tm="0">
                                              <p:val>
                                                <p:strVal val="#ppt_x"/>
                                              </p:val>
                                            </p:tav>
                                            <p:tav tm="100000">
                                              <p:val>
                                                <p:strVal val="#ppt_x"/>
                                              </p:val>
                                            </p:tav>
                                          </p:tavLst>
                                        </p:anim>
                                        <p:anim calcmode="lin" valueType="num" p14:bounceEnd="62500">
                                          <p:cBhvr additive="base">
                                            <p:cTn id="8" dur="2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Perspectives</a:t>
            </a: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2B2D42"/>
          </a:solidFill>
          <a:ln w="28575" cap="flat" cmpd="sng">
            <a:noFill/>
            <a:prstDash val="solid"/>
            <a:round/>
            <a:headEnd type="none" w="sm" len="sm"/>
            <a:tailEnd type="none" w="sm" len="sm"/>
          </a:ln>
          <a:effectLst>
            <a:outerShdw blurRad="114300" dist="19050" dir="5400000" algn="bl" rotWithShape="0">
              <a:srgbClr val="2B2D42">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06</a:t>
            </a:r>
            <a:endParaRPr lang="en" dirty="0">
              <a:solidFill>
                <a:schemeClr val="bg1"/>
              </a:solidFill>
              <a:latin typeface="Oswald ExtraLight" pitchFamily="2" charset="0"/>
            </a:endParaRPr>
          </a:p>
        </p:txBody>
      </p:sp>
      <p:pic>
        <p:nvPicPr>
          <p:cNvPr id="8" name="Graphic 7">
            <a:extLst>
              <a:ext uri="{FF2B5EF4-FFF2-40B4-BE49-F238E27FC236}">
                <a16:creationId xmlns:a16="http://schemas.microsoft.com/office/drawing/2014/main" id="{67F0DB60-0738-7AD2-94F6-5AB3157B3918}"/>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3661004" y="6769386"/>
            <a:ext cx="2700000" cy="2700000"/>
          </a:xfrm>
          <a:prstGeom prst="rect">
            <a:avLst/>
          </a:prstGeom>
        </p:spPr>
      </p:pic>
      <p:pic>
        <p:nvPicPr>
          <p:cNvPr id="10" name="Graphic 9">
            <a:extLst>
              <a:ext uri="{FF2B5EF4-FFF2-40B4-BE49-F238E27FC236}">
                <a16:creationId xmlns:a16="http://schemas.microsoft.com/office/drawing/2014/main" id="{2687FB4F-24BF-B4A1-B044-68A7DE8E07C4}"/>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2965928" y="1629000"/>
            <a:ext cx="6260144" cy="3600000"/>
          </a:xfrm>
          <a:prstGeom prst="rect">
            <a:avLst/>
          </a:prstGeom>
        </p:spPr>
      </p:pic>
      <p:sp>
        <p:nvSpPr>
          <p:cNvPr id="12" name="TextBox 11">
            <a:extLst>
              <a:ext uri="{FF2B5EF4-FFF2-40B4-BE49-F238E27FC236}">
                <a16:creationId xmlns:a16="http://schemas.microsoft.com/office/drawing/2014/main" id="{771D83A9-A611-1C6A-375A-12FACF103221}"/>
              </a:ext>
            </a:extLst>
          </p:cNvPr>
          <p:cNvSpPr txBox="1"/>
          <p:nvPr/>
        </p:nvSpPr>
        <p:spPr>
          <a:xfrm>
            <a:off x="4080000" y="5394066"/>
            <a:ext cx="4032000" cy="432000"/>
          </a:xfrm>
          <a:prstGeom prst="rect">
            <a:avLst/>
          </a:prstGeom>
          <a:noFill/>
        </p:spPr>
        <p:txBody>
          <a:bodyPr wrap="square">
            <a:spAutoFit/>
          </a:bodyPr>
          <a:lstStyle/>
          <a:p>
            <a:pPr algn="ctr"/>
            <a:r>
              <a:rPr lang="fr-FR" sz="1800" kern="100" spc="300" dirty="0">
                <a:solidFill>
                  <a:schemeClr val="bg1"/>
                </a:solidFill>
                <a:effectLst/>
                <a:latin typeface="Oswald" pitchFamily="2" charset="0"/>
                <a:ea typeface="Calibri" panose="020F0502020204030204" pitchFamily="34" charset="0"/>
                <a:cs typeface="Briem Hand" pitchFamily="2" charset="0"/>
              </a:rPr>
              <a:t>Amélioration du design du site</a:t>
            </a:r>
            <a:endParaRPr lang="fr-FR" spc="300" dirty="0">
              <a:solidFill>
                <a:schemeClr val="bg1"/>
              </a:solidFill>
              <a:latin typeface="Oswald" pitchFamily="2" charset="0"/>
            </a:endParaRPr>
          </a:p>
        </p:txBody>
      </p:sp>
      <p:sp>
        <p:nvSpPr>
          <p:cNvPr id="13" name="TextBox 12">
            <a:extLst>
              <a:ext uri="{FF2B5EF4-FFF2-40B4-BE49-F238E27FC236}">
                <a16:creationId xmlns:a16="http://schemas.microsoft.com/office/drawing/2014/main" id="{6CD53F8D-F46F-2145-179F-F63C321CA9B8}"/>
              </a:ext>
            </a:extLst>
          </p:cNvPr>
          <p:cNvSpPr txBox="1"/>
          <p:nvPr/>
        </p:nvSpPr>
        <p:spPr>
          <a:xfrm>
            <a:off x="-5713004" y="9423219"/>
            <a:ext cx="6804000" cy="432000"/>
          </a:xfrm>
          <a:prstGeom prst="rect">
            <a:avLst/>
          </a:prstGeom>
          <a:noFill/>
        </p:spPr>
        <p:txBody>
          <a:bodyPr wrap="square">
            <a:spAutoFit/>
          </a:bodyPr>
          <a:lstStyle/>
          <a:p>
            <a:pPr algn="ctr"/>
            <a:r>
              <a:rPr lang="fr-FR" spc="300" dirty="0">
                <a:solidFill>
                  <a:schemeClr val="bg1"/>
                </a:solidFill>
                <a:latin typeface="Oswald" pitchFamily="2" charset="0"/>
              </a:rPr>
              <a:t>Intégration avec des services de paiement en ligne</a:t>
            </a:r>
          </a:p>
        </p:txBody>
      </p:sp>
      <p:sp>
        <p:nvSpPr>
          <p:cNvPr id="14" name="TextBox 13">
            <a:extLst>
              <a:ext uri="{FF2B5EF4-FFF2-40B4-BE49-F238E27FC236}">
                <a16:creationId xmlns:a16="http://schemas.microsoft.com/office/drawing/2014/main" id="{5C074A40-8D54-07F3-1A76-D1BBC93694DF}"/>
              </a:ext>
            </a:extLst>
          </p:cNvPr>
          <p:cNvSpPr txBox="1"/>
          <p:nvPr/>
        </p:nvSpPr>
        <p:spPr>
          <a:xfrm>
            <a:off x="2694000" y="9384326"/>
            <a:ext cx="6804000" cy="646331"/>
          </a:xfrm>
          <a:prstGeom prst="rect">
            <a:avLst/>
          </a:prstGeom>
          <a:noFill/>
        </p:spPr>
        <p:txBody>
          <a:bodyPr wrap="square">
            <a:spAutoFit/>
          </a:bodyPr>
          <a:lstStyle/>
          <a:p>
            <a:pPr algn="ctr"/>
            <a:r>
              <a:rPr lang="fr-FR" spc="300" dirty="0">
                <a:solidFill>
                  <a:schemeClr val="bg1"/>
                </a:solidFill>
                <a:latin typeface="Oswald" pitchFamily="2" charset="0"/>
              </a:rPr>
              <a:t>Ajout de fonctionnalités supplémentaires comme la recherche avancée et les notifications</a:t>
            </a:r>
          </a:p>
        </p:txBody>
      </p:sp>
      <p:pic>
        <p:nvPicPr>
          <p:cNvPr id="15" name="Graphic 14">
            <a:extLst>
              <a:ext uri="{FF2B5EF4-FFF2-40B4-BE49-F238E27FC236}">
                <a16:creationId xmlns:a16="http://schemas.microsoft.com/office/drawing/2014/main" id="{46F6E104-D8CB-9A7C-C102-42CA3AAA68F2}"/>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4724265" y="7186612"/>
            <a:ext cx="2743470" cy="2160000"/>
          </a:xfrm>
          <a:prstGeom prst="rect">
            <a:avLst/>
          </a:prstGeom>
        </p:spPr>
      </p:pic>
      <p:sp>
        <p:nvSpPr>
          <p:cNvPr id="2" name="Slide Number Placeholder 1">
            <a:extLst>
              <a:ext uri="{FF2B5EF4-FFF2-40B4-BE49-F238E27FC236}">
                <a16:creationId xmlns:a16="http://schemas.microsoft.com/office/drawing/2014/main" id="{6BF747DF-B469-2033-79F1-240F5C7E146B}"/>
              </a:ext>
            </a:extLst>
          </p:cNvPr>
          <p:cNvSpPr>
            <a:spLocks noGrp="1"/>
          </p:cNvSpPr>
          <p:nvPr>
            <p:ph type="sldNum" sz="quarter" idx="12"/>
          </p:nvPr>
        </p:nvSpPr>
        <p:spPr/>
        <p:txBody>
          <a:bodyPr/>
          <a:lstStyle/>
          <a:p>
            <a:pPr algn="ctr"/>
            <a:fld id="{DD31AE6B-CDAB-407E-9BC6-E294FE5CDB12}" type="slidenum">
              <a:rPr lang="fr-FR" smtClean="0"/>
              <a:pPr algn="ctr"/>
              <a:t>43</a:t>
            </a:fld>
            <a:endParaRPr lang="fr-FR"/>
          </a:p>
        </p:txBody>
      </p:sp>
      <p:sp>
        <p:nvSpPr>
          <p:cNvPr id="4" name="Rectangle: Rounded Corners 3">
            <a:extLst>
              <a:ext uri="{FF2B5EF4-FFF2-40B4-BE49-F238E27FC236}">
                <a16:creationId xmlns:a16="http://schemas.microsoft.com/office/drawing/2014/main" id="{DA18BDB9-2C20-BCF2-A458-B6FBF88C0C60}"/>
              </a:ext>
            </a:extLst>
          </p:cNvPr>
          <p:cNvSpPr/>
          <p:nvPr/>
        </p:nvSpPr>
        <p:spPr>
          <a:xfrm rot="2571227">
            <a:off x="11567899" y="6340911"/>
            <a:ext cx="396000" cy="396000"/>
          </a:xfrm>
          <a:prstGeom prst="roundRect">
            <a:avLst/>
          </a:prstGeom>
          <a:noFill/>
          <a:ln w="38100">
            <a:gradFill>
              <a:gsLst>
                <a:gs pos="20000">
                  <a:srgbClr val="4A4E69"/>
                </a:gs>
                <a:gs pos="80000">
                  <a:srgbClr val="22223B"/>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73184475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 fill="hold"/>
                                        <p:tgtEl>
                                          <p:spTgt spid="7"/>
                                        </p:tgtEl>
                                        <p:attrNameLst>
                                          <p:attrName>ppt_w</p:attrName>
                                        </p:attrNameLst>
                                      </p:cBhvr>
                                      <p:tavLst>
                                        <p:tav tm="0">
                                          <p:val>
                                            <p:fltVal val="0"/>
                                          </p:val>
                                        </p:tav>
                                        <p:tav tm="100000">
                                          <p:val>
                                            <p:strVal val="#ppt_w"/>
                                          </p:val>
                                        </p:tav>
                                      </p:tavLst>
                                    </p:anim>
                                    <p:anim calcmode="lin" valueType="num">
                                      <p:cBhvr>
                                        <p:cTn id="12" dur="10" fill="hold"/>
                                        <p:tgtEl>
                                          <p:spTgt spid="7"/>
                                        </p:tgtEl>
                                        <p:attrNameLst>
                                          <p:attrName>ppt_h</p:attrName>
                                        </p:attrNameLst>
                                      </p:cBhvr>
                                      <p:tavLst>
                                        <p:tav tm="0">
                                          <p:val>
                                            <p:fltVal val="0"/>
                                          </p:val>
                                        </p:tav>
                                        <p:tav tm="100000">
                                          <p:val>
                                            <p:strVal val="#ppt_h"/>
                                          </p:val>
                                        </p:tav>
                                      </p:tavLst>
                                    </p:anim>
                                    <p:anim calcmode="lin" valueType="num">
                                      <p:cBhvr>
                                        <p:cTn id="13" dur="10" fill="hold"/>
                                        <p:tgtEl>
                                          <p:spTgt spid="7"/>
                                        </p:tgtEl>
                                        <p:attrNameLst>
                                          <p:attrName>style.rotation</p:attrName>
                                        </p:attrNameLst>
                                      </p:cBhvr>
                                      <p:tavLst>
                                        <p:tav tm="0">
                                          <p:val>
                                            <p:fltVal val="90"/>
                                          </p:val>
                                        </p:tav>
                                        <p:tav tm="100000">
                                          <p:val>
                                            <p:fltVal val="0"/>
                                          </p:val>
                                        </p:tav>
                                      </p:tavLst>
                                    </p:anim>
                                    <p:animEffect transition="in" filter="fade">
                                      <p:cBhvr>
                                        <p:cTn id="14" dur="1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par>
                          <p:cTn id="21" fill="hold">
                            <p:stCondLst>
                              <p:cond delay="75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Perspectives</a:t>
            </a: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2B2D42"/>
          </a:solidFill>
          <a:ln w="28575" cap="flat" cmpd="sng">
            <a:noFill/>
            <a:prstDash val="solid"/>
            <a:round/>
            <a:headEnd type="none" w="sm" len="sm"/>
            <a:tailEnd type="none" w="sm" len="sm"/>
          </a:ln>
          <a:effectLst>
            <a:outerShdw blurRad="114300" dist="19050" dir="5400000" algn="bl" rotWithShape="0">
              <a:srgbClr val="2B2D42">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06</a:t>
            </a:r>
            <a:endParaRPr lang="en" dirty="0">
              <a:solidFill>
                <a:schemeClr val="bg1"/>
              </a:solidFill>
              <a:latin typeface="Oswald ExtraLight" pitchFamily="2" charset="0"/>
            </a:endParaRPr>
          </a:p>
        </p:txBody>
      </p:sp>
      <p:pic>
        <p:nvPicPr>
          <p:cNvPr id="8" name="Graphic 7">
            <a:extLst>
              <a:ext uri="{FF2B5EF4-FFF2-40B4-BE49-F238E27FC236}">
                <a16:creationId xmlns:a16="http://schemas.microsoft.com/office/drawing/2014/main" id="{67F0DB60-0738-7AD2-94F6-5AB3157B3918}"/>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3661004" y="6769386"/>
            <a:ext cx="2700000" cy="2700000"/>
          </a:xfrm>
          <a:prstGeom prst="rect">
            <a:avLst/>
          </a:prstGeom>
        </p:spPr>
      </p:pic>
      <p:pic>
        <p:nvPicPr>
          <p:cNvPr id="10" name="Graphic 9">
            <a:extLst>
              <a:ext uri="{FF2B5EF4-FFF2-40B4-BE49-F238E27FC236}">
                <a16:creationId xmlns:a16="http://schemas.microsoft.com/office/drawing/2014/main" id="{2687FB4F-24BF-B4A1-B044-68A7DE8E07C4}"/>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4530963" y="4430639"/>
            <a:ext cx="3130075" cy="1800000"/>
          </a:xfrm>
          <a:prstGeom prst="rect">
            <a:avLst/>
          </a:prstGeom>
        </p:spPr>
      </p:pic>
      <p:sp>
        <p:nvSpPr>
          <p:cNvPr id="12" name="TextBox 11">
            <a:extLst>
              <a:ext uri="{FF2B5EF4-FFF2-40B4-BE49-F238E27FC236}">
                <a16:creationId xmlns:a16="http://schemas.microsoft.com/office/drawing/2014/main" id="{771D83A9-A611-1C6A-375A-12FACF103221}"/>
              </a:ext>
            </a:extLst>
          </p:cNvPr>
          <p:cNvSpPr txBox="1"/>
          <p:nvPr/>
        </p:nvSpPr>
        <p:spPr>
          <a:xfrm>
            <a:off x="4080000" y="6283742"/>
            <a:ext cx="4032000" cy="432000"/>
          </a:xfrm>
          <a:prstGeom prst="rect">
            <a:avLst/>
          </a:prstGeom>
          <a:noFill/>
        </p:spPr>
        <p:txBody>
          <a:bodyPr wrap="square">
            <a:spAutoFit/>
          </a:bodyPr>
          <a:lstStyle/>
          <a:p>
            <a:pPr algn="ctr"/>
            <a:r>
              <a:rPr lang="fr-FR" sz="1800" kern="100" spc="300" dirty="0">
                <a:solidFill>
                  <a:schemeClr val="bg1"/>
                </a:solidFill>
                <a:effectLst/>
                <a:latin typeface="Oswald" pitchFamily="2" charset="0"/>
                <a:ea typeface="Calibri" panose="020F0502020204030204" pitchFamily="34" charset="0"/>
                <a:cs typeface="Briem Hand" pitchFamily="2" charset="0"/>
              </a:rPr>
              <a:t>Amélioration du design du site</a:t>
            </a:r>
            <a:endParaRPr lang="fr-FR" spc="300" dirty="0">
              <a:solidFill>
                <a:schemeClr val="bg1"/>
              </a:solidFill>
              <a:latin typeface="Oswald" pitchFamily="2" charset="0"/>
            </a:endParaRPr>
          </a:p>
        </p:txBody>
      </p:sp>
      <p:sp>
        <p:nvSpPr>
          <p:cNvPr id="13" name="TextBox 12">
            <a:extLst>
              <a:ext uri="{FF2B5EF4-FFF2-40B4-BE49-F238E27FC236}">
                <a16:creationId xmlns:a16="http://schemas.microsoft.com/office/drawing/2014/main" id="{6CD53F8D-F46F-2145-179F-F63C321CA9B8}"/>
              </a:ext>
            </a:extLst>
          </p:cNvPr>
          <p:cNvSpPr txBox="1"/>
          <p:nvPr/>
        </p:nvSpPr>
        <p:spPr>
          <a:xfrm>
            <a:off x="-5713004" y="9423219"/>
            <a:ext cx="6804000" cy="432000"/>
          </a:xfrm>
          <a:prstGeom prst="rect">
            <a:avLst/>
          </a:prstGeom>
          <a:noFill/>
        </p:spPr>
        <p:txBody>
          <a:bodyPr wrap="square">
            <a:spAutoFit/>
          </a:bodyPr>
          <a:lstStyle/>
          <a:p>
            <a:pPr algn="ctr"/>
            <a:r>
              <a:rPr lang="fr-FR" spc="300" dirty="0">
                <a:solidFill>
                  <a:schemeClr val="bg1"/>
                </a:solidFill>
                <a:latin typeface="Oswald" pitchFamily="2" charset="0"/>
              </a:rPr>
              <a:t>Intégration avec des services de paiement en ligne</a:t>
            </a:r>
          </a:p>
        </p:txBody>
      </p:sp>
      <p:pic>
        <p:nvPicPr>
          <p:cNvPr id="2" name="Graphic 1">
            <a:extLst>
              <a:ext uri="{FF2B5EF4-FFF2-40B4-BE49-F238E27FC236}">
                <a16:creationId xmlns:a16="http://schemas.microsoft.com/office/drawing/2014/main" id="{C3B9EFBC-9877-5F67-C817-C2C72ABE9CCC}"/>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4724265" y="1461756"/>
            <a:ext cx="2743470" cy="2160000"/>
          </a:xfrm>
          <a:prstGeom prst="rect">
            <a:avLst/>
          </a:prstGeom>
        </p:spPr>
      </p:pic>
      <p:sp>
        <p:nvSpPr>
          <p:cNvPr id="6" name="TextBox 5">
            <a:extLst>
              <a:ext uri="{FF2B5EF4-FFF2-40B4-BE49-F238E27FC236}">
                <a16:creationId xmlns:a16="http://schemas.microsoft.com/office/drawing/2014/main" id="{E751CF36-C1AF-6A56-CBA4-7806D49C8EEB}"/>
              </a:ext>
            </a:extLst>
          </p:cNvPr>
          <p:cNvSpPr txBox="1"/>
          <p:nvPr/>
        </p:nvSpPr>
        <p:spPr>
          <a:xfrm>
            <a:off x="2694000" y="3620929"/>
            <a:ext cx="6804000" cy="646331"/>
          </a:xfrm>
          <a:prstGeom prst="rect">
            <a:avLst/>
          </a:prstGeom>
          <a:noFill/>
        </p:spPr>
        <p:txBody>
          <a:bodyPr wrap="square">
            <a:spAutoFit/>
          </a:bodyPr>
          <a:lstStyle/>
          <a:p>
            <a:pPr algn="ctr"/>
            <a:r>
              <a:rPr lang="fr-FR" spc="300" dirty="0">
                <a:solidFill>
                  <a:schemeClr val="bg1"/>
                </a:solidFill>
                <a:latin typeface="Oswald" pitchFamily="2" charset="0"/>
              </a:rPr>
              <a:t>Ajout de fonctionnalités supplémentaires comme la recherche avancée et les notifications</a:t>
            </a:r>
          </a:p>
        </p:txBody>
      </p:sp>
      <p:sp>
        <p:nvSpPr>
          <p:cNvPr id="4" name="Slide Number Placeholder 3">
            <a:extLst>
              <a:ext uri="{FF2B5EF4-FFF2-40B4-BE49-F238E27FC236}">
                <a16:creationId xmlns:a16="http://schemas.microsoft.com/office/drawing/2014/main" id="{1E123812-003E-A9D5-4C58-8F7B720B89FA}"/>
              </a:ext>
            </a:extLst>
          </p:cNvPr>
          <p:cNvSpPr>
            <a:spLocks noGrp="1"/>
          </p:cNvSpPr>
          <p:nvPr>
            <p:ph type="sldNum" sz="quarter" idx="12"/>
          </p:nvPr>
        </p:nvSpPr>
        <p:spPr/>
        <p:txBody>
          <a:bodyPr/>
          <a:lstStyle/>
          <a:p>
            <a:pPr algn="ctr"/>
            <a:fld id="{DD31AE6B-CDAB-407E-9BC6-E294FE5CDB12}" type="slidenum">
              <a:rPr lang="fr-FR" smtClean="0"/>
              <a:pPr algn="ctr"/>
              <a:t>44</a:t>
            </a:fld>
            <a:endParaRPr lang="fr-FR"/>
          </a:p>
        </p:txBody>
      </p:sp>
      <p:sp>
        <p:nvSpPr>
          <p:cNvPr id="9" name="Rectangle: Rounded Corners 8">
            <a:extLst>
              <a:ext uri="{FF2B5EF4-FFF2-40B4-BE49-F238E27FC236}">
                <a16:creationId xmlns:a16="http://schemas.microsoft.com/office/drawing/2014/main" id="{7A67515F-EFAB-F084-9D81-209F2E5848D9}"/>
              </a:ext>
            </a:extLst>
          </p:cNvPr>
          <p:cNvSpPr/>
          <p:nvPr/>
        </p:nvSpPr>
        <p:spPr>
          <a:xfrm rot="2571227">
            <a:off x="11567899" y="6340911"/>
            <a:ext cx="396000" cy="396000"/>
          </a:xfrm>
          <a:prstGeom prst="roundRect">
            <a:avLst/>
          </a:prstGeom>
          <a:noFill/>
          <a:ln w="38100">
            <a:gradFill>
              <a:gsLst>
                <a:gs pos="20000">
                  <a:srgbClr val="4A4E69"/>
                </a:gs>
                <a:gs pos="80000">
                  <a:srgbClr val="22223B"/>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3021689128"/>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242;p32">
            <a:extLst>
              <a:ext uri="{FF2B5EF4-FFF2-40B4-BE49-F238E27FC236}">
                <a16:creationId xmlns:a16="http://schemas.microsoft.com/office/drawing/2014/main" id="{025A6C51-3402-7E9B-35B6-EB9B5CC4D6B6}"/>
              </a:ext>
            </a:extLst>
          </p:cNvPr>
          <p:cNvSpPr txBox="1">
            <a:spLocks/>
          </p:cNvSpPr>
          <p:nvPr/>
        </p:nvSpPr>
        <p:spPr>
          <a:xfrm>
            <a:off x="1582213" y="923934"/>
            <a:ext cx="4140000" cy="5400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fr-FR" dirty="0">
                <a:solidFill>
                  <a:schemeClr val="bg1"/>
                </a:solidFill>
                <a:latin typeface="Oswald" pitchFamily="2" charset="0"/>
              </a:rPr>
              <a:t>Perspectives</a:t>
            </a:r>
          </a:p>
          <a:p>
            <a:pPr>
              <a:spcBef>
                <a:spcPts val="0"/>
              </a:spcBef>
            </a:pPr>
            <a:endParaRPr lang="fr-FR" dirty="0">
              <a:solidFill>
                <a:schemeClr val="bg1"/>
              </a:solidFill>
              <a:latin typeface="Oswald" pitchFamily="2" charset="0"/>
            </a:endParaRPr>
          </a:p>
        </p:txBody>
      </p:sp>
      <p:sp>
        <p:nvSpPr>
          <p:cNvPr id="5" name="Google Shape;312;p33">
            <a:extLst>
              <a:ext uri="{FF2B5EF4-FFF2-40B4-BE49-F238E27FC236}">
                <a16:creationId xmlns:a16="http://schemas.microsoft.com/office/drawing/2014/main" id="{EB7C2518-618F-FE3C-03A4-93B496464D53}"/>
              </a:ext>
            </a:extLst>
          </p:cNvPr>
          <p:cNvSpPr/>
          <p:nvPr/>
        </p:nvSpPr>
        <p:spPr>
          <a:xfrm>
            <a:off x="376003" y="429130"/>
            <a:ext cx="1011666" cy="897104"/>
          </a:xfrm>
          <a:prstGeom prst="ellipse">
            <a:avLst/>
          </a:prstGeom>
          <a:solidFill>
            <a:srgbClr val="2B2D42"/>
          </a:solidFill>
          <a:ln w="28575" cap="flat" cmpd="sng">
            <a:noFill/>
            <a:prstDash val="solid"/>
            <a:round/>
            <a:headEnd type="none" w="sm" len="sm"/>
            <a:tailEnd type="none" w="sm" len="sm"/>
          </a:ln>
          <a:effectLst>
            <a:outerShdw blurRad="114300" dist="19050" dir="5400000" algn="bl" rotWithShape="0">
              <a:srgbClr val="2B2D42">
                <a:alpha val="5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3000" dirty="0">
              <a:solidFill>
                <a:srgbClr val="FFFFFF"/>
              </a:solidFill>
              <a:latin typeface="Oswald ExtraLight"/>
              <a:ea typeface="Oswald ExtraLight"/>
              <a:cs typeface="Oswald ExtraLight"/>
              <a:sym typeface="Oswald ExtraLight"/>
            </a:endParaRPr>
          </a:p>
        </p:txBody>
      </p:sp>
      <p:sp>
        <p:nvSpPr>
          <p:cNvPr id="7" name="Google Shape;243;p32">
            <a:extLst>
              <a:ext uri="{FF2B5EF4-FFF2-40B4-BE49-F238E27FC236}">
                <a16:creationId xmlns:a16="http://schemas.microsoft.com/office/drawing/2014/main" id="{DA7D58F2-1FE6-442A-92E4-AE3B149BA6CD}"/>
              </a:ext>
            </a:extLst>
          </p:cNvPr>
          <p:cNvSpPr txBox="1">
            <a:spLocks/>
          </p:cNvSpPr>
          <p:nvPr/>
        </p:nvSpPr>
        <p:spPr>
          <a:xfrm>
            <a:off x="558527" y="521634"/>
            <a:ext cx="646618" cy="804600"/>
          </a:xfrm>
          <a:prstGeom prst="rect">
            <a:avLst/>
          </a:prstGeom>
        </p:spPr>
        <p:txBody>
          <a:bodyPr spcFirstLastPara="1" wrap="square" lIns="0" tIns="0" rIns="0" bIns="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000" dirty="0">
                <a:solidFill>
                  <a:schemeClr val="bg1"/>
                </a:solidFill>
                <a:latin typeface="Oswald ExtraLight" pitchFamily="2" charset="0"/>
              </a:rPr>
              <a:t>06</a:t>
            </a:r>
            <a:endParaRPr lang="en" dirty="0">
              <a:solidFill>
                <a:schemeClr val="bg1"/>
              </a:solidFill>
              <a:latin typeface="Oswald ExtraLight" pitchFamily="2" charset="0"/>
            </a:endParaRPr>
          </a:p>
        </p:txBody>
      </p:sp>
      <p:pic>
        <p:nvPicPr>
          <p:cNvPr id="4" name="Graphic 3">
            <a:extLst>
              <a:ext uri="{FF2B5EF4-FFF2-40B4-BE49-F238E27FC236}">
                <a16:creationId xmlns:a16="http://schemas.microsoft.com/office/drawing/2014/main" id="{9E736722-9E72-E042-90CE-A3CAFA49503D}"/>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4724265" y="1461756"/>
            <a:ext cx="2743470" cy="2160000"/>
          </a:xfrm>
          <a:prstGeom prst="rect">
            <a:avLst/>
          </a:prstGeom>
        </p:spPr>
      </p:pic>
      <p:pic>
        <p:nvPicPr>
          <p:cNvPr id="8" name="Graphic 7">
            <a:extLst>
              <a:ext uri="{FF2B5EF4-FFF2-40B4-BE49-F238E27FC236}">
                <a16:creationId xmlns:a16="http://schemas.microsoft.com/office/drawing/2014/main" id="{67F0DB60-0738-7AD2-94F6-5AB3157B3918}"/>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1362472" y="3826844"/>
            <a:ext cx="2340000" cy="2340000"/>
          </a:xfrm>
          <a:prstGeom prst="rect">
            <a:avLst/>
          </a:prstGeom>
        </p:spPr>
      </p:pic>
      <p:pic>
        <p:nvPicPr>
          <p:cNvPr id="10" name="Graphic 9">
            <a:extLst>
              <a:ext uri="{FF2B5EF4-FFF2-40B4-BE49-F238E27FC236}">
                <a16:creationId xmlns:a16="http://schemas.microsoft.com/office/drawing/2014/main" id="{2687FB4F-24BF-B4A1-B044-68A7DE8E07C4}"/>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7699453" y="4366844"/>
            <a:ext cx="3130075" cy="1800000"/>
          </a:xfrm>
          <a:prstGeom prst="rect">
            <a:avLst/>
          </a:prstGeom>
        </p:spPr>
      </p:pic>
      <p:sp>
        <p:nvSpPr>
          <p:cNvPr id="12" name="TextBox 11">
            <a:extLst>
              <a:ext uri="{FF2B5EF4-FFF2-40B4-BE49-F238E27FC236}">
                <a16:creationId xmlns:a16="http://schemas.microsoft.com/office/drawing/2014/main" id="{771D83A9-A611-1C6A-375A-12FACF103221}"/>
              </a:ext>
            </a:extLst>
          </p:cNvPr>
          <p:cNvSpPr txBox="1"/>
          <p:nvPr/>
        </p:nvSpPr>
        <p:spPr>
          <a:xfrm>
            <a:off x="7248490" y="6219947"/>
            <a:ext cx="4032000" cy="432000"/>
          </a:xfrm>
          <a:prstGeom prst="rect">
            <a:avLst/>
          </a:prstGeom>
          <a:noFill/>
        </p:spPr>
        <p:txBody>
          <a:bodyPr wrap="square">
            <a:spAutoFit/>
          </a:bodyPr>
          <a:lstStyle/>
          <a:p>
            <a:pPr algn="ctr"/>
            <a:r>
              <a:rPr lang="fr-FR" sz="1800" kern="100" spc="300" dirty="0">
                <a:solidFill>
                  <a:schemeClr val="bg1"/>
                </a:solidFill>
                <a:effectLst/>
                <a:latin typeface="Oswald" pitchFamily="2" charset="0"/>
                <a:ea typeface="Calibri" panose="020F0502020204030204" pitchFamily="34" charset="0"/>
                <a:cs typeface="Briem Hand" pitchFamily="2" charset="0"/>
              </a:rPr>
              <a:t>Amélioration du design du site</a:t>
            </a:r>
            <a:endParaRPr lang="fr-FR" spc="300" dirty="0">
              <a:solidFill>
                <a:schemeClr val="bg1"/>
              </a:solidFill>
              <a:latin typeface="Oswald" pitchFamily="2" charset="0"/>
            </a:endParaRPr>
          </a:p>
        </p:txBody>
      </p:sp>
      <p:sp>
        <p:nvSpPr>
          <p:cNvPr id="13" name="TextBox 12">
            <a:extLst>
              <a:ext uri="{FF2B5EF4-FFF2-40B4-BE49-F238E27FC236}">
                <a16:creationId xmlns:a16="http://schemas.microsoft.com/office/drawing/2014/main" id="{6CD53F8D-F46F-2145-179F-F63C321CA9B8}"/>
              </a:ext>
            </a:extLst>
          </p:cNvPr>
          <p:cNvSpPr txBox="1"/>
          <p:nvPr/>
        </p:nvSpPr>
        <p:spPr>
          <a:xfrm>
            <a:off x="-869528" y="6112781"/>
            <a:ext cx="6804000" cy="646331"/>
          </a:xfrm>
          <a:prstGeom prst="rect">
            <a:avLst/>
          </a:prstGeom>
          <a:noFill/>
        </p:spPr>
        <p:txBody>
          <a:bodyPr wrap="square">
            <a:spAutoFit/>
          </a:bodyPr>
          <a:lstStyle/>
          <a:p>
            <a:pPr algn="ctr"/>
            <a:r>
              <a:rPr lang="fr-FR" spc="300" dirty="0">
                <a:solidFill>
                  <a:schemeClr val="bg1"/>
                </a:solidFill>
                <a:latin typeface="Oswald" pitchFamily="2" charset="0"/>
              </a:rPr>
              <a:t>Intégration avec des services</a:t>
            </a:r>
          </a:p>
          <a:p>
            <a:pPr algn="ctr"/>
            <a:r>
              <a:rPr lang="fr-FR" spc="300" dirty="0">
                <a:solidFill>
                  <a:schemeClr val="bg1"/>
                </a:solidFill>
                <a:latin typeface="Oswald" pitchFamily="2" charset="0"/>
              </a:rPr>
              <a:t> de paiement en ligne</a:t>
            </a:r>
          </a:p>
        </p:txBody>
      </p:sp>
      <p:sp>
        <p:nvSpPr>
          <p:cNvPr id="14" name="TextBox 13">
            <a:extLst>
              <a:ext uri="{FF2B5EF4-FFF2-40B4-BE49-F238E27FC236}">
                <a16:creationId xmlns:a16="http://schemas.microsoft.com/office/drawing/2014/main" id="{5C074A40-8D54-07F3-1A76-D1BBC93694DF}"/>
              </a:ext>
            </a:extLst>
          </p:cNvPr>
          <p:cNvSpPr txBox="1"/>
          <p:nvPr/>
        </p:nvSpPr>
        <p:spPr>
          <a:xfrm>
            <a:off x="2694000" y="3620929"/>
            <a:ext cx="6804000" cy="646331"/>
          </a:xfrm>
          <a:prstGeom prst="rect">
            <a:avLst/>
          </a:prstGeom>
          <a:noFill/>
        </p:spPr>
        <p:txBody>
          <a:bodyPr wrap="square">
            <a:spAutoFit/>
          </a:bodyPr>
          <a:lstStyle/>
          <a:p>
            <a:pPr algn="ctr"/>
            <a:r>
              <a:rPr lang="fr-FR" spc="300" dirty="0">
                <a:solidFill>
                  <a:schemeClr val="bg1"/>
                </a:solidFill>
                <a:latin typeface="Oswald" pitchFamily="2" charset="0"/>
              </a:rPr>
              <a:t>Ajout de fonctionnalités supplémentaires comme la recherche avancée et les notifications</a:t>
            </a:r>
          </a:p>
        </p:txBody>
      </p:sp>
      <p:sp>
        <p:nvSpPr>
          <p:cNvPr id="2" name="Slide Number Placeholder 1">
            <a:extLst>
              <a:ext uri="{FF2B5EF4-FFF2-40B4-BE49-F238E27FC236}">
                <a16:creationId xmlns:a16="http://schemas.microsoft.com/office/drawing/2014/main" id="{F1C6E187-637C-4263-7541-E6539E539C77}"/>
              </a:ext>
            </a:extLst>
          </p:cNvPr>
          <p:cNvSpPr>
            <a:spLocks noGrp="1"/>
          </p:cNvSpPr>
          <p:nvPr>
            <p:ph type="sldNum" sz="quarter" idx="12"/>
          </p:nvPr>
        </p:nvSpPr>
        <p:spPr/>
        <p:txBody>
          <a:bodyPr/>
          <a:lstStyle/>
          <a:p>
            <a:pPr algn="ctr"/>
            <a:fld id="{DD31AE6B-CDAB-407E-9BC6-E294FE5CDB12}" type="slidenum">
              <a:rPr lang="fr-FR" smtClean="0"/>
              <a:pPr algn="ctr"/>
              <a:t>45</a:t>
            </a:fld>
            <a:endParaRPr lang="fr-FR"/>
          </a:p>
        </p:txBody>
      </p:sp>
      <p:sp>
        <p:nvSpPr>
          <p:cNvPr id="6" name="Rectangle: Rounded Corners 5">
            <a:extLst>
              <a:ext uri="{FF2B5EF4-FFF2-40B4-BE49-F238E27FC236}">
                <a16:creationId xmlns:a16="http://schemas.microsoft.com/office/drawing/2014/main" id="{916DE008-F6FF-259A-2BF1-28D29A18C8A9}"/>
              </a:ext>
            </a:extLst>
          </p:cNvPr>
          <p:cNvSpPr/>
          <p:nvPr/>
        </p:nvSpPr>
        <p:spPr>
          <a:xfrm rot="2571227">
            <a:off x="11567899" y="6340911"/>
            <a:ext cx="396000" cy="396000"/>
          </a:xfrm>
          <a:prstGeom prst="roundRect">
            <a:avLst/>
          </a:prstGeom>
          <a:noFill/>
          <a:ln w="38100">
            <a:gradFill>
              <a:gsLst>
                <a:gs pos="20000">
                  <a:srgbClr val="4A4E69"/>
                </a:gs>
                <a:gs pos="80000">
                  <a:srgbClr val="22223B"/>
                </a:gs>
              </a:gsLst>
              <a:lin ang="2700000" scaled="0"/>
            </a:gra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29" tIns="374159" rIns="354429" bIns="374159" numCol="1" spcCol="1270" rtlCol="0" anchor="ctr" anchorCtr="0">
            <a:noAutofit/>
          </a:bodyPr>
          <a:lstStyle/>
          <a:p>
            <a:pPr marL="0" indent="0" algn="ctr" defTabSz="2400300">
              <a:lnSpc>
                <a:spcPct val="90000"/>
              </a:lnSpc>
              <a:spcBef>
                <a:spcPct val="0"/>
              </a:spcBef>
              <a:spcAft>
                <a:spcPct val="35000"/>
              </a:spcAft>
              <a:buNone/>
            </a:pPr>
            <a:endParaRPr lang="fr-FR" sz="5400" kern="1200"/>
          </a:p>
        </p:txBody>
      </p:sp>
    </p:spTree>
    <p:extLst>
      <p:ext uri="{BB962C8B-B14F-4D97-AF65-F5344CB8AC3E}">
        <p14:creationId xmlns:p14="http://schemas.microsoft.com/office/powerpoint/2010/main" val="202522158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rgbClr val="2A2D32"/>
            </a:gs>
            <a:gs pos="100000">
              <a:srgbClr val="030303"/>
            </a:gs>
          </a:gsLst>
          <a:lin ang="2700000" scaled="0"/>
        </a:gradFill>
        <a:effectLst/>
      </p:bgPr>
    </p:bg>
    <p:spTree>
      <p:nvGrpSpPr>
        <p:cNvPr id="1" name=""/>
        <p:cNvGrpSpPr/>
        <p:nvPr/>
      </p:nvGrpSpPr>
      <p:grpSpPr>
        <a:xfrm>
          <a:off x="0" y="0"/>
          <a:ext cx="0" cy="0"/>
          <a:chOff x="0" y="0"/>
          <a:chExt cx="0" cy="0"/>
        </a:xfrm>
      </p:grpSpPr>
      <p:sp>
        <p:nvSpPr>
          <p:cNvPr id="181" name="oval red">
            <a:extLst>
              <a:ext uri="{FF2B5EF4-FFF2-40B4-BE49-F238E27FC236}">
                <a16:creationId xmlns:a16="http://schemas.microsoft.com/office/drawing/2014/main" id="{03DA8C59-0646-F179-5C92-B200D5DB3537}"/>
              </a:ext>
            </a:extLst>
          </p:cNvPr>
          <p:cNvSpPr/>
          <p:nvPr/>
        </p:nvSpPr>
        <p:spPr>
          <a:xfrm>
            <a:off x="9620350" y="-5409628"/>
            <a:ext cx="8229624" cy="8229624"/>
          </a:xfrm>
          <a:prstGeom prst="ellipse">
            <a:avLst/>
          </a:prstGeom>
          <a:gradFill>
            <a:gsLst>
              <a:gs pos="0">
                <a:srgbClr val="AF3024"/>
              </a:gs>
              <a:gs pos="50000">
                <a:srgbClr val="2A2D32"/>
              </a:gs>
            </a:gsLst>
            <a:path path="circle">
              <a:fillToRect l="50000" t="50000" r="50000" b="50000"/>
            </a:path>
          </a:gradFill>
          <a:ln w="12700" cap="flat">
            <a:noFill/>
            <a:prstDash val="solid"/>
            <a:miter/>
          </a:ln>
          <a:effectLst>
            <a:outerShdw blurRad="1270000" sx="105000" sy="105000" algn="ctr" rotWithShape="0">
              <a:srgbClr val="AF302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2" name="oval blue">
            <a:extLst>
              <a:ext uri="{FF2B5EF4-FFF2-40B4-BE49-F238E27FC236}">
                <a16:creationId xmlns:a16="http://schemas.microsoft.com/office/drawing/2014/main" id="{D841118B-9FFA-2F07-BCC8-857A6BCC4883}"/>
              </a:ext>
            </a:extLst>
          </p:cNvPr>
          <p:cNvSpPr/>
          <p:nvPr/>
        </p:nvSpPr>
        <p:spPr>
          <a:xfrm>
            <a:off x="9620350" y="4038004"/>
            <a:ext cx="8229624" cy="8229624"/>
          </a:xfrm>
          <a:prstGeom prst="ellipse">
            <a:avLst/>
          </a:prstGeom>
          <a:gradFill>
            <a:gsLst>
              <a:gs pos="0">
                <a:srgbClr val="338AD4"/>
              </a:gs>
              <a:gs pos="50000">
                <a:srgbClr val="030303"/>
              </a:gs>
            </a:gsLst>
            <a:path path="circle">
              <a:fillToRect l="50000" t="50000" r="50000" b="50000"/>
            </a:path>
          </a:gradFill>
          <a:ln w="12700" cap="flat">
            <a:noFill/>
            <a:prstDash val="solid"/>
            <a:miter/>
          </a:ln>
          <a:effectLst>
            <a:outerShdw blurRad="1270000" sx="105000" sy="105000" algn="ctr" rotWithShape="0">
              <a:srgbClr val="338AD4">
                <a:alpha val="60000"/>
              </a:srgbClr>
            </a:outerShdw>
            <a:softEdge rad="12700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LT"/>
          </a:p>
        </p:txBody>
      </p:sp>
      <p:sp>
        <p:nvSpPr>
          <p:cNvPr id="183" name="Oval 182">
            <a:extLst>
              <a:ext uri="{FF2B5EF4-FFF2-40B4-BE49-F238E27FC236}">
                <a16:creationId xmlns:a16="http://schemas.microsoft.com/office/drawing/2014/main" id="{8D0CD39F-7747-4BA8-19E4-215B9D6AE080}"/>
              </a:ext>
            </a:extLst>
          </p:cNvPr>
          <p:cNvSpPr/>
          <p:nvPr/>
        </p:nvSpPr>
        <p:spPr>
          <a:xfrm>
            <a:off x="11350791" y="-841209"/>
            <a:ext cx="1682417" cy="1682417"/>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Oval 183">
            <a:extLst>
              <a:ext uri="{FF2B5EF4-FFF2-40B4-BE49-F238E27FC236}">
                <a16:creationId xmlns:a16="http://schemas.microsoft.com/office/drawing/2014/main" id="{DBF996EF-ACEE-DE19-E8EE-E9816DDFC3E6}"/>
              </a:ext>
            </a:extLst>
          </p:cNvPr>
          <p:cNvSpPr/>
          <p:nvPr/>
        </p:nvSpPr>
        <p:spPr>
          <a:xfrm>
            <a:off x="10789482" y="-1353307"/>
            <a:ext cx="2805035" cy="2706614"/>
          </a:xfrm>
          <a:prstGeom prst="ellipse">
            <a:avLst/>
          </a:prstGeom>
          <a:noFill/>
          <a:ln>
            <a:solidFill>
              <a:srgbClr val="AF3024">
                <a:alpha val="15000"/>
              </a:srgbClr>
            </a:solidFill>
          </a:ln>
          <a:effectLst>
            <a:outerShdw blurRad="35433" algn="ctr" rotWithShape="0">
              <a:srgbClr val="AF3024">
                <a:alpha val="7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 1">
            <a:extLst>
              <a:ext uri="{FF2B5EF4-FFF2-40B4-BE49-F238E27FC236}">
                <a16:creationId xmlns:a16="http://schemas.microsoft.com/office/drawing/2014/main" id="{8403ADBE-570B-DE0D-598A-3351C9B6ADB3}"/>
              </a:ext>
            </a:extLst>
          </p:cNvPr>
          <p:cNvGrpSpPr/>
          <p:nvPr/>
        </p:nvGrpSpPr>
        <p:grpSpPr>
          <a:xfrm>
            <a:off x="1956000" y="-693000"/>
            <a:ext cx="8280000" cy="8244000"/>
            <a:chOff x="3612000" y="945000"/>
            <a:chExt cx="4968000" cy="4968000"/>
          </a:xfrm>
        </p:grpSpPr>
        <p:sp>
          <p:nvSpPr>
            <p:cNvPr id="6" name="Arc 5">
              <a:extLst>
                <a:ext uri="{FF2B5EF4-FFF2-40B4-BE49-F238E27FC236}">
                  <a16:creationId xmlns:a16="http://schemas.microsoft.com/office/drawing/2014/main" id="{6D0840E2-FF1C-2632-CACE-0E78FA40E6CF}"/>
                </a:ext>
              </a:extLst>
            </p:cNvPr>
            <p:cNvSpPr/>
            <p:nvPr/>
          </p:nvSpPr>
          <p:spPr>
            <a:xfrm>
              <a:off x="3612000" y="945000"/>
              <a:ext cx="4968000" cy="4968000"/>
            </a:xfrm>
            <a:prstGeom prst="arc">
              <a:avLst/>
            </a:prstGeom>
            <a:noFill/>
            <a:ln w="57150">
              <a:gradFill>
                <a:gsLst>
                  <a:gs pos="26000">
                    <a:schemeClr val="bg1">
                      <a:lumMod val="85000"/>
                      <a:lumOff val="15000"/>
                    </a:schemeClr>
                  </a:gs>
                  <a:gs pos="45000">
                    <a:srgbClr val="25272C"/>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p>
          </p:txBody>
        </p:sp>
        <p:sp>
          <p:nvSpPr>
            <p:cNvPr id="9" name="Arc 8">
              <a:extLst>
                <a:ext uri="{FF2B5EF4-FFF2-40B4-BE49-F238E27FC236}">
                  <a16:creationId xmlns:a16="http://schemas.microsoft.com/office/drawing/2014/main" id="{44BB6D9B-9FCA-9142-1B02-76B68DCC8990}"/>
                </a:ext>
              </a:extLst>
            </p:cNvPr>
            <p:cNvSpPr/>
            <p:nvPr/>
          </p:nvSpPr>
          <p:spPr>
            <a:xfrm flipH="1" flipV="1">
              <a:off x="3612000" y="945000"/>
              <a:ext cx="4968000" cy="4968000"/>
            </a:xfrm>
            <a:prstGeom prst="arc">
              <a:avLst/>
            </a:prstGeom>
            <a:noFill/>
            <a:ln w="57150">
              <a:gradFill>
                <a:gsLst>
                  <a:gs pos="26000">
                    <a:schemeClr val="bg1">
                      <a:lumMod val="85000"/>
                      <a:lumOff val="15000"/>
                    </a:schemeClr>
                  </a:gs>
                  <a:gs pos="45000">
                    <a:srgbClr val="25272C"/>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p>
          </p:txBody>
        </p:sp>
      </p:grpSp>
      <p:sp>
        <p:nvSpPr>
          <p:cNvPr id="11" name="TextBox 10">
            <a:extLst>
              <a:ext uri="{FF2B5EF4-FFF2-40B4-BE49-F238E27FC236}">
                <a16:creationId xmlns:a16="http://schemas.microsoft.com/office/drawing/2014/main" id="{EAD71C22-8BD0-71E1-4879-9C4C0DE26BD7}"/>
              </a:ext>
            </a:extLst>
          </p:cNvPr>
          <p:cNvSpPr txBox="1"/>
          <p:nvPr/>
        </p:nvSpPr>
        <p:spPr>
          <a:xfrm>
            <a:off x="2925023" y="3013501"/>
            <a:ext cx="6046848" cy="830997"/>
          </a:xfrm>
          <a:prstGeom prst="rect">
            <a:avLst/>
          </a:prstGeom>
          <a:noFill/>
        </p:spPr>
        <p:txBody>
          <a:bodyPr wrap="none" rtlCol="0">
            <a:spAutoFit/>
          </a:bodyPr>
          <a:lstStyle/>
          <a:p>
            <a:r>
              <a:rPr lang="fr-FR" sz="4800" dirty="0">
                <a:solidFill>
                  <a:schemeClr val="bg1"/>
                </a:solidFill>
                <a:effectLst>
                  <a:outerShdw blurRad="63500" algn="ctr" rotWithShape="0">
                    <a:schemeClr val="bg1"/>
                  </a:outerShdw>
                </a:effectLst>
                <a:latin typeface="Oswald" pitchFamily="2" charset="0"/>
              </a:rPr>
              <a:t>Merci pour votre attention</a:t>
            </a:r>
          </a:p>
        </p:txBody>
      </p:sp>
      <p:grpSp>
        <p:nvGrpSpPr>
          <p:cNvPr id="15" name="Group 14">
            <a:extLst>
              <a:ext uri="{FF2B5EF4-FFF2-40B4-BE49-F238E27FC236}">
                <a16:creationId xmlns:a16="http://schemas.microsoft.com/office/drawing/2014/main" id="{F7F20D83-DCA0-9241-E5D7-630F2C7E97B9}"/>
              </a:ext>
            </a:extLst>
          </p:cNvPr>
          <p:cNvGrpSpPr/>
          <p:nvPr/>
        </p:nvGrpSpPr>
        <p:grpSpPr>
          <a:xfrm>
            <a:off x="2431136" y="1611001"/>
            <a:ext cx="844463" cy="2277547"/>
            <a:chOff x="2431136" y="1611001"/>
            <a:chExt cx="844463" cy="2277547"/>
          </a:xfrm>
          <a:effectLst>
            <a:outerShdw blurRad="63500" algn="ctr" rotWithShape="0">
              <a:schemeClr val="bg1"/>
            </a:outerShdw>
          </a:effectLst>
        </p:grpSpPr>
        <p:sp>
          <p:nvSpPr>
            <p:cNvPr id="16" name="TextBox 15">
              <a:extLst>
                <a:ext uri="{FF2B5EF4-FFF2-40B4-BE49-F238E27FC236}">
                  <a16:creationId xmlns:a16="http://schemas.microsoft.com/office/drawing/2014/main" id="{E940A89D-1C5E-F010-18D4-E1E221A9F233}"/>
                </a:ext>
              </a:extLst>
            </p:cNvPr>
            <p:cNvSpPr txBox="1"/>
            <p:nvPr/>
          </p:nvSpPr>
          <p:spPr>
            <a:xfrm>
              <a:off x="2431136" y="1611001"/>
              <a:ext cx="562975" cy="2277547"/>
            </a:xfrm>
            <a:prstGeom prst="rect">
              <a:avLst/>
            </a:prstGeom>
            <a:noFill/>
          </p:spPr>
          <p:txBody>
            <a:bodyPr wrap="none" rtlCol="0">
              <a:spAutoFit/>
            </a:bodyPr>
            <a:lstStyle/>
            <a:p>
              <a:r>
                <a:rPr lang="fr-FR" sz="14200" dirty="0">
                  <a:solidFill>
                    <a:schemeClr val="bg1"/>
                  </a:solidFill>
                  <a:latin typeface="Oswald" pitchFamily="2" charset="0"/>
                </a:rPr>
                <a:t>‘</a:t>
              </a:r>
            </a:p>
          </p:txBody>
        </p:sp>
        <p:sp>
          <p:nvSpPr>
            <p:cNvPr id="17" name="TextBox 16">
              <a:extLst>
                <a:ext uri="{FF2B5EF4-FFF2-40B4-BE49-F238E27FC236}">
                  <a16:creationId xmlns:a16="http://schemas.microsoft.com/office/drawing/2014/main" id="{917CAFC7-9DCC-26D8-D983-863AF8C72BEA}"/>
                </a:ext>
              </a:extLst>
            </p:cNvPr>
            <p:cNvSpPr txBox="1"/>
            <p:nvPr/>
          </p:nvSpPr>
          <p:spPr>
            <a:xfrm>
              <a:off x="2712624" y="1611001"/>
              <a:ext cx="562975" cy="2277547"/>
            </a:xfrm>
            <a:prstGeom prst="rect">
              <a:avLst/>
            </a:prstGeom>
            <a:noFill/>
            <a:ln>
              <a:noFill/>
            </a:ln>
          </p:spPr>
          <p:txBody>
            <a:bodyPr wrap="none" rtlCol="0">
              <a:spAutoFit/>
            </a:bodyPr>
            <a:lstStyle/>
            <a:p>
              <a:r>
                <a:rPr lang="fr-FR" sz="14200" dirty="0">
                  <a:solidFill>
                    <a:schemeClr val="bg1"/>
                  </a:solidFill>
                  <a:latin typeface="Oswald" pitchFamily="2" charset="0"/>
                </a:rPr>
                <a:t>‘</a:t>
              </a:r>
            </a:p>
          </p:txBody>
        </p:sp>
      </p:grpSp>
      <p:grpSp>
        <p:nvGrpSpPr>
          <p:cNvPr id="18" name="Group 17">
            <a:extLst>
              <a:ext uri="{FF2B5EF4-FFF2-40B4-BE49-F238E27FC236}">
                <a16:creationId xmlns:a16="http://schemas.microsoft.com/office/drawing/2014/main" id="{BFF33640-AD8F-31C5-17CD-D7E257A66BCB}"/>
              </a:ext>
            </a:extLst>
          </p:cNvPr>
          <p:cNvGrpSpPr/>
          <p:nvPr/>
        </p:nvGrpSpPr>
        <p:grpSpPr>
          <a:xfrm>
            <a:off x="8584058" y="3028199"/>
            <a:ext cx="844462" cy="2277547"/>
            <a:chOff x="8584058" y="4094999"/>
            <a:chExt cx="844462" cy="2277547"/>
          </a:xfrm>
          <a:effectLst>
            <a:outerShdw blurRad="63500" algn="ctr" rotWithShape="0">
              <a:schemeClr val="bg1"/>
            </a:outerShdw>
          </a:effectLst>
        </p:grpSpPr>
        <p:sp>
          <p:nvSpPr>
            <p:cNvPr id="19" name="TextBox 18">
              <a:extLst>
                <a:ext uri="{FF2B5EF4-FFF2-40B4-BE49-F238E27FC236}">
                  <a16:creationId xmlns:a16="http://schemas.microsoft.com/office/drawing/2014/main" id="{278709F8-BAC8-0038-6CF6-62DBAAA6F2C1}"/>
                </a:ext>
              </a:extLst>
            </p:cNvPr>
            <p:cNvSpPr txBox="1"/>
            <p:nvPr/>
          </p:nvSpPr>
          <p:spPr>
            <a:xfrm flipV="1">
              <a:off x="8584058" y="4094999"/>
              <a:ext cx="562975" cy="2277547"/>
            </a:xfrm>
            <a:prstGeom prst="rect">
              <a:avLst/>
            </a:prstGeom>
            <a:noFill/>
          </p:spPr>
          <p:txBody>
            <a:bodyPr wrap="none" rtlCol="0">
              <a:spAutoFit/>
            </a:bodyPr>
            <a:lstStyle/>
            <a:p>
              <a:r>
                <a:rPr lang="fr-FR" sz="14200" dirty="0">
                  <a:solidFill>
                    <a:schemeClr val="bg1"/>
                  </a:solidFill>
                  <a:latin typeface="Oswald" pitchFamily="2" charset="0"/>
                </a:rPr>
                <a:t>‘</a:t>
              </a:r>
            </a:p>
          </p:txBody>
        </p:sp>
        <p:sp>
          <p:nvSpPr>
            <p:cNvPr id="20" name="TextBox 19">
              <a:extLst>
                <a:ext uri="{FF2B5EF4-FFF2-40B4-BE49-F238E27FC236}">
                  <a16:creationId xmlns:a16="http://schemas.microsoft.com/office/drawing/2014/main" id="{4A5F9403-DF7F-A45E-C47C-1EE99A2ADB3B}"/>
                </a:ext>
              </a:extLst>
            </p:cNvPr>
            <p:cNvSpPr txBox="1"/>
            <p:nvPr/>
          </p:nvSpPr>
          <p:spPr>
            <a:xfrm flipV="1">
              <a:off x="8865545" y="4094999"/>
              <a:ext cx="562975" cy="2277547"/>
            </a:xfrm>
            <a:prstGeom prst="rect">
              <a:avLst/>
            </a:prstGeom>
            <a:noFill/>
          </p:spPr>
          <p:txBody>
            <a:bodyPr wrap="none" rtlCol="0">
              <a:spAutoFit/>
            </a:bodyPr>
            <a:lstStyle/>
            <a:p>
              <a:r>
                <a:rPr lang="fr-FR" sz="14200" dirty="0">
                  <a:solidFill>
                    <a:schemeClr val="bg1"/>
                  </a:solidFill>
                  <a:latin typeface="Oswald" pitchFamily="2" charset="0"/>
                </a:rPr>
                <a:t>‘</a:t>
              </a:r>
            </a:p>
          </p:txBody>
        </p:sp>
      </p:grpSp>
    </p:spTree>
    <p:extLst>
      <p:ext uri="{BB962C8B-B14F-4D97-AF65-F5344CB8AC3E}">
        <p14:creationId xmlns:p14="http://schemas.microsoft.com/office/powerpoint/2010/main" val="157987869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5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13875</TotalTime>
  <Words>1453</Words>
  <Application>Microsoft Office PowerPoint</Application>
  <PresentationFormat>Grand écran</PresentationFormat>
  <Paragraphs>503</Paragraphs>
  <Slides>46</Slides>
  <Notes>43</Notes>
  <HiddenSlides>0</HiddenSlides>
  <MMClips>0</MMClips>
  <ScaleCrop>false</ScaleCrop>
  <HeadingPairs>
    <vt:vector size="6" baseType="variant">
      <vt:variant>
        <vt:lpstr>Polices utilisées</vt:lpstr>
      </vt:variant>
      <vt:variant>
        <vt:i4>21</vt:i4>
      </vt:variant>
      <vt:variant>
        <vt:lpstr>Thème</vt:lpstr>
      </vt:variant>
      <vt:variant>
        <vt:i4>1</vt:i4>
      </vt:variant>
      <vt:variant>
        <vt:lpstr>Titres des diapositives</vt:lpstr>
      </vt:variant>
      <vt:variant>
        <vt:i4>46</vt:i4>
      </vt:variant>
    </vt:vector>
  </HeadingPairs>
  <TitlesOfParts>
    <vt:vector size="68" baseType="lpstr">
      <vt:lpstr>Arial</vt:lpstr>
      <vt:lpstr>Barlow Condensed ExtraBold</vt:lpstr>
      <vt:lpstr>Briem Hand</vt:lpstr>
      <vt:lpstr>Calibri</vt:lpstr>
      <vt:lpstr>Calibri Light</vt:lpstr>
      <vt:lpstr>Codec Pro</vt:lpstr>
      <vt:lpstr>Darker Grotesque</vt:lpstr>
      <vt:lpstr>DM Sans</vt:lpstr>
      <vt:lpstr>Hanson</vt:lpstr>
      <vt:lpstr>Noto Serif</vt:lpstr>
      <vt:lpstr>Nunito Sans</vt:lpstr>
      <vt:lpstr>Nunito Sans ExtraBold</vt:lpstr>
      <vt:lpstr>Open Sans</vt:lpstr>
      <vt:lpstr>Open Sans ExtraBold</vt:lpstr>
      <vt:lpstr>Open Sans ExtraBold</vt:lpstr>
      <vt:lpstr>Oswald</vt:lpstr>
      <vt:lpstr>Oswald ExtraLight</vt:lpstr>
      <vt:lpstr>Poppins Medium</vt:lpstr>
      <vt:lpstr>Poppins SemiBold</vt:lpstr>
      <vt:lpstr>Queensides</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salah abaid</dc:creator>
  <cp:lastModifiedBy>PC MAROC</cp:lastModifiedBy>
  <cp:revision>45</cp:revision>
  <dcterms:created xsi:type="dcterms:W3CDTF">2024-06-01T08:19:01Z</dcterms:created>
  <dcterms:modified xsi:type="dcterms:W3CDTF">2024-06-11T12:24:01Z</dcterms:modified>
</cp:coreProperties>
</file>